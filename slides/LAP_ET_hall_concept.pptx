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3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4.xml" ContentType="application/vnd.openxmlformats-officedocument.theme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93" r:id="rId5"/>
    <p:sldMasterId id="2147483714" r:id="rId6"/>
    <p:sldMasterId id="2147483735" r:id="rId7"/>
    <p:sldMasterId id="2147483756" r:id="rId8"/>
  </p:sldMasterIdLst>
  <p:notesMasterIdLst>
    <p:notesMasterId r:id="rId19"/>
  </p:notesMasterIdLst>
  <p:handoutMasterIdLst>
    <p:handoutMasterId r:id="rId20"/>
  </p:handoutMasterIdLst>
  <p:sldIdLst>
    <p:sldId id="360" r:id="rId9"/>
    <p:sldId id="364" r:id="rId10"/>
    <p:sldId id="444" r:id="rId11"/>
    <p:sldId id="443" r:id="rId12"/>
    <p:sldId id="461" r:id="rId13"/>
    <p:sldId id="448" r:id="rId14"/>
    <p:sldId id="453" r:id="rId15"/>
    <p:sldId id="463" r:id="rId16"/>
    <p:sldId id="464" r:id="rId17"/>
    <p:sldId id="462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4316A"/>
    <a:srgbClr val="C7C7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4763" autoAdjust="0"/>
  </p:normalViewPr>
  <p:slideViewPr>
    <p:cSldViewPr snapToGrid="0" showGuides="1">
      <p:cViewPr varScale="1">
        <p:scale>
          <a:sx n="103" d="100"/>
          <a:sy n="103" d="100"/>
        </p:scale>
        <p:origin x="342" y="144"/>
      </p:cViewPr>
      <p:guideLst/>
    </p:cSldViewPr>
  </p:slideViewPr>
  <p:outlineViewPr>
    <p:cViewPr>
      <p:scale>
        <a:sx n="33" d="100"/>
        <a:sy n="33" d="100"/>
      </p:scale>
      <p:origin x="0" y="-2784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391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2C9555C-46DE-4406-8ABE-45349F5208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4F3B590-57A4-4D61-9607-3C2EA36AB1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CE87A-16FF-4C7D-8292-0CB980715C8B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6DC5A1-1CCC-484A-AB24-DCA2F05D59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4041CFA-48F6-4759-86C7-790FC637E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F6222-CCA6-4FA7-88E0-B7BAE53645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18328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ECA62E-2216-4960-A875-4D2633F4A404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93703-73BA-47D5-8B02-C172375928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3314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platzhalter 167">
            <a:extLst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165" name="Bildplatzhalter 60">
            <a:extLst>
              <a:ext uri="{FF2B5EF4-FFF2-40B4-BE49-F238E27FC236}">
                <a16:creationId xmlns:a16="http://schemas.microsoft.com/office/drawing/2014/main" id="{F018B551-27B5-4B00-BF39-7527999917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1DC1BF-B7B9-4143-AFEB-7D1D6C73E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63" y="2913731"/>
            <a:ext cx="4979505" cy="1030539"/>
          </a:xfrm>
        </p:spPr>
        <p:txBody>
          <a:bodyPr wrap="none" tIns="0" rIns="0"/>
          <a:lstStyle>
            <a:lvl1pPr algn="l">
              <a:lnSpc>
                <a:spcPct val="110000"/>
              </a:lnSpc>
              <a:defRPr sz="6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Willkommen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DB0B422D-422E-4796-8EA3-E0C93BC35646}"/>
              </a:ext>
            </a:extLst>
          </p:cNvPr>
          <p:cNvSpPr/>
          <p:nvPr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316A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B1A981A-C15F-48BC-856D-45BFDE402164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CA1B7D91-52B4-4C4E-9872-DAE627C5BD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D5301F3-CDC0-4F62-A7F3-64DF1FAFB6C3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166" name="Grafik 3">
            <a:extLst>
              <a:ext uri="{FF2B5EF4-FFF2-40B4-BE49-F238E27FC236}">
                <a16:creationId xmlns:a16="http://schemas.microsoft.com/office/drawing/2014/main" id="{F5E57E6A-8A0A-4611-8D20-6EFE128A3061}"/>
              </a:ext>
            </a:extLst>
          </p:cNvPr>
          <p:cNvGrpSpPr/>
          <p:nvPr userDrawn="1"/>
        </p:nvGrpSpPr>
        <p:grpSpPr>
          <a:xfrm>
            <a:off x="520163" y="293688"/>
            <a:ext cx="2592820" cy="556499"/>
            <a:chOff x="1648912" y="-143138"/>
            <a:chExt cx="2305525" cy="494837"/>
          </a:xfrm>
          <a:solidFill>
            <a:srgbClr val="04316A"/>
          </a:solidFill>
        </p:grpSpPr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2BAC0EB9-6745-4BC9-B62C-D0408639044C}"/>
                </a:ext>
              </a:extLst>
            </p:cNvPr>
            <p:cNvSpPr/>
            <p:nvPr/>
          </p:nvSpPr>
          <p:spPr>
            <a:xfrm>
              <a:off x="1648912" y="-137135"/>
              <a:ext cx="69751" cy="110916"/>
            </a:xfrm>
            <a:custGeom>
              <a:avLst/>
              <a:gdLst>
                <a:gd name="connsiteX0" fmla="*/ 69752 w 69751"/>
                <a:gd name="connsiteY0" fmla="*/ 18296 h 110916"/>
                <a:gd name="connsiteX1" fmla="*/ 19725 w 69751"/>
                <a:gd name="connsiteY1" fmla="*/ 18296 h 110916"/>
                <a:gd name="connsiteX2" fmla="*/ 19725 w 69751"/>
                <a:gd name="connsiteY2" fmla="*/ 45739 h 110916"/>
                <a:gd name="connsiteX3" fmla="*/ 56888 w 69751"/>
                <a:gd name="connsiteY3" fmla="*/ 45739 h 110916"/>
                <a:gd name="connsiteX4" fmla="*/ 56888 w 69751"/>
                <a:gd name="connsiteY4" fmla="*/ 63749 h 110916"/>
                <a:gd name="connsiteX5" fmla="*/ 19725 w 69751"/>
                <a:gd name="connsiteY5" fmla="*/ 63749 h 110916"/>
                <a:gd name="connsiteX6" fmla="*/ 19725 w 69751"/>
                <a:gd name="connsiteY6" fmla="*/ 110917 h 110916"/>
                <a:gd name="connsiteX7" fmla="*/ 0 w 69751"/>
                <a:gd name="connsiteY7" fmla="*/ 110917 h 110916"/>
                <a:gd name="connsiteX8" fmla="*/ 0 w 69751"/>
                <a:gd name="connsiteY8" fmla="*/ 0 h 110916"/>
                <a:gd name="connsiteX9" fmla="*/ 69466 w 69751"/>
                <a:gd name="connsiteY9" fmla="*/ 0 h 110916"/>
                <a:gd name="connsiteX10" fmla="*/ 69466 w 69751"/>
                <a:gd name="connsiteY10" fmla="*/ 18296 h 11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751" h="110916">
                  <a:moveTo>
                    <a:pt x="69752" y="18296"/>
                  </a:moveTo>
                  <a:lnTo>
                    <a:pt x="19725" y="18296"/>
                  </a:lnTo>
                  <a:lnTo>
                    <a:pt x="19725" y="45739"/>
                  </a:lnTo>
                  <a:lnTo>
                    <a:pt x="56888" y="45739"/>
                  </a:lnTo>
                  <a:lnTo>
                    <a:pt x="56888" y="63749"/>
                  </a:lnTo>
                  <a:lnTo>
                    <a:pt x="19725" y="63749"/>
                  </a:lnTo>
                  <a:lnTo>
                    <a:pt x="19725" y="110917"/>
                  </a:lnTo>
                  <a:lnTo>
                    <a:pt x="0" y="110917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29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AE05F4DA-8875-4531-A3E1-9A9253C9B8C8}"/>
                </a:ext>
              </a:extLst>
            </p:cNvPr>
            <p:cNvSpPr/>
            <p:nvPr/>
          </p:nvSpPr>
          <p:spPr>
            <a:xfrm>
              <a:off x="1729527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F79262BF-E867-4B8D-A5D9-C05986D4B5C4}"/>
                </a:ext>
              </a:extLst>
            </p:cNvPr>
            <p:cNvSpPr/>
            <p:nvPr/>
          </p:nvSpPr>
          <p:spPr>
            <a:xfrm>
              <a:off x="1790989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088B175E-3332-4F42-85CC-4D3CB1CDD67E}"/>
                </a:ext>
              </a:extLst>
            </p:cNvPr>
            <p:cNvSpPr/>
            <p:nvPr/>
          </p:nvSpPr>
          <p:spPr>
            <a:xfrm>
              <a:off x="1831868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581 w 72896"/>
                <a:gd name="connsiteY10" fmla="*/ 34590 h 83759"/>
                <a:gd name="connsiteX11" fmla="*/ 54887 w 72896"/>
                <a:gd name="connsiteY11" fmla="*/ 34590 h 83759"/>
                <a:gd name="connsiteX12" fmla="*/ 37163 w 72896"/>
                <a:gd name="connsiteY12" fmla="*/ 15151 h 83759"/>
                <a:gd name="connsiteX13" fmla="*/ 18581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581" y="34590"/>
                  </a:moveTo>
                  <a:lnTo>
                    <a:pt x="54887" y="34590"/>
                  </a:lnTo>
                  <a:cubicBezTo>
                    <a:pt x="54029" y="22298"/>
                    <a:pt x="47740" y="15151"/>
                    <a:pt x="37163" y="15151"/>
                  </a:cubicBezTo>
                  <a:cubicBezTo>
                    <a:pt x="26872" y="15151"/>
                    <a:pt x="20297" y="22298"/>
                    <a:pt x="18581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2D3EE7E7-656D-44D0-A8E5-902F51365AD8}"/>
                </a:ext>
              </a:extLst>
            </p:cNvPr>
            <p:cNvSpPr/>
            <p:nvPr/>
          </p:nvSpPr>
          <p:spPr>
            <a:xfrm>
              <a:off x="1921344" y="-143138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296 w 74611"/>
                <a:gd name="connsiteY12" fmla="*/ 76613 h 118921"/>
                <a:gd name="connsiteX13" fmla="*/ 36877 w 74611"/>
                <a:gd name="connsiteY13" fmla="*/ 102341 h 118921"/>
                <a:gd name="connsiteX14" fmla="*/ 56030 w 74611"/>
                <a:gd name="connsiteY14" fmla="*/ 91764 h 118921"/>
                <a:gd name="connsiteX15" fmla="*/ 56030 w 74611"/>
                <a:gd name="connsiteY15" fmla="*/ 62319 h 118921"/>
                <a:gd name="connsiteX16" fmla="*/ 36877 w 74611"/>
                <a:gd name="connsiteY16" fmla="*/ 51742 h 118921"/>
                <a:gd name="connsiteX17" fmla="*/ 18296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296" y="76613"/>
                  </a:moveTo>
                  <a:cubicBezTo>
                    <a:pt x="18296" y="92907"/>
                    <a:pt x="25156" y="102341"/>
                    <a:pt x="36877" y="102341"/>
                  </a:cubicBezTo>
                  <a:cubicBezTo>
                    <a:pt x="44024" y="102341"/>
                    <a:pt x="50027" y="98910"/>
                    <a:pt x="56030" y="91764"/>
                  </a:cubicBezTo>
                  <a:lnTo>
                    <a:pt x="56030" y="62319"/>
                  </a:lnTo>
                  <a:cubicBezTo>
                    <a:pt x="50599" y="55173"/>
                    <a:pt x="44595" y="51742"/>
                    <a:pt x="36877" y="51742"/>
                  </a:cubicBezTo>
                  <a:cubicBezTo>
                    <a:pt x="24871" y="51742"/>
                    <a:pt x="18296" y="60604"/>
                    <a:pt x="18296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EB7CDC62-6D84-4879-90B2-CED3047AB955}"/>
                </a:ext>
              </a:extLst>
            </p:cNvPr>
            <p:cNvSpPr/>
            <p:nvPr/>
          </p:nvSpPr>
          <p:spPr>
            <a:xfrm>
              <a:off x="2020826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73F2EB24-4BA2-4855-BA15-2013AD15DE4C}"/>
                </a:ext>
              </a:extLst>
            </p:cNvPr>
            <p:cNvSpPr/>
            <p:nvPr/>
          </p:nvSpPr>
          <p:spPr>
            <a:xfrm>
              <a:off x="2082002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440 w 23727"/>
                <a:gd name="connsiteY5" fmla="*/ 115491 h 115490"/>
                <a:gd name="connsiteX6" fmla="*/ 2859 w 23727"/>
                <a:gd name="connsiteY6" fmla="*/ 115491 h 115490"/>
                <a:gd name="connsiteX7" fmla="*/ 2859 w 23727"/>
                <a:gd name="connsiteY7" fmla="*/ 35448 h 115490"/>
                <a:gd name="connsiteX8" fmla="*/ 21440 w 23727"/>
                <a:gd name="connsiteY8" fmla="*/ 35448 h 115490"/>
                <a:gd name="connsiteX9" fmla="*/ 21440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581" y="0"/>
                    <a:pt x="23727" y="4860"/>
                    <a:pt x="23727" y="11435"/>
                  </a:cubicBezTo>
                  <a:close/>
                  <a:moveTo>
                    <a:pt x="21440" y="115491"/>
                  </a:moveTo>
                  <a:lnTo>
                    <a:pt x="2859" y="115491"/>
                  </a:lnTo>
                  <a:lnTo>
                    <a:pt x="2859" y="35448"/>
                  </a:lnTo>
                  <a:lnTo>
                    <a:pt x="21440" y="35448"/>
                  </a:lnTo>
                  <a:lnTo>
                    <a:pt x="21440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856783BA-4BD9-456A-8E1F-DB395FAA4C27}"/>
                </a:ext>
              </a:extLst>
            </p:cNvPr>
            <p:cNvSpPr/>
            <p:nvPr/>
          </p:nvSpPr>
          <p:spPr>
            <a:xfrm>
              <a:off x="2123453" y="-108548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8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8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4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FA0A9AC4-4291-4429-A5E6-F9B02DA18E36}"/>
                </a:ext>
              </a:extLst>
            </p:cNvPr>
            <p:cNvSpPr/>
            <p:nvPr/>
          </p:nvSpPr>
          <p:spPr>
            <a:xfrm>
              <a:off x="2206927" y="-143138"/>
              <a:ext cx="68894" cy="116920"/>
            </a:xfrm>
            <a:custGeom>
              <a:avLst/>
              <a:gdLst>
                <a:gd name="connsiteX0" fmla="*/ 68894 w 68894"/>
                <a:gd name="connsiteY0" fmla="*/ 116634 h 116920"/>
                <a:gd name="connsiteX1" fmla="*/ 50313 w 68894"/>
                <a:gd name="connsiteY1" fmla="*/ 116634 h 116920"/>
                <a:gd name="connsiteX2" fmla="*/ 50313 w 68894"/>
                <a:gd name="connsiteY2" fmla="*/ 70895 h 116920"/>
                <a:gd name="connsiteX3" fmla="*/ 35448 w 68894"/>
                <a:gd name="connsiteY3" fmla="*/ 51456 h 116920"/>
                <a:gd name="connsiteX4" fmla="*/ 18867 w 68894"/>
                <a:gd name="connsiteY4" fmla="*/ 70895 h 116920"/>
                <a:gd name="connsiteX5" fmla="*/ 18867 w 68894"/>
                <a:gd name="connsiteY5" fmla="*/ 116920 h 116920"/>
                <a:gd name="connsiteX6" fmla="*/ 0 w 68894"/>
                <a:gd name="connsiteY6" fmla="*/ 116920 h 116920"/>
                <a:gd name="connsiteX7" fmla="*/ 0 w 68894"/>
                <a:gd name="connsiteY7" fmla="*/ 4574 h 116920"/>
                <a:gd name="connsiteX8" fmla="*/ 18581 w 68894"/>
                <a:gd name="connsiteY8" fmla="*/ 0 h 116920"/>
                <a:gd name="connsiteX9" fmla="*/ 18581 w 68894"/>
                <a:gd name="connsiteY9" fmla="*/ 46597 h 116920"/>
                <a:gd name="connsiteX10" fmla="*/ 18867 w 68894"/>
                <a:gd name="connsiteY10" fmla="*/ 46597 h 116920"/>
                <a:gd name="connsiteX11" fmla="*/ 42308 w 68894"/>
                <a:gd name="connsiteY11" fmla="*/ 34876 h 116920"/>
                <a:gd name="connsiteX12" fmla="*/ 68608 w 68894"/>
                <a:gd name="connsiteY12" fmla="*/ 67179 h 116920"/>
                <a:gd name="connsiteX13" fmla="*/ 68608 w 68894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116920">
                  <a:moveTo>
                    <a:pt x="68894" y="116634"/>
                  </a:moveTo>
                  <a:lnTo>
                    <a:pt x="50313" y="116634"/>
                  </a:lnTo>
                  <a:lnTo>
                    <a:pt x="50313" y="70895"/>
                  </a:lnTo>
                  <a:cubicBezTo>
                    <a:pt x="50313" y="59175"/>
                    <a:pt x="46596" y="51456"/>
                    <a:pt x="35448" y="51456"/>
                  </a:cubicBezTo>
                  <a:cubicBezTo>
                    <a:pt x="22584" y="51456"/>
                    <a:pt x="18867" y="61748"/>
                    <a:pt x="18867" y="70895"/>
                  </a:cubicBezTo>
                  <a:lnTo>
                    <a:pt x="18867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D700BB3D-17DE-4AA7-9481-48C5BCF0CC69}"/>
                </a:ext>
              </a:extLst>
            </p:cNvPr>
            <p:cNvSpPr/>
            <p:nvPr/>
          </p:nvSpPr>
          <p:spPr>
            <a:xfrm>
              <a:off x="2297261" y="-84249"/>
              <a:ext cx="39163" cy="17723"/>
            </a:xfrm>
            <a:custGeom>
              <a:avLst/>
              <a:gdLst>
                <a:gd name="connsiteX0" fmla="*/ 39164 w 39163"/>
                <a:gd name="connsiteY0" fmla="*/ 17724 h 17723"/>
                <a:gd name="connsiteX1" fmla="*/ 0 w 39163"/>
                <a:gd name="connsiteY1" fmla="*/ 17724 h 17723"/>
                <a:gd name="connsiteX2" fmla="*/ 0 w 39163"/>
                <a:gd name="connsiteY2" fmla="*/ 0 h 17723"/>
                <a:gd name="connsiteX3" fmla="*/ 39164 w 39163"/>
                <a:gd name="connsiteY3" fmla="*/ 0 h 17723"/>
                <a:gd name="connsiteX4" fmla="*/ 39164 w 39163"/>
                <a:gd name="connsiteY4" fmla="*/ 17724 h 17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63" h="17723">
                  <a:moveTo>
                    <a:pt x="39164" y="17724"/>
                  </a:moveTo>
                  <a:lnTo>
                    <a:pt x="0" y="17724"/>
                  </a:lnTo>
                  <a:lnTo>
                    <a:pt x="0" y="0"/>
                  </a:lnTo>
                  <a:lnTo>
                    <a:pt x="39164" y="0"/>
                  </a:lnTo>
                  <a:lnTo>
                    <a:pt x="39164" y="1772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2ACBC44E-27C1-408A-8EDD-F5913EFE6DB7}"/>
                </a:ext>
              </a:extLst>
            </p:cNvPr>
            <p:cNvSpPr/>
            <p:nvPr/>
          </p:nvSpPr>
          <p:spPr>
            <a:xfrm>
              <a:off x="2346430" y="-137135"/>
              <a:ext cx="102912" cy="110630"/>
            </a:xfrm>
            <a:custGeom>
              <a:avLst/>
              <a:gdLst>
                <a:gd name="connsiteX0" fmla="*/ 40879 w 102912"/>
                <a:gd name="connsiteY0" fmla="*/ 0 h 110630"/>
                <a:gd name="connsiteX1" fmla="*/ 61748 w 102912"/>
                <a:gd name="connsiteY1" fmla="*/ 0 h 110630"/>
                <a:gd name="connsiteX2" fmla="*/ 102912 w 102912"/>
                <a:gd name="connsiteY2" fmla="*/ 110631 h 110630"/>
                <a:gd name="connsiteX3" fmla="*/ 81472 w 102912"/>
                <a:gd name="connsiteY3" fmla="*/ 110631 h 110630"/>
                <a:gd name="connsiteX4" fmla="*/ 73468 w 102912"/>
                <a:gd name="connsiteY4" fmla="*/ 87190 h 110630"/>
                <a:gd name="connsiteX5" fmla="*/ 28873 w 102912"/>
                <a:gd name="connsiteY5" fmla="*/ 87190 h 110630"/>
                <a:gd name="connsiteX6" fmla="*/ 20868 w 102912"/>
                <a:gd name="connsiteY6" fmla="*/ 110631 h 110630"/>
                <a:gd name="connsiteX7" fmla="*/ 0 w 102912"/>
                <a:gd name="connsiteY7" fmla="*/ 110631 h 110630"/>
                <a:gd name="connsiteX8" fmla="*/ 40879 w 102912"/>
                <a:gd name="connsiteY8" fmla="*/ 0 h 110630"/>
                <a:gd name="connsiteX9" fmla="*/ 34876 w 102912"/>
                <a:gd name="connsiteY9" fmla="*/ 69466 h 110630"/>
                <a:gd name="connsiteX10" fmla="*/ 67179 w 102912"/>
                <a:gd name="connsiteY10" fmla="*/ 69466 h 110630"/>
                <a:gd name="connsiteX11" fmla="*/ 51170 w 102912"/>
                <a:gd name="connsiteY11" fmla="*/ 22584 h 110630"/>
                <a:gd name="connsiteX12" fmla="*/ 50885 w 102912"/>
                <a:gd name="connsiteY12" fmla="*/ 22584 h 110630"/>
                <a:gd name="connsiteX13" fmla="*/ 34876 w 102912"/>
                <a:gd name="connsiteY13" fmla="*/ 69466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2912" h="110630">
                  <a:moveTo>
                    <a:pt x="40879" y="0"/>
                  </a:moveTo>
                  <a:lnTo>
                    <a:pt x="61748" y="0"/>
                  </a:lnTo>
                  <a:lnTo>
                    <a:pt x="102912" y="110631"/>
                  </a:lnTo>
                  <a:lnTo>
                    <a:pt x="81472" y="110631"/>
                  </a:lnTo>
                  <a:lnTo>
                    <a:pt x="73468" y="87190"/>
                  </a:lnTo>
                  <a:lnTo>
                    <a:pt x="28873" y="87190"/>
                  </a:lnTo>
                  <a:lnTo>
                    <a:pt x="20868" y="110631"/>
                  </a:lnTo>
                  <a:lnTo>
                    <a:pt x="0" y="110631"/>
                  </a:lnTo>
                  <a:lnTo>
                    <a:pt x="40879" y="0"/>
                  </a:lnTo>
                  <a:close/>
                  <a:moveTo>
                    <a:pt x="34876" y="69466"/>
                  </a:moveTo>
                  <a:lnTo>
                    <a:pt x="67179" y="69466"/>
                  </a:lnTo>
                  <a:lnTo>
                    <a:pt x="51170" y="22584"/>
                  </a:lnTo>
                  <a:lnTo>
                    <a:pt x="50885" y="22584"/>
                  </a:lnTo>
                  <a:lnTo>
                    <a:pt x="34876" y="6946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26905261-35BC-4E75-8193-766751D592AB}"/>
                </a:ext>
              </a:extLst>
            </p:cNvPr>
            <p:cNvSpPr/>
            <p:nvPr/>
          </p:nvSpPr>
          <p:spPr>
            <a:xfrm>
              <a:off x="2465923" y="-143138"/>
              <a:ext cx="18581" cy="116634"/>
            </a:xfrm>
            <a:custGeom>
              <a:avLst/>
              <a:gdLst>
                <a:gd name="connsiteX0" fmla="*/ 18581 w 18581"/>
                <a:gd name="connsiteY0" fmla="*/ 116634 h 116634"/>
                <a:gd name="connsiteX1" fmla="*/ 0 w 18581"/>
                <a:gd name="connsiteY1" fmla="*/ 116634 h 116634"/>
                <a:gd name="connsiteX2" fmla="*/ 0 w 18581"/>
                <a:gd name="connsiteY2" fmla="*/ 4288 h 116634"/>
                <a:gd name="connsiteX3" fmla="*/ 18581 w 18581"/>
                <a:gd name="connsiteY3" fmla="*/ 0 h 116634"/>
                <a:gd name="connsiteX4" fmla="*/ 18581 w 18581"/>
                <a:gd name="connsiteY4" fmla="*/ 116634 h 116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634">
                  <a:moveTo>
                    <a:pt x="18581" y="116634"/>
                  </a:moveTo>
                  <a:lnTo>
                    <a:pt x="0" y="116634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F18B191E-54AD-4B1D-BCB0-A06E5A2804B1}"/>
                </a:ext>
              </a:extLst>
            </p:cNvPr>
            <p:cNvSpPr/>
            <p:nvPr/>
          </p:nvSpPr>
          <p:spPr>
            <a:xfrm>
              <a:off x="2504515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2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CC01031B-1E3F-4B3F-8836-7B4C5789BBE3}"/>
                </a:ext>
              </a:extLst>
            </p:cNvPr>
            <p:cNvSpPr/>
            <p:nvPr/>
          </p:nvSpPr>
          <p:spPr>
            <a:xfrm>
              <a:off x="2587703" y="-106547"/>
              <a:ext cx="76612" cy="80043"/>
            </a:xfrm>
            <a:custGeom>
              <a:avLst/>
              <a:gdLst>
                <a:gd name="connsiteX0" fmla="*/ 76613 w 76612"/>
                <a:gd name="connsiteY0" fmla="*/ 80043 h 80043"/>
                <a:gd name="connsiteX1" fmla="*/ 55172 w 76612"/>
                <a:gd name="connsiteY1" fmla="*/ 80043 h 80043"/>
                <a:gd name="connsiteX2" fmla="*/ 38020 w 76612"/>
                <a:gd name="connsiteY2" fmla="*/ 52314 h 80043"/>
                <a:gd name="connsiteX3" fmla="*/ 37735 w 76612"/>
                <a:gd name="connsiteY3" fmla="*/ 52314 h 80043"/>
                <a:gd name="connsiteX4" fmla="*/ 21154 w 76612"/>
                <a:gd name="connsiteY4" fmla="*/ 80043 h 80043"/>
                <a:gd name="connsiteX5" fmla="*/ 0 w 76612"/>
                <a:gd name="connsiteY5" fmla="*/ 80043 h 80043"/>
                <a:gd name="connsiteX6" fmla="*/ 27443 w 76612"/>
                <a:gd name="connsiteY6" fmla="*/ 38592 h 80043"/>
                <a:gd name="connsiteX7" fmla="*/ 2001 w 76612"/>
                <a:gd name="connsiteY7" fmla="*/ 0 h 80043"/>
                <a:gd name="connsiteX8" fmla="*/ 23155 w 76612"/>
                <a:gd name="connsiteY8" fmla="*/ 0 h 80043"/>
                <a:gd name="connsiteX9" fmla="*/ 38306 w 76612"/>
                <a:gd name="connsiteY9" fmla="*/ 24585 h 80043"/>
                <a:gd name="connsiteX10" fmla="*/ 38592 w 76612"/>
                <a:gd name="connsiteY10" fmla="*/ 24585 h 80043"/>
                <a:gd name="connsiteX11" fmla="*/ 53457 w 76612"/>
                <a:gd name="connsiteY11" fmla="*/ 0 h 80043"/>
                <a:gd name="connsiteX12" fmla="*/ 74326 w 76612"/>
                <a:gd name="connsiteY12" fmla="*/ 0 h 80043"/>
                <a:gd name="connsiteX13" fmla="*/ 49169 w 76612"/>
                <a:gd name="connsiteY13" fmla="*/ 38306 h 80043"/>
                <a:gd name="connsiteX14" fmla="*/ 76613 w 76612"/>
                <a:gd name="connsiteY14" fmla="*/ 80043 h 8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612" h="80043">
                  <a:moveTo>
                    <a:pt x="76613" y="80043"/>
                  </a:moveTo>
                  <a:lnTo>
                    <a:pt x="55172" y="80043"/>
                  </a:lnTo>
                  <a:lnTo>
                    <a:pt x="38020" y="52314"/>
                  </a:lnTo>
                  <a:lnTo>
                    <a:pt x="37735" y="52314"/>
                  </a:lnTo>
                  <a:lnTo>
                    <a:pt x="21154" y="80043"/>
                  </a:lnTo>
                  <a:lnTo>
                    <a:pt x="0" y="80043"/>
                  </a:lnTo>
                  <a:lnTo>
                    <a:pt x="27443" y="38592"/>
                  </a:lnTo>
                  <a:lnTo>
                    <a:pt x="2001" y="0"/>
                  </a:lnTo>
                  <a:lnTo>
                    <a:pt x="23155" y="0"/>
                  </a:lnTo>
                  <a:lnTo>
                    <a:pt x="38306" y="24585"/>
                  </a:lnTo>
                  <a:lnTo>
                    <a:pt x="38592" y="24585"/>
                  </a:lnTo>
                  <a:lnTo>
                    <a:pt x="53457" y="0"/>
                  </a:lnTo>
                  <a:lnTo>
                    <a:pt x="74326" y="0"/>
                  </a:lnTo>
                  <a:lnTo>
                    <a:pt x="49169" y="38306"/>
                  </a:lnTo>
                  <a:lnTo>
                    <a:pt x="76613" y="80043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30AFC32A-2C37-44C1-A1BB-2B0FC87FC6BE}"/>
                </a:ext>
              </a:extLst>
            </p:cNvPr>
            <p:cNvSpPr/>
            <p:nvPr/>
          </p:nvSpPr>
          <p:spPr>
            <a:xfrm>
              <a:off x="2674316" y="-108262"/>
              <a:ext cx="67755" cy="83759"/>
            </a:xfrm>
            <a:custGeom>
              <a:avLst/>
              <a:gdLst>
                <a:gd name="connsiteX0" fmla="*/ 34309 w 67755"/>
                <a:gd name="connsiteY0" fmla="*/ 32303 h 83759"/>
                <a:gd name="connsiteX1" fmla="*/ 49460 w 67755"/>
                <a:gd name="connsiteY1" fmla="*/ 34018 h 83759"/>
                <a:gd name="connsiteX2" fmla="*/ 49460 w 67755"/>
                <a:gd name="connsiteY2" fmla="*/ 31160 h 83759"/>
                <a:gd name="connsiteX3" fmla="*/ 31736 w 67755"/>
                <a:gd name="connsiteY3" fmla="*/ 15723 h 83759"/>
                <a:gd name="connsiteX4" fmla="*/ 11440 w 67755"/>
                <a:gd name="connsiteY4" fmla="*/ 20297 h 83759"/>
                <a:gd name="connsiteX5" fmla="*/ 7438 w 67755"/>
                <a:gd name="connsiteY5" fmla="*/ 4574 h 83759"/>
                <a:gd name="connsiteX6" fmla="*/ 33737 w 67755"/>
                <a:gd name="connsiteY6" fmla="*/ 0 h 83759"/>
                <a:gd name="connsiteX7" fmla="*/ 67756 w 67755"/>
                <a:gd name="connsiteY7" fmla="*/ 30874 h 83759"/>
                <a:gd name="connsiteX8" fmla="*/ 67756 w 67755"/>
                <a:gd name="connsiteY8" fmla="*/ 82044 h 83759"/>
                <a:gd name="connsiteX9" fmla="*/ 50032 w 67755"/>
                <a:gd name="connsiteY9" fmla="*/ 82044 h 83759"/>
                <a:gd name="connsiteX10" fmla="*/ 50032 w 67755"/>
                <a:gd name="connsiteY10" fmla="*/ 73468 h 83759"/>
                <a:gd name="connsiteX11" fmla="*/ 49746 w 67755"/>
                <a:gd name="connsiteY11" fmla="*/ 73468 h 83759"/>
                <a:gd name="connsiteX12" fmla="*/ 26305 w 67755"/>
                <a:gd name="connsiteY12" fmla="*/ 83759 h 83759"/>
                <a:gd name="connsiteX13" fmla="*/ 5 w 67755"/>
                <a:gd name="connsiteY13" fmla="*/ 58317 h 83759"/>
                <a:gd name="connsiteX14" fmla="*/ 34309 w 67755"/>
                <a:gd name="connsiteY14" fmla="*/ 32303 h 83759"/>
                <a:gd name="connsiteX15" fmla="*/ 31165 w 67755"/>
                <a:gd name="connsiteY15" fmla="*/ 69752 h 83759"/>
                <a:gd name="connsiteX16" fmla="*/ 49460 w 67755"/>
                <a:gd name="connsiteY16" fmla="*/ 60032 h 83759"/>
                <a:gd name="connsiteX17" fmla="*/ 49460 w 67755"/>
                <a:gd name="connsiteY17" fmla="*/ 46311 h 83759"/>
                <a:gd name="connsiteX18" fmla="*/ 36310 w 67755"/>
                <a:gd name="connsiteY18" fmla="*/ 44881 h 83759"/>
                <a:gd name="connsiteX19" fmla="*/ 17729 w 67755"/>
                <a:gd name="connsiteY19" fmla="*/ 58031 h 83759"/>
                <a:gd name="connsiteX20" fmla="*/ 31165 w 67755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5" h="83759">
                  <a:moveTo>
                    <a:pt x="34309" y="32303"/>
                  </a:moveTo>
                  <a:cubicBezTo>
                    <a:pt x="39455" y="32303"/>
                    <a:pt x="44315" y="32589"/>
                    <a:pt x="49460" y="34018"/>
                  </a:cubicBezTo>
                  <a:lnTo>
                    <a:pt x="49460" y="31160"/>
                  </a:lnTo>
                  <a:cubicBezTo>
                    <a:pt x="49460" y="20868"/>
                    <a:pt x="43457" y="15723"/>
                    <a:pt x="31736" y="15723"/>
                  </a:cubicBezTo>
                  <a:cubicBezTo>
                    <a:pt x="25161" y="15723"/>
                    <a:pt x="18015" y="17152"/>
                    <a:pt x="11440" y="20297"/>
                  </a:cubicBezTo>
                  <a:lnTo>
                    <a:pt x="7438" y="4574"/>
                  </a:lnTo>
                  <a:cubicBezTo>
                    <a:pt x="14870" y="1715"/>
                    <a:pt x="24590" y="0"/>
                    <a:pt x="33737" y="0"/>
                  </a:cubicBezTo>
                  <a:cubicBezTo>
                    <a:pt x="56321" y="0"/>
                    <a:pt x="67756" y="10577"/>
                    <a:pt x="67756" y="30874"/>
                  </a:cubicBezTo>
                  <a:lnTo>
                    <a:pt x="67756" y="82044"/>
                  </a:lnTo>
                  <a:lnTo>
                    <a:pt x="50032" y="82044"/>
                  </a:lnTo>
                  <a:lnTo>
                    <a:pt x="50032" y="73468"/>
                  </a:lnTo>
                  <a:lnTo>
                    <a:pt x="49746" y="73468"/>
                  </a:lnTo>
                  <a:cubicBezTo>
                    <a:pt x="42885" y="80615"/>
                    <a:pt x="35738" y="83759"/>
                    <a:pt x="26305" y="83759"/>
                  </a:cubicBezTo>
                  <a:cubicBezTo>
                    <a:pt x="10296" y="83759"/>
                    <a:pt x="5" y="73754"/>
                    <a:pt x="5" y="58317"/>
                  </a:cubicBezTo>
                  <a:cubicBezTo>
                    <a:pt x="-281" y="41451"/>
                    <a:pt x="11726" y="32303"/>
                    <a:pt x="34309" y="32303"/>
                  </a:cubicBezTo>
                  <a:close/>
                  <a:moveTo>
                    <a:pt x="31165" y="69752"/>
                  </a:moveTo>
                  <a:cubicBezTo>
                    <a:pt x="38025" y="69752"/>
                    <a:pt x="44315" y="66321"/>
                    <a:pt x="49460" y="60032"/>
                  </a:cubicBezTo>
                  <a:lnTo>
                    <a:pt x="49460" y="46311"/>
                  </a:lnTo>
                  <a:cubicBezTo>
                    <a:pt x="45172" y="45167"/>
                    <a:pt x="40598" y="44881"/>
                    <a:pt x="36310" y="44881"/>
                  </a:cubicBezTo>
                  <a:cubicBezTo>
                    <a:pt x="24590" y="44881"/>
                    <a:pt x="17729" y="49455"/>
                    <a:pt x="17729" y="58031"/>
                  </a:cubicBezTo>
                  <a:cubicBezTo>
                    <a:pt x="17729" y="65178"/>
                    <a:pt x="22874" y="69752"/>
                    <a:pt x="31165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7D64DA7C-9D36-4399-80F0-718B75D53D4B}"/>
                </a:ext>
              </a:extLst>
            </p:cNvPr>
            <p:cNvSpPr/>
            <p:nvPr/>
          </p:nvSpPr>
          <p:spPr>
            <a:xfrm>
              <a:off x="2765799" y="-108262"/>
              <a:ext cx="68894" cy="82044"/>
            </a:xfrm>
            <a:custGeom>
              <a:avLst/>
              <a:gdLst>
                <a:gd name="connsiteX0" fmla="*/ 68894 w 68894"/>
                <a:gd name="connsiteY0" fmla="*/ 81758 h 82044"/>
                <a:gd name="connsiteX1" fmla="*/ 50027 w 68894"/>
                <a:gd name="connsiteY1" fmla="*/ 81758 h 82044"/>
                <a:gd name="connsiteX2" fmla="*/ 50027 w 68894"/>
                <a:gd name="connsiteY2" fmla="*/ 36019 h 82044"/>
                <a:gd name="connsiteX3" fmla="*/ 35162 w 68894"/>
                <a:gd name="connsiteY3" fmla="*/ 16580 h 82044"/>
                <a:gd name="connsiteX4" fmla="*/ 18581 w 68894"/>
                <a:gd name="connsiteY4" fmla="*/ 36019 h 82044"/>
                <a:gd name="connsiteX5" fmla="*/ 18581 w 68894"/>
                <a:gd name="connsiteY5" fmla="*/ 82044 h 82044"/>
                <a:gd name="connsiteX6" fmla="*/ 0 w 68894"/>
                <a:gd name="connsiteY6" fmla="*/ 82044 h 82044"/>
                <a:gd name="connsiteX7" fmla="*/ 0 w 68894"/>
                <a:gd name="connsiteY7" fmla="*/ 2001 h 82044"/>
                <a:gd name="connsiteX8" fmla="*/ 18581 w 68894"/>
                <a:gd name="connsiteY8" fmla="*/ 2001 h 82044"/>
                <a:gd name="connsiteX9" fmla="*/ 18581 w 68894"/>
                <a:gd name="connsiteY9" fmla="*/ 11721 h 82044"/>
                <a:gd name="connsiteX10" fmla="*/ 18867 w 68894"/>
                <a:gd name="connsiteY10" fmla="*/ 11721 h 82044"/>
                <a:gd name="connsiteX11" fmla="*/ 42308 w 68894"/>
                <a:gd name="connsiteY11" fmla="*/ 0 h 82044"/>
                <a:gd name="connsiteX12" fmla="*/ 68608 w 68894"/>
                <a:gd name="connsiteY12" fmla="*/ 32303 h 82044"/>
                <a:gd name="connsiteX13" fmla="*/ 68608 w 68894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82044">
                  <a:moveTo>
                    <a:pt x="68894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6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8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B0884CE5-F60B-43FE-B570-CB0ED9ED2C0D}"/>
                </a:ext>
              </a:extLst>
            </p:cNvPr>
            <p:cNvSpPr/>
            <p:nvPr/>
          </p:nvSpPr>
          <p:spPr>
            <a:xfrm>
              <a:off x="2854418" y="-143138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581 w 74611"/>
                <a:gd name="connsiteY12" fmla="*/ 76613 h 118921"/>
                <a:gd name="connsiteX13" fmla="*/ 37163 w 74611"/>
                <a:gd name="connsiteY13" fmla="*/ 102341 h 118921"/>
                <a:gd name="connsiteX14" fmla="*/ 56316 w 74611"/>
                <a:gd name="connsiteY14" fmla="*/ 91764 h 118921"/>
                <a:gd name="connsiteX15" fmla="*/ 56316 w 74611"/>
                <a:gd name="connsiteY15" fmla="*/ 62319 h 118921"/>
                <a:gd name="connsiteX16" fmla="*/ 37163 w 74611"/>
                <a:gd name="connsiteY16" fmla="*/ 51742 h 118921"/>
                <a:gd name="connsiteX17" fmla="*/ 18581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581" y="76613"/>
                  </a:moveTo>
                  <a:cubicBezTo>
                    <a:pt x="18581" y="92907"/>
                    <a:pt x="25442" y="102341"/>
                    <a:pt x="37163" y="102341"/>
                  </a:cubicBezTo>
                  <a:cubicBezTo>
                    <a:pt x="44310" y="102341"/>
                    <a:pt x="50313" y="98910"/>
                    <a:pt x="56316" y="91764"/>
                  </a:cubicBezTo>
                  <a:lnTo>
                    <a:pt x="56316" y="62319"/>
                  </a:lnTo>
                  <a:cubicBezTo>
                    <a:pt x="50884" y="55173"/>
                    <a:pt x="44881" y="51742"/>
                    <a:pt x="37163" y="51742"/>
                  </a:cubicBezTo>
                  <a:cubicBezTo>
                    <a:pt x="24871" y="51742"/>
                    <a:pt x="18581" y="60604"/>
                    <a:pt x="18581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E75BDE08-0A10-4A88-BFA6-8D059D2D02BB}"/>
                </a:ext>
              </a:extLst>
            </p:cNvPr>
            <p:cNvSpPr/>
            <p:nvPr/>
          </p:nvSpPr>
          <p:spPr>
            <a:xfrm>
              <a:off x="2949326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F2AB79C9-E3ED-4783-B671-5DB9D4288B46}"/>
                </a:ext>
              </a:extLst>
            </p:cNvPr>
            <p:cNvSpPr/>
            <p:nvPr/>
          </p:nvSpPr>
          <p:spPr>
            <a:xfrm>
              <a:off x="3043376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9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113C232E-3E76-4078-8B81-B0E5AF404A15}"/>
                </a:ext>
              </a:extLst>
            </p:cNvPr>
            <p:cNvSpPr/>
            <p:nvPr/>
          </p:nvSpPr>
          <p:spPr>
            <a:xfrm>
              <a:off x="3103123" y="-84249"/>
              <a:ext cx="39163" cy="17723"/>
            </a:xfrm>
            <a:custGeom>
              <a:avLst/>
              <a:gdLst>
                <a:gd name="connsiteX0" fmla="*/ 39164 w 39163"/>
                <a:gd name="connsiteY0" fmla="*/ 17724 h 17723"/>
                <a:gd name="connsiteX1" fmla="*/ 0 w 39163"/>
                <a:gd name="connsiteY1" fmla="*/ 17724 h 17723"/>
                <a:gd name="connsiteX2" fmla="*/ 0 w 39163"/>
                <a:gd name="connsiteY2" fmla="*/ 0 h 17723"/>
                <a:gd name="connsiteX3" fmla="*/ 39164 w 39163"/>
                <a:gd name="connsiteY3" fmla="*/ 0 h 17723"/>
                <a:gd name="connsiteX4" fmla="*/ 39164 w 39163"/>
                <a:gd name="connsiteY4" fmla="*/ 17724 h 17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63" h="17723">
                  <a:moveTo>
                    <a:pt x="39164" y="17724"/>
                  </a:moveTo>
                  <a:lnTo>
                    <a:pt x="0" y="17724"/>
                  </a:lnTo>
                  <a:lnTo>
                    <a:pt x="0" y="0"/>
                  </a:lnTo>
                  <a:lnTo>
                    <a:pt x="39164" y="0"/>
                  </a:lnTo>
                  <a:lnTo>
                    <a:pt x="39164" y="1772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082E9C18-DF8B-4CF7-9A49-42E90EFB55C5}"/>
                </a:ext>
              </a:extLst>
            </p:cNvPr>
            <p:cNvSpPr/>
            <p:nvPr/>
          </p:nvSpPr>
          <p:spPr>
            <a:xfrm>
              <a:off x="3166014" y="-137135"/>
              <a:ext cx="86617" cy="112632"/>
            </a:xfrm>
            <a:custGeom>
              <a:avLst/>
              <a:gdLst>
                <a:gd name="connsiteX0" fmla="*/ 86618 w 86617"/>
                <a:gd name="connsiteY0" fmla="*/ 66893 h 112632"/>
                <a:gd name="connsiteX1" fmla="*/ 43166 w 86617"/>
                <a:gd name="connsiteY1" fmla="*/ 112632 h 112632"/>
                <a:gd name="connsiteX2" fmla="*/ 0 w 86617"/>
                <a:gd name="connsiteY2" fmla="*/ 66893 h 112632"/>
                <a:gd name="connsiteX3" fmla="*/ 0 w 86617"/>
                <a:gd name="connsiteY3" fmla="*/ 0 h 112632"/>
                <a:gd name="connsiteX4" fmla="*/ 20011 w 86617"/>
                <a:gd name="connsiteY4" fmla="*/ 0 h 112632"/>
                <a:gd name="connsiteX5" fmla="*/ 20011 w 86617"/>
                <a:gd name="connsiteY5" fmla="*/ 65750 h 112632"/>
                <a:gd name="connsiteX6" fmla="*/ 43452 w 86617"/>
                <a:gd name="connsiteY6" fmla="*/ 93765 h 112632"/>
                <a:gd name="connsiteX7" fmla="*/ 66321 w 86617"/>
                <a:gd name="connsiteY7" fmla="*/ 65750 h 112632"/>
                <a:gd name="connsiteX8" fmla="*/ 66321 w 86617"/>
                <a:gd name="connsiteY8" fmla="*/ 0 h 112632"/>
                <a:gd name="connsiteX9" fmla="*/ 86332 w 86617"/>
                <a:gd name="connsiteY9" fmla="*/ 0 h 112632"/>
                <a:gd name="connsiteX10" fmla="*/ 86332 w 86617"/>
                <a:gd name="connsiteY10" fmla="*/ 66893 h 112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6617" h="112632">
                  <a:moveTo>
                    <a:pt x="86618" y="66893"/>
                  </a:moveTo>
                  <a:cubicBezTo>
                    <a:pt x="86618" y="93479"/>
                    <a:pt x="72896" y="112632"/>
                    <a:pt x="43166" y="112632"/>
                  </a:cubicBezTo>
                  <a:cubicBezTo>
                    <a:pt x="13722" y="112632"/>
                    <a:pt x="0" y="93765"/>
                    <a:pt x="0" y="66893"/>
                  </a:cubicBezTo>
                  <a:lnTo>
                    <a:pt x="0" y="0"/>
                  </a:lnTo>
                  <a:lnTo>
                    <a:pt x="20011" y="0"/>
                  </a:lnTo>
                  <a:lnTo>
                    <a:pt x="20011" y="65750"/>
                  </a:lnTo>
                  <a:cubicBezTo>
                    <a:pt x="20011" y="82330"/>
                    <a:pt x="27157" y="93765"/>
                    <a:pt x="43452" y="93765"/>
                  </a:cubicBezTo>
                  <a:cubicBezTo>
                    <a:pt x="59746" y="93765"/>
                    <a:pt x="66321" y="82616"/>
                    <a:pt x="66321" y="65750"/>
                  </a:cubicBezTo>
                  <a:lnTo>
                    <a:pt x="66321" y="0"/>
                  </a:lnTo>
                  <a:lnTo>
                    <a:pt x="86332" y="0"/>
                  </a:lnTo>
                  <a:lnTo>
                    <a:pt x="86332" y="66893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0445EFA6-D834-4337-BBD2-4534F841B54A}"/>
                </a:ext>
              </a:extLst>
            </p:cNvPr>
            <p:cNvSpPr/>
            <p:nvPr/>
          </p:nvSpPr>
          <p:spPr>
            <a:xfrm>
              <a:off x="3277788" y="-108262"/>
              <a:ext cx="68608" cy="82044"/>
            </a:xfrm>
            <a:custGeom>
              <a:avLst/>
              <a:gdLst>
                <a:gd name="connsiteX0" fmla="*/ 68608 w 68608"/>
                <a:gd name="connsiteY0" fmla="*/ 81758 h 82044"/>
                <a:gd name="connsiteX1" fmla="*/ 50027 w 68608"/>
                <a:gd name="connsiteY1" fmla="*/ 81758 h 82044"/>
                <a:gd name="connsiteX2" fmla="*/ 50027 w 68608"/>
                <a:gd name="connsiteY2" fmla="*/ 36019 h 82044"/>
                <a:gd name="connsiteX3" fmla="*/ 35162 w 68608"/>
                <a:gd name="connsiteY3" fmla="*/ 16580 h 82044"/>
                <a:gd name="connsiteX4" fmla="*/ 18581 w 68608"/>
                <a:gd name="connsiteY4" fmla="*/ 36019 h 82044"/>
                <a:gd name="connsiteX5" fmla="*/ 18581 w 68608"/>
                <a:gd name="connsiteY5" fmla="*/ 82044 h 82044"/>
                <a:gd name="connsiteX6" fmla="*/ 0 w 68608"/>
                <a:gd name="connsiteY6" fmla="*/ 82044 h 82044"/>
                <a:gd name="connsiteX7" fmla="*/ 0 w 68608"/>
                <a:gd name="connsiteY7" fmla="*/ 2001 h 82044"/>
                <a:gd name="connsiteX8" fmla="*/ 18581 w 68608"/>
                <a:gd name="connsiteY8" fmla="*/ 2001 h 82044"/>
                <a:gd name="connsiteX9" fmla="*/ 18581 w 68608"/>
                <a:gd name="connsiteY9" fmla="*/ 11721 h 82044"/>
                <a:gd name="connsiteX10" fmla="*/ 18867 w 68608"/>
                <a:gd name="connsiteY10" fmla="*/ 11721 h 82044"/>
                <a:gd name="connsiteX11" fmla="*/ 42309 w 68608"/>
                <a:gd name="connsiteY11" fmla="*/ 0 h 82044"/>
                <a:gd name="connsiteX12" fmla="*/ 68608 w 68608"/>
                <a:gd name="connsiteY12" fmla="*/ 32303 h 82044"/>
                <a:gd name="connsiteX13" fmla="*/ 68608 w 68608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82044">
                  <a:moveTo>
                    <a:pt x="68608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7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9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4B6F9751-691D-4E48-94C1-0433183ECAF4}"/>
                </a:ext>
              </a:extLst>
            </p:cNvPr>
            <p:cNvSpPr/>
            <p:nvPr/>
          </p:nvSpPr>
          <p:spPr>
            <a:xfrm>
              <a:off x="3367551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2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D8FB40E5-F34D-4DF1-8178-3897A0349504}"/>
                </a:ext>
              </a:extLst>
            </p:cNvPr>
            <p:cNvSpPr/>
            <p:nvPr/>
          </p:nvSpPr>
          <p:spPr>
            <a:xfrm>
              <a:off x="3404428" y="-106261"/>
              <a:ext cx="77755" cy="80043"/>
            </a:xfrm>
            <a:custGeom>
              <a:avLst/>
              <a:gdLst>
                <a:gd name="connsiteX0" fmla="*/ 77756 w 77755"/>
                <a:gd name="connsiteY0" fmla="*/ 0 h 80043"/>
                <a:gd name="connsiteX1" fmla="*/ 48598 w 77755"/>
                <a:gd name="connsiteY1" fmla="*/ 80043 h 80043"/>
                <a:gd name="connsiteX2" fmla="*/ 29158 w 77755"/>
                <a:gd name="connsiteY2" fmla="*/ 80043 h 80043"/>
                <a:gd name="connsiteX3" fmla="*/ 0 w 77755"/>
                <a:gd name="connsiteY3" fmla="*/ 0 h 80043"/>
                <a:gd name="connsiteX4" fmla="*/ 20582 w 77755"/>
                <a:gd name="connsiteY4" fmla="*/ 0 h 80043"/>
                <a:gd name="connsiteX5" fmla="*/ 38878 w 77755"/>
                <a:gd name="connsiteY5" fmla="*/ 58031 h 80043"/>
                <a:gd name="connsiteX6" fmla="*/ 39164 w 77755"/>
                <a:gd name="connsiteY6" fmla="*/ 58031 h 80043"/>
                <a:gd name="connsiteX7" fmla="*/ 57459 w 77755"/>
                <a:gd name="connsiteY7" fmla="*/ 0 h 80043"/>
                <a:gd name="connsiteX8" fmla="*/ 77756 w 77755"/>
                <a:gd name="connsiteY8" fmla="*/ 0 h 8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7755" h="80043">
                  <a:moveTo>
                    <a:pt x="77756" y="0"/>
                  </a:moveTo>
                  <a:lnTo>
                    <a:pt x="48598" y="80043"/>
                  </a:lnTo>
                  <a:lnTo>
                    <a:pt x="29158" y="80043"/>
                  </a:lnTo>
                  <a:lnTo>
                    <a:pt x="0" y="0"/>
                  </a:lnTo>
                  <a:lnTo>
                    <a:pt x="20582" y="0"/>
                  </a:lnTo>
                  <a:lnTo>
                    <a:pt x="38878" y="58031"/>
                  </a:lnTo>
                  <a:lnTo>
                    <a:pt x="39164" y="58031"/>
                  </a:lnTo>
                  <a:lnTo>
                    <a:pt x="57459" y="0"/>
                  </a:lnTo>
                  <a:lnTo>
                    <a:pt x="77756" y="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4A4C5803-4DBD-4AD9-99C1-243F55AFB06B}"/>
                </a:ext>
              </a:extLst>
            </p:cNvPr>
            <p:cNvSpPr/>
            <p:nvPr/>
          </p:nvSpPr>
          <p:spPr>
            <a:xfrm>
              <a:off x="3490760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9" y="60604"/>
                    <a:pt x="28301" y="67751"/>
                    <a:pt x="39736" y="67751"/>
                  </a:cubicBezTo>
                  <a:cubicBezTo>
                    <a:pt x="47168" y="67751"/>
                    <a:pt x="53172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B9CC2AEB-7490-46DA-8359-E39B4D84B91C}"/>
                </a:ext>
              </a:extLst>
            </p:cNvPr>
            <p:cNvSpPr/>
            <p:nvPr/>
          </p:nvSpPr>
          <p:spPr>
            <a:xfrm>
              <a:off x="3584810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F19BD1A3-4D27-469F-816F-F68E68ABC4C4}"/>
                </a:ext>
              </a:extLst>
            </p:cNvPr>
            <p:cNvSpPr/>
            <p:nvPr/>
          </p:nvSpPr>
          <p:spPr>
            <a:xfrm>
              <a:off x="3641698" y="-108548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2 h 84045"/>
                <a:gd name="connsiteX2" fmla="*/ 43166 w 61747"/>
                <a:gd name="connsiteY2" fmla="*/ 60318 h 84045"/>
                <a:gd name="connsiteX3" fmla="*/ 3144 w 61747"/>
                <a:gd name="connsiteY3" fmla="*/ 24871 h 84045"/>
                <a:gd name="connsiteX4" fmla="*/ 33446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7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866" y="65464"/>
                    <a:pt x="24299" y="68322"/>
                    <a:pt x="31445" y="68322"/>
                  </a:cubicBezTo>
                  <a:cubicBezTo>
                    <a:pt x="38306" y="68322"/>
                    <a:pt x="43166" y="65178"/>
                    <a:pt x="43166" y="60318"/>
                  </a:cubicBezTo>
                  <a:cubicBezTo>
                    <a:pt x="43166" y="46597"/>
                    <a:pt x="3144" y="51456"/>
                    <a:pt x="3144" y="24871"/>
                  </a:cubicBezTo>
                  <a:cubicBezTo>
                    <a:pt x="3144" y="10005"/>
                    <a:pt x="15437" y="0"/>
                    <a:pt x="33446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7" y="31731"/>
                    <a:pt x="61747" y="58603"/>
                  </a:cubicBezTo>
                  <a:cubicBezTo>
                    <a:pt x="61747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D8E51CDB-CB01-422A-8B6E-58BCF880AD93}"/>
                </a:ext>
              </a:extLst>
            </p:cNvPr>
            <p:cNvSpPr/>
            <p:nvPr/>
          </p:nvSpPr>
          <p:spPr>
            <a:xfrm>
              <a:off x="3720884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2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CE33B8C0-9214-48E9-B389-6B44159931EF}"/>
                </a:ext>
              </a:extLst>
            </p:cNvPr>
            <p:cNvSpPr/>
            <p:nvPr/>
          </p:nvSpPr>
          <p:spPr>
            <a:xfrm>
              <a:off x="3758046" y="-131989"/>
              <a:ext cx="49741" cy="107486"/>
            </a:xfrm>
            <a:custGeom>
              <a:avLst/>
              <a:gdLst>
                <a:gd name="connsiteX0" fmla="*/ 49741 w 49741"/>
                <a:gd name="connsiteY0" fmla="*/ 88619 h 107486"/>
                <a:gd name="connsiteX1" fmla="*/ 49741 w 49741"/>
                <a:gd name="connsiteY1" fmla="*/ 104628 h 107486"/>
                <a:gd name="connsiteX2" fmla="*/ 34018 w 49741"/>
                <a:gd name="connsiteY2" fmla="*/ 107486 h 107486"/>
                <a:gd name="connsiteX3" fmla="*/ 12292 w 49741"/>
                <a:gd name="connsiteY3" fmla="*/ 84903 h 107486"/>
                <a:gd name="connsiteX4" fmla="*/ 12292 w 49741"/>
                <a:gd name="connsiteY4" fmla="*/ 41165 h 107486"/>
                <a:gd name="connsiteX5" fmla="*/ 0 w 49741"/>
                <a:gd name="connsiteY5" fmla="*/ 41165 h 107486"/>
                <a:gd name="connsiteX6" fmla="*/ 0 w 49741"/>
                <a:gd name="connsiteY6" fmla="*/ 25728 h 107486"/>
                <a:gd name="connsiteX7" fmla="*/ 12006 w 49741"/>
                <a:gd name="connsiteY7" fmla="*/ 25728 h 107486"/>
                <a:gd name="connsiteX8" fmla="*/ 12006 w 49741"/>
                <a:gd name="connsiteY8" fmla="*/ 4002 h 107486"/>
                <a:gd name="connsiteX9" fmla="*/ 30588 w 49741"/>
                <a:gd name="connsiteY9" fmla="*/ 0 h 107486"/>
                <a:gd name="connsiteX10" fmla="*/ 30588 w 49741"/>
                <a:gd name="connsiteY10" fmla="*/ 26014 h 107486"/>
                <a:gd name="connsiteX11" fmla="*/ 49741 w 49741"/>
                <a:gd name="connsiteY11" fmla="*/ 26014 h 107486"/>
                <a:gd name="connsiteX12" fmla="*/ 49741 w 49741"/>
                <a:gd name="connsiteY12" fmla="*/ 41451 h 107486"/>
                <a:gd name="connsiteX13" fmla="*/ 30588 w 49741"/>
                <a:gd name="connsiteY13" fmla="*/ 41451 h 107486"/>
                <a:gd name="connsiteX14" fmla="*/ 30588 w 49741"/>
                <a:gd name="connsiteY14" fmla="*/ 80901 h 107486"/>
                <a:gd name="connsiteX15" fmla="*/ 39164 w 49741"/>
                <a:gd name="connsiteY15" fmla="*/ 91478 h 107486"/>
                <a:gd name="connsiteX16" fmla="*/ 49741 w 49741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1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594" y="91192"/>
                    <a:pt x="46597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A179B9FE-AD40-45DF-AFAF-9A549A0A81BC}"/>
                </a:ext>
              </a:extLst>
            </p:cNvPr>
            <p:cNvSpPr/>
            <p:nvPr/>
          </p:nvSpPr>
          <p:spPr>
            <a:xfrm>
              <a:off x="3822367" y="-140565"/>
              <a:ext cx="67750" cy="116062"/>
            </a:xfrm>
            <a:custGeom>
              <a:avLst/>
              <a:gdLst>
                <a:gd name="connsiteX0" fmla="*/ 34304 w 67750"/>
                <a:gd name="connsiteY0" fmla="*/ 64606 h 116062"/>
                <a:gd name="connsiteX1" fmla="*/ 49455 w 67750"/>
                <a:gd name="connsiteY1" fmla="*/ 66321 h 116062"/>
                <a:gd name="connsiteX2" fmla="*/ 49455 w 67750"/>
                <a:gd name="connsiteY2" fmla="*/ 63463 h 116062"/>
                <a:gd name="connsiteX3" fmla="*/ 31731 w 67750"/>
                <a:gd name="connsiteY3" fmla="*/ 48026 h 116062"/>
                <a:gd name="connsiteX4" fmla="*/ 11435 w 67750"/>
                <a:gd name="connsiteY4" fmla="*/ 52600 h 116062"/>
                <a:gd name="connsiteX5" fmla="*/ 7433 w 67750"/>
                <a:gd name="connsiteY5" fmla="*/ 36877 h 116062"/>
                <a:gd name="connsiteX6" fmla="*/ 33733 w 67750"/>
                <a:gd name="connsiteY6" fmla="*/ 32303 h 116062"/>
                <a:gd name="connsiteX7" fmla="*/ 67751 w 67750"/>
                <a:gd name="connsiteY7" fmla="*/ 63177 h 116062"/>
                <a:gd name="connsiteX8" fmla="*/ 67751 w 67750"/>
                <a:gd name="connsiteY8" fmla="*/ 114347 h 116062"/>
                <a:gd name="connsiteX9" fmla="*/ 50027 w 67750"/>
                <a:gd name="connsiteY9" fmla="*/ 114347 h 116062"/>
                <a:gd name="connsiteX10" fmla="*/ 50027 w 67750"/>
                <a:gd name="connsiteY10" fmla="*/ 105771 h 116062"/>
                <a:gd name="connsiteX11" fmla="*/ 49741 w 67750"/>
                <a:gd name="connsiteY11" fmla="*/ 105771 h 116062"/>
                <a:gd name="connsiteX12" fmla="*/ 26300 w 67750"/>
                <a:gd name="connsiteY12" fmla="*/ 116062 h 116062"/>
                <a:gd name="connsiteX13" fmla="*/ 0 w 67750"/>
                <a:gd name="connsiteY13" fmla="*/ 90620 h 116062"/>
                <a:gd name="connsiteX14" fmla="*/ 34304 w 67750"/>
                <a:gd name="connsiteY14" fmla="*/ 64606 h 116062"/>
                <a:gd name="connsiteX15" fmla="*/ 19153 w 67750"/>
                <a:gd name="connsiteY15" fmla="*/ 21726 h 116062"/>
                <a:gd name="connsiteX16" fmla="*/ 8004 w 67750"/>
                <a:gd name="connsiteY16" fmla="*/ 10863 h 116062"/>
                <a:gd name="connsiteX17" fmla="*/ 19153 w 67750"/>
                <a:gd name="connsiteY17" fmla="*/ 0 h 116062"/>
                <a:gd name="connsiteX18" fmla="*/ 30302 w 67750"/>
                <a:gd name="connsiteY18" fmla="*/ 10863 h 116062"/>
                <a:gd name="connsiteX19" fmla="*/ 19153 w 67750"/>
                <a:gd name="connsiteY19" fmla="*/ 21726 h 116062"/>
                <a:gd name="connsiteX20" fmla="*/ 31160 w 67750"/>
                <a:gd name="connsiteY20" fmla="*/ 102055 h 116062"/>
                <a:gd name="connsiteX21" fmla="*/ 49455 w 67750"/>
                <a:gd name="connsiteY21" fmla="*/ 92335 h 116062"/>
                <a:gd name="connsiteX22" fmla="*/ 49455 w 67750"/>
                <a:gd name="connsiteY22" fmla="*/ 78614 h 116062"/>
                <a:gd name="connsiteX23" fmla="*/ 36305 w 67750"/>
                <a:gd name="connsiteY23" fmla="*/ 77184 h 116062"/>
                <a:gd name="connsiteX24" fmla="*/ 17724 w 67750"/>
                <a:gd name="connsiteY24" fmla="*/ 90334 h 116062"/>
                <a:gd name="connsiteX25" fmla="*/ 31160 w 67750"/>
                <a:gd name="connsiteY25" fmla="*/ 102055 h 116062"/>
                <a:gd name="connsiteX26" fmla="*/ 51742 w 67750"/>
                <a:gd name="connsiteY26" fmla="*/ 21726 h 116062"/>
                <a:gd name="connsiteX27" fmla="*/ 40593 w 67750"/>
                <a:gd name="connsiteY27" fmla="*/ 10863 h 116062"/>
                <a:gd name="connsiteX28" fmla="*/ 51742 w 67750"/>
                <a:gd name="connsiteY28" fmla="*/ 0 h 116062"/>
                <a:gd name="connsiteX29" fmla="*/ 62891 w 67750"/>
                <a:gd name="connsiteY29" fmla="*/ 10863 h 116062"/>
                <a:gd name="connsiteX30" fmla="*/ 51742 w 67750"/>
                <a:gd name="connsiteY30" fmla="*/ 21726 h 116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750" h="116062">
                  <a:moveTo>
                    <a:pt x="34304" y="64606"/>
                  </a:moveTo>
                  <a:cubicBezTo>
                    <a:pt x="39450" y="64606"/>
                    <a:pt x="44310" y="64892"/>
                    <a:pt x="49455" y="66321"/>
                  </a:cubicBezTo>
                  <a:lnTo>
                    <a:pt x="49455" y="63463"/>
                  </a:lnTo>
                  <a:cubicBezTo>
                    <a:pt x="49455" y="53171"/>
                    <a:pt x="43452" y="48026"/>
                    <a:pt x="31731" y="48026"/>
                  </a:cubicBezTo>
                  <a:cubicBezTo>
                    <a:pt x="25157" y="48026"/>
                    <a:pt x="18010" y="49455"/>
                    <a:pt x="11435" y="52600"/>
                  </a:cubicBezTo>
                  <a:lnTo>
                    <a:pt x="7433" y="36877"/>
                  </a:lnTo>
                  <a:cubicBezTo>
                    <a:pt x="14865" y="34018"/>
                    <a:pt x="24585" y="32303"/>
                    <a:pt x="33733" y="32303"/>
                  </a:cubicBezTo>
                  <a:cubicBezTo>
                    <a:pt x="56316" y="32303"/>
                    <a:pt x="67751" y="42880"/>
                    <a:pt x="67751" y="63177"/>
                  </a:cubicBezTo>
                  <a:lnTo>
                    <a:pt x="67751" y="114347"/>
                  </a:lnTo>
                  <a:lnTo>
                    <a:pt x="50027" y="114347"/>
                  </a:lnTo>
                  <a:lnTo>
                    <a:pt x="50027" y="105771"/>
                  </a:lnTo>
                  <a:lnTo>
                    <a:pt x="49741" y="105771"/>
                  </a:lnTo>
                  <a:cubicBezTo>
                    <a:pt x="42880" y="112918"/>
                    <a:pt x="35734" y="116062"/>
                    <a:pt x="26300" y="116062"/>
                  </a:cubicBezTo>
                  <a:cubicBezTo>
                    <a:pt x="10291" y="116062"/>
                    <a:pt x="0" y="106057"/>
                    <a:pt x="0" y="90620"/>
                  </a:cubicBezTo>
                  <a:cubicBezTo>
                    <a:pt x="0" y="73754"/>
                    <a:pt x="12006" y="64606"/>
                    <a:pt x="34304" y="64606"/>
                  </a:cubicBezTo>
                  <a:close/>
                  <a:moveTo>
                    <a:pt x="19153" y="21726"/>
                  </a:moveTo>
                  <a:cubicBezTo>
                    <a:pt x="13150" y="21726"/>
                    <a:pt x="8004" y="16580"/>
                    <a:pt x="8004" y="10863"/>
                  </a:cubicBezTo>
                  <a:cubicBezTo>
                    <a:pt x="8004" y="5146"/>
                    <a:pt x="13150" y="0"/>
                    <a:pt x="19153" y="0"/>
                  </a:cubicBezTo>
                  <a:cubicBezTo>
                    <a:pt x="25157" y="0"/>
                    <a:pt x="30302" y="5146"/>
                    <a:pt x="30302" y="10863"/>
                  </a:cubicBezTo>
                  <a:cubicBezTo>
                    <a:pt x="30302" y="16866"/>
                    <a:pt x="25157" y="21726"/>
                    <a:pt x="19153" y="21726"/>
                  </a:cubicBezTo>
                  <a:close/>
                  <a:moveTo>
                    <a:pt x="31160" y="102055"/>
                  </a:moveTo>
                  <a:cubicBezTo>
                    <a:pt x="38021" y="102055"/>
                    <a:pt x="44310" y="98625"/>
                    <a:pt x="49455" y="92335"/>
                  </a:cubicBezTo>
                  <a:lnTo>
                    <a:pt x="49455" y="78614"/>
                  </a:lnTo>
                  <a:cubicBezTo>
                    <a:pt x="45167" y="77470"/>
                    <a:pt x="40593" y="77184"/>
                    <a:pt x="36305" y="77184"/>
                  </a:cubicBezTo>
                  <a:cubicBezTo>
                    <a:pt x="24585" y="77184"/>
                    <a:pt x="17724" y="81758"/>
                    <a:pt x="17724" y="90334"/>
                  </a:cubicBezTo>
                  <a:cubicBezTo>
                    <a:pt x="17724" y="97481"/>
                    <a:pt x="22869" y="102055"/>
                    <a:pt x="31160" y="102055"/>
                  </a:cubicBezTo>
                  <a:close/>
                  <a:moveTo>
                    <a:pt x="51742" y="21726"/>
                  </a:moveTo>
                  <a:cubicBezTo>
                    <a:pt x="45739" y="21726"/>
                    <a:pt x="40593" y="16580"/>
                    <a:pt x="40593" y="10863"/>
                  </a:cubicBezTo>
                  <a:cubicBezTo>
                    <a:pt x="40593" y="5146"/>
                    <a:pt x="45739" y="0"/>
                    <a:pt x="51742" y="0"/>
                  </a:cubicBezTo>
                  <a:cubicBezTo>
                    <a:pt x="57745" y="0"/>
                    <a:pt x="62891" y="5146"/>
                    <a:pt x="62891" y="10863"/>
                  </a:cubicBezTo>
                  <a:cubicBezTo>
                    <a:pt x="62891" y="16866"/>
                    <a:pt x="57745" y="21726"/>
                    <a:pt x="51742" y="217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98183F8D-EEE0-4CB3-ADF3-C13D2EDB85CE}"/>
                </a:ext>
              </a:extLst>
            </p:cNvPr>
            <p:cNvSpPr/>
            <p:nvPr/>
          </p:nvSpPr>
          <p:spPr>
            <a:xfrm>
              <a:off x="3904697" y="-131989"/>
              <a:ext cx="49740" cy="107486"/>
            </a:xfrm>
            <a:custGeom>
              <a:avLst/>
              <a:gdLst>
                <a:gd name="connsiteX0" fmla="*/ 49741 w 49740"/>
                <a:gd name="connsiteY0" fmla="*/ 88619 h 107486"/>
                <a:gd name="connsiteX1" fmla="*/ 49741 w 49740"/>
                <a:gd name="connsiteY1" fmla="*/ 104628 h 107486"/>
                <a:gd name="connsiteX2" fmla="*/ 34018 w 49740"/>
                <a:gd name="connsiteY2" fmla="*/ 107486 h 107486"/>
                <a:gd name="connsiteX3" fmla="*/ 12292 w 49740"/>
                <a:gd name="connsiteY3" fmla="*/ 84903 h 107486"/>
                <a:gd name="connsiteX4" fmla="*/ 12292 w 49740"/>
                <a:gd name="connsiteY4" fmla="*/ 41165 h 107486"/>
                <a:gd name="connsiteX5" fmla="*/ 0 w 49740"/>
                <a:gd name="connsiteY5" fmla="*/ 41165 h 107486"/>
                <a:gd name="connsiteX6" fmla="*/ 0 w 49740"/>
                <a:gd name="connsiteY6" fmla="*/ 25728 h 107486"/>
                <a:gd name="connsiteX7" fmla="*/ 12006 w 49740"/>
                <a:gd name="connsiteY7" fmla="*/ 25728 h 107486"/>
                <a:gd name="connsiteX8" fmla="*/ 12006 w 49740"/>
                <a:gd name="connsiteY8" fmla="*/ 4002 h 107486"/>
                <a:gd name="connsiteX9" fmla="*/ 30588 w 49740"/>
                <a:gd name="connsiteY9" fmla="*/ 0 h 107486"/>
                <a:gd name="connsiteX10" fmla="*/ 30588 w 49740"/>
                <a:gd name="connsiteY10" fmla="*/ 26014 h 107486"/>
                <a:gd name="connsiteX11" fmla="*/ 49741 w 49740"/>
                <a:gd name="connsiteY11" fmla="*/ 26014 h 107486"/>
                <a:gd name="connsiteX12" fmla="*/ 49741 w 49740"/>
                <a:gd name="connsiteY12" fmla="*/ 41451 h 107486"/>
                <a:gd name="connsiteX13" fmla="*/ 30588 w 49740"/>
                <a:gd name="connsiteY13" fmla="*/ 41451 h 107486"/>
                <a:gd name="connsiteX14" fmla="*/ 30588 w 49740"/>
                <a:gd name="connsiteY14" fmla="*/ 80901 h 107486"/>
                <a:gd name="connsiteX15" fmla="*/ 39164 w 49740"/>
                <a:gd name="connsiteY15" fmla="*/ 91478 h 107486"/>
                <a:gd name="connsiteX16" fmla="*/ 49741 w 49740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0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DEF7A6F6-7697-44F1-AB8D-7381F17E2CAB}"/>
                </a:ext>
              </a:extLst>
            </p:cNvPr>
            <p:cNvSpPr/>
            <p:nvPr/>
          </p:nvSpPr>
          <p:spPr>
            <a:xfrm>
              <a:off x="1649198" y="35815"/>
              <a:ext cx="77756" cy="110630"/>
            </a:xfrm>
            <a:custGeom>
              <a:avLst/>
              <a:gdLst>
                <a:gd name="connsiteX0" fmla="*/ 77756 w 77756"/>
                <a:gd name="connsiteY0" fmla="*/ 33447 h 110630"/>
                <a:gd name="connsiteX1" fmla="*/ 38020 w 77756"/>
                <a:gd name="connsiteY1" fmla="*/ 68323 h 110630"/>
                <a:gd name="connsiteX2" fmla="*/ 19725 w 77756"/>
                <a:gd name="connsiteY2" fmla="*/ 68323 h 110630"/>
                <a:gd name="connsiteX3" fmla="*/ 19725 w 77756"/>
                <a:gd name="connsiteY3" fmla="*/ 110631 h 110630"/>
                <a:gd name="connsiteX4" fmla="*/ 0 w 77756"/>
                <a:gd name="connsiteY4" fmla="*/ 110631 h 110630"/>
                <a:gd name="connsiteX5" fmla="*/ 0 w 77756"/>
                <a:gd name="connsiteY5" fmla="*/ 0 h 110630"/>
                <a:gd name="connsiteX6" fmla="*/ 39164 w 77756"/>
                <a:gd name="connsiteY6" fmla="*/ 0 h 110630"/>
                <a:gd name="connsiteX7" fmla="*/ 77756 w 77756"/>
                <a:gd name="connsiteY7" fmla="*/ 33447 h 110630"/>
                <a:gd name="connsiteX8" fmla="*/ 58031 w 77756"/>
                <a:gd name="connsiteY8" fmla="*/ 34304 h 110630"/>
                <a:gd name="connsiteX9" fmla="*/ 38306 w 77756"/>
                <a:gd name="connsiteY9" fmla="*/ 17438 h 110630"/>
                <a:gd name="connsiteX10" fmla="*/ 19725 w 77756"/>
                <a:gd name="connsiteY10" fmla="*/ 17438 h 110630"/>
                <a:gd name="connsiteX11" fmla="*/ 19725 w 77756"/>
                <a:gd name="connsiteY11" fmla="*/ 51170 h 110630"/>
                <a:gd name="connsiteX12" fmla="*/ 37735 w 77756"/>
                <a:gd name="connsiteY12" fmla="*/ 51170 h 110630"/>
                <a:gd name="connsiteX13" fmla="*/ 58031 w 77756"/>
                <a:gd name="connsiteY13" fmla="*/ 34304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7756" h="110630">
                  <a:moveTo>
                    <a:pt x="77756" y="33447"/>
                  </a:moveTo>
                  <a:cubicBezTo>
                    <a:pt x="77756" y="57460"/>
                    <a:pt x="61176" y="68323"/>
                    <a:pt x="38020" y="68323"/>
                  </a:cubicBezTo>
                  <a:lnTo>
                    <a:pt x="19725" y="6832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39164" y="0"/>
                  </a:lnTo>
                  <a:cubicBezTo>
                    <a:pt x="61462" y="0"/>
                    <a:pt x="77756" y="9720"/>
                    <a:pt x="77756" y="33447"/>
                  </a:cubicBezTo>
                  <a:close/>
                  <a:moveTo>
                    <a:pt x="58031" y="34304"/>
                  </a:moveTo>
                  <a:cubicBezTo>
                    <a:pt x="58031" y="22869"/>
                    <a:pt x="50884" y="17438"/>
                    <a:pt x="38306" y="17438"/>
                  </a:cubicBezTo>
                  <a:lnTo>
                    <a:pt x="19725" y="17438"/>
                  </a:lnTo>
                  <a:lnTo>
                    <a:pt x="19725" y="51170"/>
                  </a:lnTo>
                  <a:lnTo>
                    <a:pt x="37735" y="51170"/>
                  </a:lnTo>
                  <a:cubicBezTo>
                    <a:pt x="50884" y="51170"/>
                    <a:pt x="58031" y="45453"/>
                    <a:pt x="58031" y="34304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20A9FABD-4F3B-45E8-960F-F01F361FB27A}"/>
                </a:ext>
              </a:extLst>
            </p:cNvPr>
            <p:cNvSpPr/>
            <p:nvPr/>
          </p:nvSpPr>
          <p:spPr>
            <a:xfrm>
              <a:off x="1744678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656E7268-0DA0-4990-9B9D-54FEE7EA853A}"/>
                </a:ext>
              </a:extLst>
            </p:cNvPr>
            <p:cNvSpPr/>
            <p:nvPr/>
          </p:nvSpPr>
          <p:spPr>
            <a:xfrm>
              <a:off x="1834440" y="3095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CBBBFDE1-93E6-4EA6-9641-358A19EB8BFD}"/>
                </a:ext>
              </a:extLst>
            </p:cNvPr>
            <p:cNvSpPr/>
            <p:nvPr/>
          </p:nvSpPr>
          <p:spPr>
            <a:xfrm>
              <a:off x="1880465" y="29525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3" name="Freihandform: Form 202">
              <a:extLst>
                <a:ext uri="{FF2B5EF4-FFF2-40B4-BE49-F238E27FC236}">
                  <a16:creationId xmlns:a16="http://schemas.microsoft.com/office/drawing/2014/main" id="{3BD6739E-66DE-4C5B-B2DD-23621B7F259F}"/>
                </a:ext>
              </a:extLst>
            </p:cNvPr>
            <p:cNvSpPr/>
            <p:nvPr/>
          </p:nvSpPr>
          <p:spPr>
            <a:xfrm>
              <a:off x="1919343" y="64401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317 w 77184"/>
                <a:gd name="connsiteY5" fmla="*/ 42309 h 84045"/>
                <a:gd name="connsiteX6" fmla="*/ 38306 w 77184"/>
                <a:gd name="connsiteY6" fmla="*/ 17152 h 84045"/>
                <a:gd name="connsiteX7" fmla="*/ 18296 w 77184"/>
                <a:gd name="connsiteY7" fmla="*/ 42023 h 84045"/>
                <a:gd name="connsiteX8" fmla="*/ 38306 w 77184"/>
                <a:gd name="connsiteY8" fmla="*/ 67465 h 84045"/>
                <a:gd name="connsiteX9" fmla="*/ 58317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317" y="42309"/>
                  </a:moveTo>
                  <a:cubicBezTo>
                    <a:pt x="58317" y="26872"/>
                    <a:pt x="50599" y="17152"/>
                    <a:pt x="38306" y="17152"/>
                  </a:cubicBezTo>
                  <a:cubicBezTo>
                    <a:pt x="26014" y="17152"/>
                    <a:pt x="18296" y="26872"/>
                    <a:pt x="18296" y="42023"/>
                  </a:cubicBezTo>
                  <a:cubicBezTo>
                    <a:pt x="18296" y="57460"/>
                    <a:pt x="26014" y="67465"/>
                    <a:pt x="38306" y="67465"/>
                  </a:cubicBezTo>
                  <a:cubicBezTo>
                    <a:pt x="50885" y="67179"/>
                    <a:pt x="58317" y="57745"/>
                    <a:pt x="58317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: Form 203">
              <a:extLst>
                <a:ext uri="{FF2B5EF4-FFF2-40B4-BE49-F238E27FC236}">
                  <a16:creationId xmlns:a16="http://schemas.microsoft.com/office/drawing/2014/main" id="{54618B59-5213-46E5-878B-7FE5CF774D55}"/>
                </a:ext>
              </a:extLst>
            </p:cNvPr>
            <p:cNvSpPr/>
            <p:nvPr/>
          </p:nvSpPr>
          <p:spPr>
            <a:xfrm>
              <a:off x="2008534" y="64401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3 h 84045"/>
                <a:gd name="connsiteX2" fmla="*/ 43166 w 61747"/>
                <a:gd name="connsiteY2" fmla="*/ 60318 h 84045"/>
                <a:gd name="connsiteX3" fmla="*/ 3145 w 61747"/>
                <a:gd name="connsiteY3" fmla="*/ 24871 h 84045"/>
                <a:gd name="connsiteX4" fmla="*/ 33447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7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580" y="65464"/>
                    <a:pt x="24299" y="68323"/>
                    <a:pt x="31445" y="68323"/>
                  </a:cubicBezTo>
                  <a:cubicBezTo>
                    <a:pt x="38306" y="68323"/>
                    <a:pt x="43166" y="65178"/>
                    <a:pt x="43166" y="60318"/>
                  </a:cubicBezTo>
                  <a:cubicBezTo>
                    <a:pt x="43166" y="46597"/>
                    <a:pt x="3145" y="51456"/>
                    <a:pt x="3145" y="24871"/>
                  </a:cubicBezTo>
                  <a:cubicBezTo>
                    <a:pt x="3145" y="10005"/>
                    <a:pt x="15437" y="0"/>
                    <a:pt x="33447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7" y="31731"/>
                    <a:pt x="61747" y="58603"/>
                  </a:cubicBezTo>
                  <a:cubicBezTo>
                    <a:pt x="61747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04">
              <a:extLst>
                <a:ext uri="{FF2B5EF4-FFF2-40B4-BE49-F238E27FC236}">
                  <a16:creationId xmlns:a16="http://schemas.microsoft.com/office/drawing/2014/main" id="{E48E0C61-CBC6-4D6B-9C7F-9C401E2F776A}"/>
                </a:ext>
              </a:extLst>
            </p:cNvPr>
            <p:cNvSpPr/>
            <p:nvPr/>
          </p:nvSpPr>
          <p:spPr>
            <a:xfrm>
              <a:off x="2085433" y="64401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317 w 77184"/>
                <a:gd name="connsiteY5" fmla="*/ 42309 h 84045"/>
                <a:gd name="connsiteX6" fmla="*/ 38306 w 77184"/>
                <a:gd name="connsiteY6" fmla="*/ 17152 h 84045"/>
                <a:gd name="connsiteX7" fmla="*/ 18296 w 77184"/>
                <a:gd name="connsiteY7" fmla="*/ 42023 h 84045"/>
                <a:gd name="connsiteX8" fmla="*/ 38306 w 77184"/>
                <a:gd name="connsiteY8" fmla="*/ 67465 h 84045"/>
                <a:gd name="connsiteX9" fmla="*/ 58317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317" y="42309"/>
                  </a:moveTo>
                  <a:cubicBezTo>
                    <a:pt x="58317" y="26872"/>
                    <a:pt x="50599" y="17152"/>
                    <a:pt x="38306" y="17152"/>
                  </a:cubicBezTo>
                  <a:cubicBezTo>
                    <a:pt x="26014" y="17152"/>
                    <a:pt x="18296" y="26872"/>
                    <a:pt x="18296" y="42023"/>
                  </a:cubicBezTo>
                  <a:cubicBezTo>
                    <a:pt x="18296" y="57460"/>
                    <a:pt x="26014" y="67465"/>
                    <a:pt x="38306" y="67465"/>
                  </a:cubicBezTo>
                  <a:cubicBezTo>
                    <a:pt x="50885" y="67179"/>
                    <a:pt x="58317" y="57745"/>
                    <a:pt x="58317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05">
              <a:extLst>
                <a:ext uri="{FF2B5EF4-FFF2-40B4-BE49-F238E27FC236}">
                  <a16:creationId xmlns:a16="http://schemas.microsoft.com/office/drawing/2014/main" id="{4A078B44-E6FF-45AF-9463-415791E9E2B2}"/>
                </a:ext>
              </a:extLst>
            </p:cNvPr>
            <p:cNvSpPr/>
            <p:nvPr/>
          </p:nvSpPr>
          <p:spPr>
            <a:xfrm>
              <a:off x="2182914" y="64683"/>
              <a:ext cx="74611" cy="114065"/>
            </a:xfrm>
            <a:custGeom>
              <a:avLst/>
              <a:gdLst>
                <a:gd name="connsiteX0" fmla="*/ 74612 w 74611"/>
                <a:gd name="connsiteY0" fmla="*/ 41455 h 114065"/>
                <a:gd name="connsiteX1" fmla="*/ 42023 w 74611"/>
                <a:gd name="connsiteY1" fmla="*/ 83763 h 114065"/>
                <a:gd name="connsiteX2" fmla="*/ 18867 w 74611"/>
                <a:gd name="connsiteY2" fmla="*/ 73186 h 114065"/>
                <a:gd name="connsiteX3" fmla="*/ 18581 w 74611"/>
                <a:gd name="connsiteY3" fmla="*/ 73186 h 114065"/>
                <a:gd name="connsiteX4" fmla="*/ 18581 w 74611"/>
                <a:gd name="connsiteY4" fmla="*/ 109491 h 114065"/>
                <a:gd name="connsiteX5" fmla="*/ 0 w 74611"/>
                <a:gd name="connsiteY5" fmla="*/ 114065 h 114065"/>
                <a:gd name="connsiteX6" fmla="*/ 0 w 74611"/>
                <a:gd name="connsiteY6" fmla="*/ 2005 h 114065"/>
                <a:gd name="connsiteX7" fmla="*/ 18296 w 74611"/>
                <a:gd name="connsiteY7" fmla="*/ 2005 h 114065"/>
                <a:gd name="connsiteX8" fmla="*/ 18296 w 74611"/>
                <a:gd name="connsiteY8" fmla="*/ 11724 h 114065"/>
                <a:gd name="connsiteX9" fmla="*/ 18581 w 74611"/>
                <a:gd name="connsiteY9" fmla="*/ 11724 h 114065"/>
                <a:gd name="connsiteX10" fmla="*/ 42880 w 74611"/>
                <a:gd name="connsiteY10" fmla="*/ 4 h 114065"/>
                <a:gd name="connsiteX11" fmla="*/ 74612 w 74611"/>
                <a:gd name="connsiteY11" fmla="*/ 41455 h 114065"/>
                <a:gd name="connsiteX12" fmla="*/ 56030 w 74611"/>
                <a:gd name="connsiteY12" fmla="*/ 42026 h 114065"/>
                <a:gd name="connsiteX13" fmla="*/ 37449 w 74611"/>
                <a:gd name="connsiteY13" fmla="*/ 16584 h 114065"/>
                <a:gd name="connsiteX14" fmla="*/ 18581 w 74611"/>
                <a:gd name="connsiteY14" fmla="*/ 26875 h 114065"/>
                <a:gd name="connsiteX15" fmla="*/ 18581 w 74611"/>
                <a:gd name="connsiteY15" fmla="*/ 56320 h 114065"/>
                <a:gd name="connsiteX16" fmla="*/ 37735 w 74611"/>
                <a:gd name="connsiteY16" fmla="*/ 67183 h 114065"/>
                <a:gd name="connsiteX17" fmla="*/ 56030 w 74611"/>
                <a:gd name="connsiteY17" fmla="*/ 42026 h 1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4065">
                  <a:moveTo>
                    <a:pt x="74612" y="41455"/>
                  </a:moveTo>
                  <a:cubicBezTo>
                    <a:pt x="74612" y="67469"/>
                    <a:pt x="61462" y="83763"/>
                    <a:pt x="42023" y="83763"/>
                  </a:cubicBezTo>
                  <a:cubicBezTo>
                    <a:pt x="32303" y="83763"/>
                    <a:pt x="24013" y="79475"/>
                    <a:pt x="18867" y="73186"/>
                  </a:cubicBezTo>
                  <a:lnTo>
                    <a:pt x="18581" y="73186"/>
                  </a:lnTo>
                  <a:lnTo>
                    <a:pt x="18581" y="109491"/>
                  </a:lnTo>
                  <a:lnTo>
                    <a:pt x="0" y="114065"/>
                  </a:lnTo>
                  <a:lnTo>
                    <a:pt x="0" y="2005"/>
                  </a:lnTo>
                  <a:lnTo>
                    <a:pt x="18296" y="2005"/>
                  </a:lnTo>
                  <a:lnTo>
                    <a:pt x="18296" y="11724"/>
                  </a:lnTo>
                  <a:lnTo>
                    <a:pt x="18581" y="11724"/>
                  </a:lnTo>
                  <a:cubicBezTo>
                    <a:pt x="24299" y="4578"/>
                    <a:pt x="32875" y="4"/>
                    <a:pt x="42880" y="4"/>
                  </a:cubicBezTo>
                  <a:cubicBezTo>
                    <a:pt x="61462" y="-282"/>
                    <a:pt x="74612" y="15441"/>
                    <a:pt x="74612" y="41455"/>
                  </a:cubicBezTo>
                  <a:close/>
                  <a:moveTo>
                    <a:pt x="56030" y="42026"/>
                  </a:moveTo>
                  <a:cubicBezTo>
                    <a:pt x="56030" y="25446"/>
                    <a:pt x="49455" y="16584"/>
                    <a:pt x="37449" y="16584"/>
                  </a:cubicBezTo>
                  <a:cubicBezTo>
                    <a:pt x="30302" y="16584"/>
                    <a:pt x="24585" y="19729"/>
                    <a:pt x="18581" y="26875"/>
                  </a:cubicBezTo>
                  <a:lnTo>
                    <a:pt x="18581" y="56320"/>
                  </a:lnTo>
                  <a:cubicBezTo>
                    <a:pt x="24013" y="63467"/>
                    <a:pt x="30016" y="67183"/>
                    <a:pt x="37735" y="67183"/>
                  </a:cubicBezTo>
                  <a:cubicBezTo>
                    <a:pt x="49741" y="67183"/>
                    <a:pt x="56030" y="57749"/>
                    <a:pt x="56030" y="420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06">
              <a:extLst>
                <a:ext uri="{FF2B5EF4-FFF2-40B4-BE49-F238E27FC236}">
                  <a16:creationId xmlns:a16="http://schemas.microsoft.com/office/drawing/2014/main" id="{B8DF66C6-B271-49B7-A3C2-F924D0C2BAE3}"/>
                </a:ext>
              </a:extLst>
            </p:cNvPr>
            <p:cNvSpPr/>
            <p:nvPr/>
          </p:nvSpPr>
          <p:spPr>
            <a:xfrm>
              <a:off x="2278394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07">
              <a:extLst>
                <a:ext uri="{FF2B5EF4-FFF2-40B4-BE49-F238E27FC236}">
                  <a16:creationId xmlns:a16="http://schemas.microsoft.com/office/drawing/2014/main" id="{CD1A344C-4F81-480A-86DA-471DAC72211F}"/>
                </a:ext>
              </a:extLst>
            </p:cNvPr>
            <p:cNvSpPr/>
            <p:nvPr/>
          </p:nvSpPr>
          <p:spPr>
            <a:xfrm>
              <a:off x="2368156" y="3095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08">
              <a:extLst>
                <a:ext uri="{FF2B5EF4-FFF2-40B4-BE49-F238E27FC236}">
                  <a16:creationId xmlns:a16="http://schemas.microsoft.com/office/drawing/2014/main" id="{01FBA49C-9EC1-4B1A-BDC7-8C5BAA4A7D55}"/>
                </a:ext>
              </a:extLst>
            </p:cNvPr>
            <p:cNvSpPr/>
            <p:nvPr/>
          </p:nvSpPr>
          <p:spPr>
            <a:xfrm>
              <a:off x="2406748" y="64401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3 h 84045"/>
                <a:gd name="connsiteX2" fmla="*/ 43166 w 61747"/>
                <a:gd name="connsiteY2" fmla="*/ 60318 h 84045"/>
                <a:gd name="connsiteX3" fmla="*/ 3145 w 61747"/>
                <a:gd name="connsiteY3" fmla="*/ 24871 h 84045"/>
                <a:gd name="connsiteX4" fmla="*/ 33447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8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866" y="65464"/>
                    <a:pt x="24299" y="68323"/>
                    <a:pt x="31445" y="68323"/>
                  </a:cubicBezTo>
                  <a:cubicBezTo>
                    <a:pt x="38306" y="68323"/>
                    <a:pt x="43166" y="65178"/>
                    <a:pt x="43166" y="60318"/>
                  </a:cubicBezTo>
                  <a:cubicBezTo>
                    <a:pt x="43166" y="46597"/>
                    <a:pt x="3145" y="51456"/>
                    <a:pt x="3145" y="24871"/>
                  </a:cubicBezTo>
                  <a:cubicBezTo>
                    <a:pt x="3145" y="10005"/>
                    <a:pt x="15437" y="0"/>
                    <a:pt x="33447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8" y="31731"/>
                    <a:pt x="61748" y="58603"/>
                  </a:cubicBezTo>
                  <a:cubicBezTo>
                    <a:pt x="61748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09">
              <a:extLst>
                <a:ext uri="{FF2B5EF4-FFF2-40B4-BE49-F238E27FC236}">
                  <a16:creationId xmlns:a16="http://schemas.microsoft.com/office/drawing/2014/main" id="{2B005168-C214-411A-9B4B-10EE20B40413}"/>
                </a:ext>
              </a:extLst>
            </p:cNvPr>
            <p:cNvSpPr/>
            <p:nvPr/>
          </p:nvSpPr>
          <p:spPr>
            <a:xfrm>
              <a:off x="2483647" y="64401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10">
              <a:extLst>
                <a:ext uri="{FF2B5EF4-FFF2-40B4-BE49-F238E27FC236}">
                  <a16:creationId xmlns:a16="http://schemas.microsoft.com/office/drawing/2014/main" id="{61F30758-DF57-4F7C-A3BB-778F50AB2271}"/>
                </a:ext>
              </a:extLst>
            </p:cNvPr>
            <p:cNvSpPr/>
            <p:nvPr/>
          </p:nvSpPr>
          <p:spPr>
            <a:xfrm>
              <a:off x="2567120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11">
              <a:extLst>
                <a:ext uri="{FF2B5EF4-FFF2-40B4-BE49-F238E27FC236}">
                  <a16:creationId xmlns:a16="http://schemas.microsoft.com/office/drawing/2014/main" id="{32F9211C-663D-42E6-A6B3-A0F6AF121255}"/>
                </a:ext>
              </a:extLst>
            </p:cNvPr>
            <p:cNvSpPr/>
            <p:nvPr/>
          </p:nvSpPr>
          <p:spPr>
            <a:xfrm>
              <a:off x="2655168" y="64687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3" name="Freihandform: Form 212">
              <a:extLst>
                <a:ext uri="{FF2B5EF4-FFF2-40B4-BE49-F238E27FC236}">
                  <a16:creationId xmlns:a16="http://schemas.microsoft.com/office/drawing/2014/main" id="{C8DBE9A1-1B20-4779-B1AA-B1E13D2478BB}"/>
                </a:ext>
              </a:extLst>
            </p:cNvPr>
            <p:cNvSpPr/>
            <p:nvPr/>
          </p:nvSpPr>
          <p:spPr>
            <a:xfrm>
              <a:off x="2796386" y="36100"/>
              <a:ext cx="69465" cy="110630"/>
            </a:xfrm>
            <a:custGeom>
              <a:avLst/>
              <a:gdLst>
                <a:gd name="connsiteX0" fmla="*/ 69466 w 69465"/>
                <a:gd name="connsiteY0" fmla="*/ 18010 h 110630"/>
                <a:gd name="connsiteX1" fmla="*/ 19725 w 69465"/>
                <a:gd name="connsiteY1" fmla="*/ 18010 h 110630"/>
                <a:gd name="connsiteX2" fmla="*/ 19725 w 69465"/>
                <a:gd name="connsiteY2" fmla="*/ 45453 h 110630"/>
                <a:gd name="connsiteX3" fmla="*/ 56888 w 69465"/>
                <a:gd name="connsiteY3" fmla="*/ 45453 h 110630"/>
                <a:gd name="connsiteX4" fmla="*/ 56888 w 69465"/>
                <a:gd name="connsiteY4" fmla="*/ 63463 h 110630"/>
                <a:gd name="connsiteX5" fmla="*/ 19725 w 69465"/>
                <a:gd name="connsiteY5" fmla="*/ 63463 h 110630"/>
                <a:gd name="connsiteX6" fmla="*/ 19725 w 69465"/>
                <a:gd name="connsiteY6" fmla="*/ 110631 h 110630"/>
                <a:gd name="connsiteX7" fmla="*/ 0 w 69465"/>
                <a:gd name="connsiteY7" fmla="*/ 110631 h 110630"/>
                <a:gd name="connsiteX8" fmla="*/ 0 w 69465"/>
                <a:gd name="connsiteY8" fmla="*/ 0 h 110630"/>
                <a:gd name="connsiteX9" fmla="*/ 69466 w 69465"/>
                <a:gd name="connsiteY9" fmla="*/ 0 h 110630"/>
                <a:gd name="connsiteX10" fmla="*/ 69466 w 69465"/>
                <a:gd name="connsiteY10" fmla="*/ 18010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465" h="110630">
                  <a:moveTo>
                    <a:pt x="69466" y="18010"/>
                  </a:moveTo>
                  <a:lnTo>
                    <a:pt x="19725" y="18010"/>
                  </a:lnTo>
                  <a:lnTo>
                    <a:pt x="19725" y="45453"/>
                  </a:lnTo>
                  <a:lnTo>
                    <a:pt x="56888" y="45453"/>
                  </a:lnTo>
                  <a:lnTo>
                    <a:pt x="56888" y="63463"/>
                  </a:lnTo>
                  <a:lnTo>
                    <a:pt x="19725" y="6346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01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4" name="Freihandform: Form 213">
              <a:extLst>
                <a:ext uri="{FF2B5EF4-FFF2-40B4-BE49-F238E27FC236}">
                  <a16:creationId xmlns:a16="http://schemas.microsoft.com/office/drawing/2014/main" id="{69FE9E73-4E3B-4C25-85EC-17FA1D2289A3}"/>
                </a:ext>
              </a:extLst>
            </p:cNvPr>
            <p:cNvSpPr/>
            <p:nvPr/>
          </p:nvSpPr>
          <p:spPr>
            <a:xfrm>
              <a:off x="2869569" y="64687"/>
              <a:ext cx="67750" cy="83759"/>
            </a:xfrm>
            <a:custGeom>
              <a:avLst/>
              <a:gdLst>
                <a:gd name="connsiteX0" fmla="*/ 34304 w 67750"/>
                <a:gd name="connsiteY0" fmla="*/ 32303 h 83759"/>
                <a:gd name="connsiteX1" fmla="*/ 49455 w 67750"/>
                <a:gd name="connsiteY1" fmla="*/ 34018 h 83759"/>
                <a:gd name="connsiteX2" fmla="*/ 49455 w 67750"/>
                <a:gd name="connsiteY2" fmla="*/ 31160 h 83759"/>
                <a:gd name="connsiteX3" fmla="*/ 31731 w 67750"/>
                <a:gd name="connsiteY3" fmla="*/ 15723 h 83759"/>
                <a:gd name="connsiteX4" fmla="*/ 11435 w 67750"/>
                <a:gd name="connsiteY4" fmla="*/ 20297 h 83759"/>
                <a:gd name="connsiteX5" fmla="*/ 7433 w 67750"/>
                <a:gd name="connsiteY5" fmla="*/ 4574 h 83759"/>
                <a:gd name="connsiteX6" fmla="*/ 33732 w 67750"/>
                <a:gd name="connsiteY6" fmla="*/ 0 h 83759"/>
                <a:gd name="connsiteX7" fmla="*/ 67751 w 67750"/>
                <a:gd name="connsiteY7" fmla="*/ 30874 h 83759"/>
                <a:gd name="connsiteX8" fmla="*/ 67751 w 67750"/>
                <a:gd name="connsiteY8" fmla="*/ 82044 h 83759"/>
                <a:gd name="connsiteX9" fmla="*/ 50027 w 67750"/>
                <a:gd name="connsiteY9" fmla="*/ 82044 h 83759"/>
                <a:gd name="connsiteX10" fmla="*/ 50027 w 67750"/>
                <a:gd name="connsiteY10" fmla="*/ 73468 h 83759"/>
                <a:gd name="connsiteX11" fmla="*/ 49741 w 67750"/>
                <a:gd name="connsiteY11" fmla="*/ 73468 h 83759"/>
                <a:gd name="connsiteX12" fmla="*/ 26300 w 67750"/>
                <a:gd name="connsiteY12" fmla="*/ 83759 h 83759"/>
                <a:gd name="connsiteX13" fmla="*/ 0 w 67750"/>
                <a:gd name="connsiteY13" fmla="*/ 58317 h 83759"/>
                <a:gd name="connsiteX14" fmla="*/ 34304 w 67750"/>
                <a:gd name="connsiteY14" fmla="*/ 32303 h 83759"/>
                <a:gd name="connsiteX15" fmla="*/ 31160 w 67750"/>
                <a:gd name="connsiteY15" fmla="*/ 69752 h 83759"/>
                <a:gd name="connsiteX16" fmla="*/ 49455 w 67750"/>
                <a:gd name="connsiteY16" fmla="*/ 60032 h 83759"/>
                <a:gd name="connsiteX17" fmla="*/ 49455 w 67750"/>
                <a:gd name="connsiteY17" fmla="*/ 46025 h 83759"/>
                <a:gd name="connsiteX18" fmla="*/ 36305 w 67750"/>
                <a:gd name="connsiteY18" fmla="*/ 44595 h 83759"/>
                <a:gd name="connsiteX19" fmla="*/ 17724 w 67750"/>
                <a:gd name="connsiteY19" fmla="*/ 57745 h 83759"/>
                <a:gd name="connsiteX20" fmla="*/ 31160 w 67750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0" h="83759">
                  <a:moveTo>
                    <a:pt x="34304" y="32303"/>
                  </a:moveTo>
                  <a:cubicBezTo>
                    <a:pt x="39450" y="32303"/>
                    <a:pt x="44310" y="32589"/>
                    <a:pt x="49455" y="34018"/>
                  </a:cubicBezTo>
                  <a:lnTo>
                    <a:pt x="49455" y="31160"/>
                  </a:lnTo>
                  <a:cubicBezTo>
                    <a:pt x="49455" y="20868"/>
                    <a:pt x="43452" y="15723"/>
                    <a:pt x="31731" y="15723"/>
                  </a:cubicBezTo>
                  <a:cubicBezTo>
                    <a:pt x="25156" y="15723"/>
                    <a:pt x="18010" y="17152"/>
                    <a:pt x="11435" y="20297"/>
                  </a:cubicBezTo>
                  <a:lnTo>
                    <a:pt x="7433" y="4574"/>
                  </a:lnTo>
                  <a:cubicBezTo>
                    <a:pt x="14865" y="1715"/>
                    <a:pt x="24585" y="0"/>
                    <a:pt x="33732" y="0"/>
                  </a:cubicBezTo>
                  <a:cubicBezTo>
                    <a:pt x="56316" y="0"/>
                    <a:pt x="67751" y="10577"/>
                    <a:pt x="67751" y="30874"/>
                  </a:cubicBezTo>
                  <a:lnTo>
                    <a:pt x="67751" y="82044"/>
                  </a:lnTo>
                  <a:lnTo>
                    <a:pt x="50027" y="82044"/>
                  </a:lnTo>
                  <a:lnTo>
                    <a:pt x="50027" y="73468"/>
                  </a:lnTo>
                  <a:lnTo>
                    <a:pt x="49741" y="73468"/>
                  </a:lnTo>
                  <a:cubicBezTo>
                    <a:pt x="42880" y="80615"/>
                    <a:pt x="35734" y="83759"/>
                    <a:pt x="26300" y="83759"/>
                  </a:cubicBezTo>
                  <a:cubicBezTo>
                    <a:pt x="10291" y="83759"/>
                    <a:pt x="0" y="73754"/>
                    <a:pt x="0" y="58317"/>
                  </a:cubicBezTo>
                  <a:cubicBezTo>
                    <a:pt x="0" y="41451"/>
                    <a:pt x="12006" y="32303"/>
                    <a:pt x="34304" y="32303"/>
                  </a:cubicBezTo>
                  <a:close/>
                  <a:moveTo>
                    <a:pt x="31160" y="69752"/>
                  </a:moveTo>
                  <a:cubicBezTo>
                    <a:pt x="38021" y="69752"/>
                    <a:pt x="44310" y="66321"/>
                    <a:pt x="49455" y="60032"/>
                  </a:cubicBezTo>
                  <a:lnTo>
                    <a:pt x="49455" y="46025"/>
                  </a:lnTo>
                  <a:cubicBezTo>
                    <a:pt x="45167" y="44881"/>
                    <a:pt x="40593" y="44595"/>
                    <a:pt x="36305" y="44595"/>
                  </a:cubicBezTo>
                  <a:cubicBezTo>
                    <a:pt x="24585" y="44595"/>
                    <a:pt x="17724" y="49169"/>
                    <a:pt x="17724" y="57745"/>
                  </a:cubicBezTo>
                  <a:cubicBezTo>
                    <a:pt x="17724" y="65178"/>
                    <a:pt x="22869" y="69752"/>
                    <a:pt x="31160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5" name="Freihandform: Form 214">
              <a:extLst>
                <a:ext uri="{FF2B5EF4-FFF2-40B4-BE49-F238E27FC236}">
                  <a16:creationId xmlns:a16="http://schemas.microsoft.com/office/drawing/2014/main" id="{717AC0E0-ED3B-4A45-9517-685FC623E89C}"/>
                </a:ext>
              </a:extLst>
            </p:cNvPr>
            <p:cNvSpPr/>
            <p:nvPr/>
          </p:nvSpPr>
          <p:spPr>
            <a:xfrm>
              <a:off x="2961046" y="29811"/>
              <a:ext cx="70323" cy="116920"/>
            </a:xfrm>
            <a:custGeom>
              <a:avLst/>
              <a:gdLst>
                <a:gd name="connsiteX0" fmla="*/ 0 w 70323"/>
                <a:gd name="connsiteY0" fmla="*/ 4574 h 116920"/>
                <a:gd name="connsiteX1" fmla="*/ 18581 w 70323"/>
                <a:gd name="connsiteY1" fmla="*/ 0 h 116920"/>
                <a:gd name="connsiteX2" fmla="*/ 18581 w 70323"/>
                <a:gd name="connsiteY2" fmla="*/ 70324 h 116920"/>
                <a:gd name="connsiteX3" fmla="*/ 18867 w 70323"/>
                <a:gd name="connsiteY3" fmla="*/ 70324 h 116920"/>
                <a:gd name="connsiteX4" fmla="*/ 45167 w 70323"/>
                <a:gd name="connsiteY4" fmla="*/ 36877 h 116920"/>
                <a:gd name="connsiteX5" fmla="*/ 67465 w 70323"/>
                <a:gd name="connsiteY5" fmla="*/ 36877 h 116920"/>
                <a:gd name="connsiteX6" fmla="*/ 41165 w 70323"/>
                <a:gd name="connsiteY6" fmla="*/ 68323 h 116920"/>
                <a:gd name="connsiteX7" fmla="*/ 70324 w 70323"/>
                <a:gd name="connsiteY7" fmla="*/ 116920 h 116920"/>
                <a:gd name="connsiteX8" fmla="*/ 48026 w 70323"/>
                <a:gd name="connsiteY8" fmla="*/ 116920 h 116920"/>
                <a:gd name="connsiteX9" fmla="*/ 28015 w 70323"/>
                <a:gd name="connsiteY9" fmla="*/ 82330 h 116920"/>
                <a:gd name="connsiteX10" fmla="*/ 18867 w 70323"/>
                <a:gd name="connsiteY10" fmla="*/ 92621 h 116920"/>
                <a:gd name="connsiteX11" fmla="*/ 18867 w 70323"/>
                <a:gd name="connsiteY11" fmla="*/ 116920 h 116920"/>
                <a:gd name="connsiteX12" fmla="*/ 286 w 70323"/>
                <a:gd name="connsiteY12" fmla="*/ 116920 h 116920"/>
                <a:gd name="connsiteX13" fmla="*/ 286 w 70323"/>
                <a:gd name="connsiteY13" fmla="*/ 457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0323" h="116920">
                  <a:moveTo>
                    <a:pt x="0" y="4574"/>
                  </a:moveTo>
                  <a:lnTo>
                    <a:pt x="18581" y="0"/>
                  </a:lnTo>
                  <a:lnTo>
                    <a:pt x="18581" y="70324"/>
                  </a:lnTo>
                  <a:lnTo>
                    <a:pt x="18867" y="70324"/>
                  </a:lnTo>
                  <a:lnTo>
                    <a:pt x="45167" y="36877"/>
                  </a:lnTo>
                  <a:lnTo>
                    <a:pt x="67465" y="36877"/>
                  </a:lnTo>
                  <a:lnTo>
                    <a:pt x="41165" y="68323"/>
                  </a:lnTo>
                  <a:lnTo>
                    <a:pt x="70324" y="116920"/>
                  </a:lnTo>
                  <a:lnTo>
                    <a:pt x="48026" y="116920"/>
                  </a:lnTo>
                  <a:lnTo>
                    <a:pt x="28015" y="82330"/>
                  </a:lnTo>
                  <a:lnTo>
                    <a:pt x="18867" y="92621"/>
                  </a:lnTo>
                  <a:lnTo>
                    <a:pt x="18867" y="116920"/>
                  </a:lnTo>
                  <a:lnTo>
                    <a:pt x="286" y="116920"/>
                  </a:lnTo>
                  <a:lnTo>
                    <a:pt x="286" y="457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6" name="Freihandform: Form 215">
              <a:extLst>
                <a:ext uri="{FF2B5EF4-FFF2-40B4-BE49-F238E27FC236}">
                  <a16:creationId xmlns:a16="http://schemas.microsoft.com/office/drawing/2014/main" id="{AE7EF3E2-3EEA-496B-8061-462FA9487D09}"/>
                </a:ext>
              </a:extLst>
            </p:cNvPr>
            <p:cNvSpPr/>
            <p:nvPr/>
          </p:nvSpPr>
          <p:spPr>
            <a:xfrm>
              <a:off x="3045092" y="66688"/>
              <a:ext cx="68894" cy="82044"/>
            </a:xfrm>
            <a:custGeom>
              <a:avLst/>
              <a:gdLst>
                <a:gd name="connsiteX0" fmla="*/ 18867 w 68894"/>
                <a:gd name="connsiteY0" fmla="*/ 48026 h 82044"/>
                <a:gd name="connsiteX1" fmla="*/ 34876 w 68894"/>
                <a:gd name="connsiteY1" fmla="*/ 64892 h 82044"/>
                <a:gd name="connsiteX2" fmla="*/ 50313 w 68894"/>
                <a:gd name="connsiteY2" fmla="*/ 48026 h 82044"/>
                <a:gd name="connsiteX3" fmla="*/ 50313 w 68894"/>
                <a:gd name="connsiteY3" fmla="*/ 0 h 82044"/>
                <a:gd name="connsiteX4" fmla="*/ 68894 w 68894"/>
                <a:gd name="connsiteY4" fmla="*/ 0 h 82044"/>
                <a:gd name="connsiteX5" fmla="*/ 68894 w 68894"/>
                <a:gd name="connsiteY5" fmla="*/ 48598 h 82044"/>
                <a:gd name="connsiteX6" fmla="*/ 35162 w 68894"/>
                <a:gd name="connsiteY6" fmla="*/ 82044 h 82044"/>
                <a:gd name="connsiteX7" fmla="*/ 0 w 68894"/>
                <a:gd name="connsiteY7" fmla="*/ 48883 h 82044"/>
                <a:gd name="connsiteX8" fmla="*/ 0 w 68894"/>
                <a:gd name="connsiteY8" fmla="*/ 286 h 82044"/>
                <a:gd name="connsiteX9" fmla="*/ 18581 w 68894"/>
                <a:gd name="connsiteY9" fmla="*/ 286 h 82044"/>
                <a:gd name="connsiteX10" fmla="*/ 18581 w 68894"/>
                <a:gd name="connsiteY10" fmla="*/ 48026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894" h="82044">
                  <a:moveTo>
                    <a:pt x="18867" y="48026"/>
                  </a:moveTo>
                  <a:cubicBezTo>
                    <a:pt x="18867" y="58889"/>
                    <a:pt x="24299" y="64892"/>
                    <a:pt x="34876" y="64892"/>
                  </a:cubicBezTo>
                  <a:cubicBezTo>
                    <a:pt x="45167" y="64892"/>
                    <a:pt x="50313" y="59175"/>
                    <a:pt x="50313" y="48026"/>
                  </a:cubicBezTo>
                  <a:lnTo>
                    <a:pt x="50313" y="0"/>
                  </a:lnTo>
                  <a:lnTo>
                    <a:pt x="68894" y="0"/>
                  </a:lnTo>
                  <a:lnTo>
                    <a:pt x="68894" y="48598"/>
                  </a:lnTo>
                  <a:cubicBezTo>
                    <a:pt x="68894" y="69752"/>
                    <a:pt x="57174" y="82044"/>
                    <a:pt x="35162" y="82044"/>
                  </a:cubicBezTo>
                  <a:cubicBezTo>
                    <a:pt x="13436" y="82044"/>
                    <a:pt x="0" y="69752"/>
                    <a:pt x="0" y="48883"/>
                  </a:cubicBezTo>
                  <a:lnTo>
                    <a:pt x="0" y="286"/>
                  </a:lnTo>
                  <a:lnTo>
                    <a:pt x="18581" y="286"/>
                  </a:lnTo>
                  <a:lnTo>
                    <a:pt x="18581" y="4802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7" name="Freihandform: Form 216">
              <a:extLst>
                <a:ext uri="{FF2B5EF4-FFF2-40B4-BE49-F238E27FC236}">
                  <a16:creationId xmlns:a16="http://schemas.microsoft.com/office/drawing/2014/main" id="{25292C6F-4FDB-4207-9DD9-3F96570C8F1B}"/>
                </a:ext>
              </a:extLst>
            </p:cNvPr>
            <p:cNvSpPr/>
            <p:nvPr/>
          </p:nvSpPr>
          <p:spPr>
            <a:xfrm>
              <a:off x="3138285" y="29525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8" name="Freihandform: Form 217">
              <a:extLst>
                <a:ext uri="{FF2B5EF4-FFF2-40B4-BE49-F238E27FC236}">
                  <a16:creationId xmlns:a16="http://schemas.microsoft.com/office/drawing/2014/main" id="{87D7DFA3-D584-4F02-BCFD-1124EC87E1DF}"/>
                </a:ext>
              </a:extLst>
            </p:cNvPr>
            <p:cNvSpPr/>
            <p:nvPr/>
          </p:nvSpPr>
          <p:spPr>
            <a:xfrm>
              <a:off x="3173160" y="40960"/>
              <a:ext cx="49741" cy="107486"/>
            </a:xfrm>
            <a:custGeom>
              <a:avLst/>
              <a:gdLst>
                <a:gd name="connsiteX0" fmla="*/ 49741 w 49741"/>
                <a:gd name="connsiteY0" fmla="*/ 88619 h 107486"/>
                <a:gd name="connsiteX1" fmla="*/ 49741 w 49741"/>
                <a:gd name="connsiteY1" fmla="*/ 104628 h 107486"/>
                <a:gd name="connsiteX2" fmla="*/ 34018 w 49741"/>
                <a:gd name="connsiteY2" fmla="*/ 107486 h 107486"/>
                <a:gd name="connsiteX3" fmla="*/ 12292 w 49741"/>
                <a:gd name="connsiteY3" fmla="*/ 84903 h 107486"/>
                <a:gd name="connsiteX4" fmla="*/ 12292 w 49741"/>
                <a:gd name="connsiteY4" fmla="*/ 41165 h 107486"/>
                <a:gd name="connsiteX5" fmla="*/ 0 w 49741"/>
                <a:gd name="connsiteY5" fmla="*/ 41165 h 107486"/>
                <a:gd name="connsiteX6" fmla="*/ 0 w 49741"/>
                <a:gd name="connsiteY6" fmla="*/ 25728 h 107486"/>
                <a:gd name="connsiteX7" fmla="*/ 12006 w 49741"/>
                <a:gd name="connsiteY7" fmla="*/ 25728 h 107486"/>
                <a:gd name="connsiteX8" fmla="*/ 12006 w 49741"/>
                <a:gd name="connsiteY8" fmla="*/ 4002 h 107486"/>
                <a:gd name="connsiteX9" fmla="*/ 30588 w 49741"/>
                <a:gd name="connsiteY9" fmla="*/ 0 h 107486"/>
                <a:gd name="connsiteX10" fmla="*/ 30588 w 49741"/>
                <a:gd name="connsiteY10" fmla="*/ 26014 h 107486"/>
                <a:gd name="connsiteX11" fmla="*/ 49741 w 49741"/>
                <a:gd name="connsiteY11" fmla="*/ 26014 h 107486"/>
                <a:gd name="connsiteX12" fmla="*/ 49741 w 49741"/>
                <a:gd name="connsiteY12" fmla="*/ 41451 h 107486"/>
                <a:gd name="connsiteX13" fmla="*/ 30588 w 49741"/>
                <a:gd name="connsiteY13" fmla="*/ 41451 h 107486"/>
                <a:gd name="connsiteX14" fmla="*/ 30588 w 49741"/>
                <a:gd name="connsiteY14" fmla="*/ 80901 h 107486"/>
                <a:gd name="connsiteX15" fmla="*/ 39164 w 49741"/>
                <a:gd name="connsiteY15" fmla="*/ 91478 h 107486"/>
                <a:gd name="connsiteX16" fmla="*/ 49741 w 49741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1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9" name="Freihandform: Form 218">
              <a:extLst>
                <a:ext uri="{FF2B5EF4-FFF2-40B4-BE49-F238E27FC236}">
                  <a16:creationId xmlns:a16="http://schemas.microsoft.com/office/drawing/2014/main" id="{361EFEEA-62B2-4FA2-B991-E6318A38C981}"/>
                </a:ext>
              </a:extLst>
            </p:cNvPr>
            <p:cNvSpPr/>
            <p:nvPr/>
          </p:nvSpPr>
          <p:spPr>
            <a:xfrm>
              <a:off x="3237481" y="32384"/>
              <a:ext cx="67750" cy="116062"/>
            </a:xfrm>
            <a:custGeom>
              <a:avLst/>
              <a:gdLst>
                <a:gd name="connsiteX0" fmla="*/ 34304 w 67750"/>
                <a:gd name="connsiteY0" fmla="*/ 64606 h 116062"/>
                <a:gd name="connsiteX1" fmla="*/ 49455 w 67750"/>
                <a:gd name="connsiteY1" fmla="*/ 66321 h 116062"/>
                <a:gd name="connsiteX2" fmla="*/ 49455 w 67750"/>
                <a:gd name="connsiteY2" fmla="*/ 63463 h 116062"/>
                <a:gd name="connsiteX3" fmla="*/ 31731 w 67750"/>
                <a:gd name="connsiteY3" fmla="*/ 48026 h 116062"/>
                <a:gd name="connsiteX4" fmla="*/ 11435 w 67750"/>
                <a:gd name="connsiteY4" fmla="*/ 52600 h 116062"/>
                <a:gd name="connsiteX5" fmla="*/ 7432 w 67750"/>
                <a:gd name="connsiteY5" fmla="*/ 36877 h 116062"/>
                <a:gd name="connsiteX6" fmla="*/ 33732 w 67750"/>
                <a:gd name="connsiteY6" fmla="*/ 32303 h 116062"/>
                <a:gd name="connsiteX7" fmla="*/ 67751 w 67750"/>
                <a:gd name="connsiteY7" fmla="*/ 63177 h 116062"/>
                <a:gd name="connsiteX8" fmla="*/ 67751 w 67750"/>
                <a:gd name="connsiteY8" fmla="*/ 114347 h 116062"/>
                <a:gd name="connsiteX9" fmla="*/ 50027 w 67750"/>
                <a:gd name="connsiteY9" fmla="*/ 114347 h 116062"/>
                <a:gd name="connsiteX10" fmla="*/ 50027 w 67750"/>
                <a:gd name="connsiteY10" fmla="*/ 105771 h 116062"/>
                <a:gd name="connsiteX11" fmla="*/ 49741 w 67750"/>
                <a:gd name="connsiteY11" fmla="*/ 105771 h 116062"/>
                <a:gd name="connsiteX12" fmla="*/ 26300 w 67750"/>
                <a:gd name="connsiteY12" fmla="*/ 116063 h 116062"/>
                <a:gd name="connsiteX13" fmla="*/ 0 w 67750"/>
                <a:gd name="connsiteY13" fmla="*/ 90620 h 116062"/>
                <a:gd name="connsiteX14" fmla="*/ 34304 w 67750"/>
                <a:gd name="connsiteY14" fmla="*/ 64606 h 116062"/>
                <a:gd name="connsiteX15" fmla="*/ 19153 w 67750"/>
                <a:gd name="connsiteY15" fmla="*/ 21726 h 116062"/>
                <a:gd name="connsiteX16" fmla="*/ 8004 w 67750"/>
                <a:gd name="connsiteY16" fmla="*/ 10863 h 116062"/>
                <a:gd name="connsiteX17" fmla="*/ 19153 w 67750"/>
                <a:gd name="connsiteY17" fmla="*/ 0 h 116062"/>
                <a:gd name="connsiteX18" fmla="*/ 30302 w 67750"/>
                <a:gd name="connsiteY18" fmla="*/ 10863 h 116062"/>
                <a:gd name="connsiteX19" fmla="*/ 19153 w 67750"/>
                <a:gd name="connsiteY19" fmla="*/ 21726 h 116062"/>
                <a:gd name="connsiteX20" fmla="*/ 31160 w 67750"/>
                <a:gd name="connsiteY20" fmla="*/ 102055 h 116062"/>
                <a:gd name="connsiteX21" fmla="*/ 49455 w 67750"/>
                <a:gd name="connsiteY21" fmla="*/ 92335 h 116062"/>
                <a:gd name="connsiteX22" fmla="*/ 49455 w 67750"/>
                <a:gd name="connsiteY22" fmla="*/ 78328 h 116062"/>
                <a:gd name="connsiteX23" fmla="*/ 36305 w 67750"/>
                <a:gd name="connsiteY23" fmla="*/ 76899 h 116062"/>
                <a:gd name="connsiteX24" fmla="*/ 17724 w 67750"/>
                <a:gd name="connsiteY24" fmla="*/ 90048 h 116062"/>
                <a:gd name="connsiteX25" fmla="*/ 31160 w 67750"/>
                <a:gd name="connsiteY25" fmla="*/ 102055 h 116062"/>
                <a:gd name="connsiteX26" fmla="*/ 52028 w 67750"/>
                <a:gd name="connsiteY26" fmla="*/ 21726 h 116062"/>
                <a:gd name="connsiteX27" fmla="*/ 40879 w 67750"/>
                <a:gd name="connsiteY27" fmla="*/ 10863 h 116062"/>
                <a:gd name="connsiteX28" fmla="*/ 52028 w 67750"/>
                <a:gd name="connsiteY28" fmla="*/ 0 h 116062"/>
                <a:gd name="connsiteX29" fmla="*/ 63177 w 67750"/>
                <a:gd name="connsiteY29" fmla="*/ 10863 h 116062"/>
                <a:gd name="connsiteX30" fmla="*/ 52028 w 67750"/>
                <a:gd name="connsiteY30" fmla="*/ 21726 h 116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750" h="116062">
                  <a:moveTo>
                    <a:pt x="34304" y="64606"/>
                  </a:moveTo>
                  <a:cubicBezTo>
                    <a:pt x="39450" y="64606"/>
                    <a:pt x="44310" y="64892"/>
                    <a:pt x="49455" y="66321"/>
                  </a:cubicBezTo>
                  <a:lnTo>
                    <a:pt x="49455" y="63463"/>
                  </a:lnTo>
                  <a:cubicBezTo>
                    <a:pt x="49455" y="53171"/>
                    <a:pt x="43452" y="48026"/>
                    <a:pt x="31731" y="48026"/>
                  </a:cubicBezTo>
                  <a:cubicBezTo>
                    <a:pt x="25156" y="48026"/>
                    <a:pt x="18010" y="49455"/>
                    <a:pt x="11435" y="52600"/>
                  </a:cubicBezTo>
                  <a:lnTo>
                    <a:pt x="7432" y="36877"/>
                  </a:lnTo>
                  <a:cubicBezTo>
                    <a:pt x="14865" y="34018"/>
                    <a:pt x="24585" y="32303"/>
                    <a:pt x="33732" y="32303"/>
                  </a:cubicBezTo>
                  <a:cubicBezTo>
                    <a:pt x="56316" y="32303"/>
                    <a:pt x="67751" y="42880"/>
                    <a:pt x="67751" y="63177"/>
                  </a:cubicBezTo>
                  <a:lnTo>
                    <a:pt x="67751" y="114347"/>
                  </a:lnTo>
                  <a:lnTo>
                    <a:pt x="50027" y="114347"/>
                  </a:lnTo>
                  <a:lnTo>
                    <a:pt x="50027" y="105771"/>
                  </a:lnTo>
                  <a:lnTo>
                    <a:pt x="49741" y="105771"/>
                  </a:lnTo>
                  <a:cubicBezTo>
                    <a:pt x="42880" y="112918"/>
                    <a:pt x="35734" y="116063"/>
                    <a:pt x="26300" y="116063"/>
                  </a:cubicBezTo>
                  <a:cubicBezTo>
                    <a:pt x="10291" y="116063"/>
                    <a:pt x="0" y="106057"/>
                    <a:pt x="0" y="90620"/>
                  </a:cubicBezTo>
                  <a:cubicBezTo>
                    <a:pt x="0" y="73754"/>
                    <a:pt x="12006" y="64606"/>
                    <a:pt x="34304" y="64606"/>
                  </a:cubicBezTo>
                  <a:close/>
                  <a:moveTo>
                    <a:pt x="19153" y="21726"/>
                  </a:moveTo>
                  <a:cubicBezTo>
                    <a:pt x="13150" y="21726"/>
                    <a:pt x="8004" y="16580"/>
                    <a:pt x="8004" y="10863"/>
                  </a:cubicBezTo>
                  <a:cubicBezTo>
                    <a:pt x="8004" y="5146"/>
                    <a:pt x="13150" y="0"/>
                    <a:pt x="19153" y="0"/>
                  </a:cubicBezTo>
                  <a:cubicBezTo>
                    <a:pt x="25156" y="0"/>
                    <a:pt x="30302" y="5146"/>
                    <a:pt x="30302" y="10863"/>
                  </a:cubicBezTo>
                  <a:cubicBezTo>
                    <a:pt x="30302" y="16866"/>
                    <a:pt x="25156" y="21726"/>
                    <a:pt x="19153" y="21726"/>
                  </a:cubicBezTo>
                  <a:close/>
                  <a:moveTo>
                    <a:pt x="31160" y="102055"/>
                  </a:moveTo>
                  <a:cubicBezTo>
                    <a:pt x="38020" y="102055"/>
                    <a:pt x="44310" y="98625"/>
                    <a:pt x="49455" y="92335"/>
                  </a:cubicBezTo>
                  <a:lnTo>
                    <a:pt x="49455" y="78328"/>
                  </a:lnTo>
                  <a:cubicBezTo>
                    <a:pt x="45167" y="77184"/>
                    <a:pt x="40593" y="76899"/>
                    <a:pt x="36305" y="76899"/>
                  </a:cubicBezTo>
                  <a:cubicBezTo>
                    <a:pt x="24585" y="76899"/>
                    <a:pt x="17724" y="81472"/>
                    <a:pt x="17724" y="90048"/>
                  </a:cubicBezTo>
                  <a:cubicBezTo>
                    <a:pt x="18010" y="97481"/>
                    <a:pt x="23155" y="102055"/>
                    <a:pt x="31160" y="102055"/>
                  </a:cubicBezTo>
                  <a:close/>
                  <a:moveTo>
                    <a:pt x="52028" y="21726"/>
                  </a:moveTo>
                  <a:cubicBezTo>
                    <a:pt x="46025" y="21726"/>
                    <a:pt x="40879" y="16580"/>
                    <a:pt x="40879" y="10863"/>
                  </a:cubicBezTo>
                  <a:cubicBezTo>
                    <a:pt x="40879" y="5146"/>
                    <a:pt x="46025" y="0"/>
                    <a:pt x="52028" y="0"/>
                  </a:cubicBezTo>
                  <a:cubicBezTo>
                    <a:pt x="58031" y="0"/>
                    <a:pt x="63177" y="5146"/>
                    <a:pt x="63177" y="10863"/>
                  </a:cubicBezTo>
                  <a:cubicBezTo>
                    <a:pt x="63177" y="16866"/>
                    <a:pt x="57745" y="21726"/>
                    <a:pt x="52028" y="217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0" name="Freihandform: Form 219">
              <a:extLst>
                <a:ext uri="{FF2B5EF4-FFF2-40B4-BE49-F238E27FC236}">
                  <a16:creationId xmlns:a16="http://schemas.microsoft.com/office/drawing/2014/main" id="{B0A67168-F32D-4D4D-A00C-917CD9297BE8}"/>
                </a:ext>
              </a:extLst>
            </p:cNvPr>
            <p:cNvSpPr/>
            <p:nvPr/>
          </p:nvSpPr>
          <p:spPr>
            <a:xfrm>
              <a:off x="3320097" y="40960"/>
              <a:ext cx="49740" cy="107486"/>
            </a:xfrm>
            <a:custGeom>
              <a:avLst/>
              <a:gdLst>
                <a:gd name="connsiteX0" fmla="*/ 49741 w 49740"/>
                <a:gd name="connsiteY0" fmla="*/ 88619 h 107486"/>
                <a:gd name="connsiteX1" fmla="*/ 49741 w 49740"/>
                <a:gd name="connsiteY1" fmla="*/ 104628 h 107486"/>
                <a:gd name="connsiteX2" fmla="*/ 34018 w 49740"/>
                <a:gd name="connsiteY2" fmla="*/ 107486 h 107486"/>
                <a:gd name="connsiteX3" fmla="*/ 12292 w 49740"/>
                <a:gd name="connsiteY3" fmla="*/ 84903 h 107486"/>
                <a:gd name="connsiteX4" fmla="*/ 12292 w 49740"/>
                <a:gd name="connsiteY4" fmla="*/ 41165 h 107486"/>
                <a:gd name="connsiteX5" fmla="*/ 0 w 49740"/>
                <a:gd name="connsiteY5" fmla="*/ 41165 h 107486"/>
                <a:gd name="connsiteX6" fmla="*/ 0 w 49740"/>
                <a:gd name="connsiteY6" fmla="*/ 25728 h 107486"/>
                <a:gd name="connsiteX7" fmla="*/ 12006 w 49740"/>
                <a:gd name="connsiteY7" fmla="*/ 25728 h 107486"/>
                <a:gd name="connsiteX8" fmla="*/ 12006 w 49740"/>
                <a:gd name="connsiteY8" fmla="*/ 4002 h 107486"/>
                <a:gd name="connsiteX9" fmla="*/ 30588 w 49740"/>
                <a:gd name="connsiteY9" fmla="*/ 0 h 107486"/>
                <a:gd name="connsiteX10" fmla="*/ 30588 w 49740"/>
                <a:gd name="connsiteY10" fmla="*/ 26014 h 107486"/>
                <a:gd name="connsiteX11" fmla="*/ 49741 w 49740"/>
                <a:gd name="connsiteY11" fmla="*/ 26014 h 107486"/>
                <a:gd name="connsiteX12" fmla="*/ 49741 w 49740"/>
                <a:gd name="connsiteY12" fmla="*/ 41451 h 107486"/>
                <a:gd name="connsiteX13" fmla="*/ 30588 w 49740"/>
                <a:gd name="connsiteY13" fmla="*/ 41451 h 107486"/>
                <a:gd name="connsiteX14" fmla="*/ 30588 w 49740"/>
                <a:gd name="connsiteY14" fmla="*/ 80901 h 107486"/>
                <a:gd name="connsiteX15" fmla="*/ 39164 w 49740"/>
                <a:gd name="connsiteY15" fmla="*/ 91478 h 107486"/>
                <a:gd name="connsiteX16" fmla="*/ 49741 w 49740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0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1" name="Freihandform: Form 220">
              <a:extLst>
                <a:ext uri="{FF2B5EF4-FFF2-40B4-BE49-F238E27FC236}">
                  <a16:creationId xmlns:a16="http://schemas.microsoft.com/office/drawing/2014/main" id="{99096E6E-B984-4028-B47B-1EA912394AC6}"/>
                </a:ext>
              </a:extLst>
            </p:cNvPr>
            <p:cNvSpPr/>
            <p:nvPr/>
          </p:nvSpPr>
          <p:spPr>
            <a:xfrm>
              <a:off x="3433872" y="66688"/>
              <a:ext cx="68894" cy="82044"/>
            </a:xfrm>
            <a:custGeom>
              <a:avLst/>
              <a:gdLst>
                <a:gd name="connsiteX0" fmla="*/ 18867 w 68894"/>
                <a:gd name="connsiteY0" fmla="*/ 48026 h 82044"/>
                <a:gd name="connsiteX1" fmla="*/ 34876 w 68894"/>
                <a:gd name="connsiteY1" fmla="*/ 64892 h 82044"/>
                <a:gd name="connsiteX2" fmla="*/ 50313 w 68894"/>
                <a:gd name="connsiteY2" fmla="*/ 48026 h 82044"/>
                <a:gd name="connsiteX3" fmla="*/ 50313 w 68894"/>
                <a:gd name="connsiteY3" fmla="*/ 0 h 82044"/>
                <a:gd name="connsiteX4" fmla="*/ 68894 w 68894"/>
                <a:gd name="connsiteY4" fmla="*/ 0 h 82044"/>
                <a:gd name="connsiteX5" fmla="*/ 68894 w 68894"/>
                <a:gd name="connsiteY5" fmla="*/ 48598 h 82044"/>
                <a:gd name="connsiteX6" fmla="*/ 35162 w 68894"/>
                <a:gd name="connsiteY6" fmla="*/ 82044 h 82044"/>
                <a:gd name="connsiteX7" fmla="*/ 0 w 68894"/>
                <a:gd name="connsiteY7" fmla="*/ 48883 h 82044"/>
                <a:gd name="connsiteX8" fmla="*/ 0 w 68894"/>
                <a:gd name="connsiteY8" fmla="*/ 286 h 82044"/>
                <a:gd name="connsiteX9" fmla="*/ 18581 w 68894"/>
                <a:gd name="connsiteY9" fmla="*/ 286 h 82044"/>
                <a:gd name="connsiteX10" fmla="*/ 18581 w 68894"/>
                <a:gd name="connsiteY10" fmla="*/ 48026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894" h="82044">
                  <a:moveTo>
                    <a:pt x="18867" y="48026"/>
                  </a:moveTo>
                  <a:cubicBezTo>
                    <a:pt x="18867" y="58889"/>
                    <a:pt x="24299" y="64892"/>
                    <a:pt x="34876" y="64892"/>
                  </a:cubicBezTo>
                  <a:cubicBezTo>
                    <a:pt x="45167" y="64892"/>
                    <a:pt x="50313" y="59175"/>
                    <a:pt x="50313" y="48026"/>
                  </a:cubicBezTo>
                  <a:lnTo>
                    <a:pt x="50313" y="0"/>
                  </a:lnTo>
                  <a:lnTo>
                    <a:pt x="68894" y="0"/>
                  </a:lnTo>
                  <a:lnTo>
                    <a:pt x="68894" y="48598"/>
                  </a:lnTo>
                  <a:cubicBezTo>
                    <a:pt x="68894" y="69752"/>
                    <a:pt x="57174" y="82044"/>
                    <a:pt x="35162" y="82044"/>
                  </a:cubicBezTo>
                  <a:cubicBezTo>
                    <a:pt x="13436" y="82044"/>
                    <a:pt x="0" y="69752"/>
                    <a:pt x="0" y="48883"/>
                  </a:cubicBezTo>
                  <a:lnTo>
                    <a:pt x="0" y="286"/>
                  </a:lnTo>
                  <a:lnTo>
                    <a:pt x="18581" y="286"/>
                  </a:lnTo>
                  <a:lnTo>
                    <a:pt x="18581" y="4802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2" name="Freihandform: Form 221">
              <a:extLst>
                <a:ext uri="{FF2B5EF4-FFF2-40B4-BE49-F238E27FC236}">
                  <a16:creationId xmlns:a16="http://schemas.microsoft.com/office/drawing/2014/main" id="{50AFA9AA-F478-4623-B334-3BAEF63D2261}"/>
                </a:ext>
              </a:extLst>
            </p:cNvPr>
            <p:cNvSpPr/>
            <p:nvPr/>
          </p:nvSpPr>
          <p:spPr>
            <a:xfrm>
              <a:off x="3526779" y="64687"/>
              <a:ext cx="68608" cy="82044"/>
            </a:xfrm>
            <a:custGeom>
              <a:avLst/>
              <a:gdLst>
                <a:gd name="connsiteX0" fmla="*/ 68608 w 68608"/>
                <a:gd name="connsiteY0" fmla="*/ 81758 h 82044"/>
                <a:gd name="connsiteX1" fmla="*/ 50027 w 68608"/>
                <a:gd name="connsiteY1" fmla="*/ 81758 h 82044"/>
                <a:gd name="connsiteX2" fmla="*/ 50027 w 68608"/>
                <a:gd name="connsiteY2" fmla="*/ 36019 h 82044"/>
                <a:gd name="connsiteX3" fmla="*/ 35162 w 68608"/>
                <a:gd name="connsiteY3" fmla="*/ 16580 h 82044"/>
                <a:gd name="connsiteX4" fmla="*/ 18581 w 68608"/>
                <a:gd name="connsiteY4" fmla="*/ 36019 h 82044"/>
                <a:gd name="connsiteX5" fmla="*/ 18581 w 68608"/>
                <a:gd name="connsiteY5" fmla="*/ 82044 h 82044"/>
                <a:gd name="connsiteX6" fmla="*/ 0 w 68608"/>
                <a:gd name="connsiteY6" fmla="*/ 82044 h 82044"/>
                <a:gd name="connsiteX7" fmla="*/ 0 w 68608"/>
                <a:gd name="connsiteY7" fmla="*/ 2001 h 82044"/>
                <a:gd name="connsiteX8" fmla="*/ 18581 w 68608"/>
                <a:gd name="connsiteY8" fmla="*/ 2001 h 82044"/>
                <a:gd name="connsiteX9" fmla="*/ 18581 w 68608"/>
                <a:gd name="connsiteY9" fmla="*/ 11721 h 82044"/>
                <a:gd name="connsiteX10" fmla="*/ 18867 w 68608"/>
                <a:gd name="connsiteY10" fmla="*/ 11721 h 82044"/>
                <a:gd name="connsiteX11" fmla="*/ 42308 w 68608"/>
                <a:gd name="connsiteY11" fmla="*/ 0 h 82044"/>
                <a:gd name="connsiteX12" fmla="*/ 68608 w 68608"/>
                <a:gd name="connsiteY12" fmla="*/ 32303 h 82044"/>
                <a:gd name="connsiteX13" fmla="*/ 68608 w 68608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82044">
                  <a:moveTo>
                    <a:pt x="68608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6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8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3" name="Freihandform: Form 222">
              <a:extLst>
                <a:ext uri="{FF2B5EF4-FFF2-40B4-BE49-F238E27FC236}">
                  <a16:creationId xmlns:a16="http://schemas.microsoft.com/office/drawing/2014/main" id="{D8A89570-FCAB-45B0-AB90-6828CDF05FFD}"/>
                </a:ext>
              </a:extLst>
            </p:cNvPr>
            <p:cNvSpPr/>
            <p:nvPr/>
          </p:nvSpPr>
          <p:spPr>
            <a:xfrm>
              <a:off x="3615112" y="29811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581 w 74611"/>
                <a:gd name="connsiteY12" fmla="*/ 76613 h 118921"/>
                <a:gd name="connsiteX13" fmla="*/ 37163 w 74611"/>
                <a:gd name="connsiteY13" fmla="*/ 102341 h 118921"/>
                <a:gd name="connsiteX14" fmla="*/ 56316 w 74611"/>
                <a:gd name="connsiteY14" fmla="*/ 91764 h 118921"/>
                <a:gd name="connsiteX15" fmla="*/ 56316 w 74611"/>
                <a:gd name="connsiteY15" fmla="*/ 62605 h 118921"/>
                <a:gd name="connsiteX16" fmla="*/ 37163 w 74611"/>
                <a:gd name="connsiteY16" fmla="*/ 52028 h 118921"/>
                <a:gd name="connsiteX17" fmla="*/ 18581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581" y="76613"/>
                  </a:moveTo>
                  <a:cubicBezTo>
                    <a:pt x="18581" y="92907"/>
                    <a:pt x="25442" y="102341"/>
                    <a:pt x="37163" y="102341"/>
                  </a:cubicBezTo>
                  <a:cubicBezTo>
                    <a:pt x="44310" y="102341"/>
                    <a:pt x="50313" y="98910"/>
                    <a:pt x="56316" y="91764"/>
                  </a:cubicBezTo>
                  <a:lnTo>
                    <a:pt x="56316" y="62605"/>
                  </a:lnTo>
                  <a:cubicBezTo>
                    <a:pt x="50885" y="55458"/>
                    <a:pt x="44881" y="52028"/>
                    <a:pt x="37163" y="52028"/>
                  </a:cubicBezTo>
                  <a:cubicBezTo>
                    <a:pt x="25157" y="51742"/>
                    <a:pt x="18581" y="60604"/>
                    <a:pt x="18581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4" name="Freihandform: Form 223">
              <a:extLst>
                <a:ext uri="{FF2B5EF4-FFF2-40B4-BE49-F238E27FC236}">
                  <a16:creationId xmlns:a16="http://schemas.microsoft.com/office/drawing/2014/main" id="{5E55572E-2064-4394-B012-FCE69D487F70}"/>
                </a:ext>
              </a:extLst>
            </p:cNvPr>
            <p:cNvSpPr/>
            <p:nvPr/>
          </p:nvSpPr>
          <p:spPr>
            <a:xfrm>
              <a:off x="1648912" y="209051"/>
              <a:ext cx="69751" cy="110630"/>
            </a:xfrm>
            <a:custGeom>
              <a:avLst/>
              <a:gdLst>
                <a:gd name="connsiteX0" fmla="*/ 69752 w 69751"/>
                <a:gd name="connsiteY0" fmla="*/ 18010 h 110630"/>
                <a:gd name="connsiteX1" fmla="*/ 19725 w 69751"/>
                <a:gd name="connsiteY1" fmla="*/ 18010 h 110630"/>
                <a:gd name="connsiteX2" fmla="*/ 19725 w 69751"/>
                <a:gd name="connsiteY2" fmla="*/ 45453 h 110630"/>
                <a:gd name="connsiteX3" fmla="*/ 56888 w 69751"/>
                <a:gd name="connsiteY3" fmla="*/ 45453 h 110630"/>
                <a:gd name="connsiteX4" fmla="*/ 56888 w 69751"/>
                <a:gd name="connsiteY4" fmla="*/ 63463 h 110630"/>
                <a:gd name="connsiteX5" fmla="*/ 19725 w 69751"/>
                <a:gd name="connsiteY5" fmla="*/ 63463 h 110630"/>
                <a:gd name="connsiteX6" fmla="*/ 19725 w 69751"/>
                <a:gd name="connsiteY6" fmla="*/ 110631 h 110630"/>
                <a:gd name="connsiteX7" fmla="*/ 0 w 69751"/>
                <a:gd name="connsiteY7" fmla="*/ 110631 h 110630"/>
                <a:gd name="connsiteX8" fmla="*/ 0 w 69751"/>
                <a:gd name="connsiteY8" fmla="*/ 0 h 110630"/>
                <a:gd name="connsiteX9" fmla="*/ 69466 w 69751"/>
                <a:gd name="connsiteY9" fmla="*/ 0 h 110630"/>
                <a:gd name="connsiteX10" fmla="*/ 69466 w 69751"/>
                <a:gd name="connsiteY10" fmla="*/ 18010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751" h="110630">
                  <a:moveTo>
                    <a:pt x="69752" y="18010"/>
                  </a:moveTo>
                  <a:lnTo>
                    <a:pt x="19725" y="18010"/>
                  </a:lnTo>
                  <a:lnTo>
                    <a:pt x="19725" y="45453"/>
                  </a:lnTo>
                  <a:lnTo>
                    <a:pt x="56888" y="45453"/>
                  </a:lnTo>
                  <a:lnTo>
                    <a:pt x="56888" y="63463"/>
                  </a:lnTo>
                  <a:lnTo>
                    <a:pt x="19725" y="6346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01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5" name="Freihandform: Form 224">
              <a:extLst>
                <a:ext uri="{FF2B5EF4-FFF2-40B4-BE49-F238E27FC236}">
                  <a16:creationId xmlns:a16="http://schemas.microsoft.com/office/drawing/2014/main" id="{AB1C19C7-174E-4E40-B14E-DEDD91C40E6B}"/>
                </a:ext>
              </a:extLst>
            </p:cNvPr>
            <p:cNvSpPr/>
            <p:nvPr/>
          </p:nvSpPr>
          <p:spPr>
            <a:xfrm>
              <a:off x="1722094" y="237638"/>
              <a:ext cx="67750" cy="83759"/>
            </a:xfrm>
            <a:custGeom>
              <a:avLst/>
              <a:gdLst>
                <a:gd name="connsiteX0" fmla="*/ 34304 w 67750"/>
                <a:gd name="connsiteY0" fmla="*/ 32303 h 83759"/>
                <a:gd name="connsiteX1" fmla="*/ 49455 w 67750"/>
                <a:gd name="connsiteY1" fmla="*/ 34018 h 83759"/>
                <a:gd name="connsiteX2" fmla="*/ 49455 w 67750"/>
                <a:gd name="connsiteY2" fmla="*/ 31160 h 83759"/>
                <a:gd name="connsiteX3" fmla="*/ 31731 w 67750"/>
                <a:gd name="connsiteY3" fmla="*/ 15723 h 83759"/>
                <a:gd name="connsiteX4" fmla="*/ 11435 w 67750"/>
                <a:gd name="connsiteY4" fmla="*/ 20297 h 83759"/>
                <a:gd name="connsiteX5" fmla="*/ 7433 w 67750"/>
                <a:gd name="connsiteY5" fmla="*/ 4574 h 83759"/>
                <a:gd name="connsiteX6" fmla="*/ 33732 w 67750"/>
                <a:gd name="connsiteY6" fmla="*/ 0 h 83759"/>
                <a:gd name="connsiteX7" fmla="*/ 67751 w 67750"/>
                <a:gd name="connsiteY7" fmla="*/ 30874 h 83759"/>
                <a:gd name="connsiteX8" fmla="*/ 67751 w 67750"/>
                <a:gd name="connsiteY8" fmla="*/ 82044 h 83759"/>
                <a:gd name="connsiteX9" fmla="*/ 50027 w 67750"/>
                <a:gd name="connsiteY9" fmla="*/ 82044 h 83759"/>
                <a:gd name="connsiteX10" fmla="*/ 50027 w 67750"/>
                <a:gd name="connsiteY10" fmla="*/ 73468 h 83759"/>
                <a:gd name="connsiteX11" fmla="*/ 49741 w 67750"/>
                <a:gd name="connsiteY11" fmla="*/ 73468 h 83759"/>
                <a:gd name="connsiteX12" fmla="*/ 26300 w 67750"/>
                <a:gd name="connsiteY12" fmla="*/ 83759 h 83759"/>
                <a:gd name="connsiteX13" fmla="*/ 0 w 67750"/>
                <a:gd name="connsiteY13" fmla="*/ 58317 h 83759"/>
                <a:gd name="connsiteX14" fmla="*/ 34304 w 67750"/>
                <a:gd name="connsiteY14" fmla="*/ 32303 h 83759"/>
                <a:gd name="connsiteX15" fmla="*/ 31160 w 67750"/>
                <a:gd name="connsiteY15" fmla="*/ 69752 h 83759"/>
                <a:gd name="connsiteX16" fmla="*/ 49455 w 67750"/>
                <a:gd name="connsiteY16" fmla="*/ 60032 h 83759"/>
                <a:gd name="connsiteX17" fmla="*/ 49455 w 67750"/>
                <a:gd name="connsiteY17" fmla="*/ 46311 h 83759"/>
                <a:gd name="connsiteX18" fmla="*/ 36305 w 67750"/>
                <a:gd name="connsiteY18" fmla="*/ 44881 h 83759"/>
                <a:gd name="connsiteX19" fmla="*/ 17724 w 67750"/>
                <a:gd name="connsiteY19" fmla="*/ 58031 h 83759"/>
                <a:gd name="connsiteX20" fmla="*/ 31160 w 67750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0" h="83759">
                  <a:moveTo>
                    <a:pt x="34304" y="32303"/>
                  </a:moveTo>
                  <a:cubicBezTo>
                    <a:pt x="39450" y="32303"/>
                    <a:pt x="44310" y="32589"/>
                    <a:pt x="49455" y="34018"/>
                  </a:cubicBezTo>
                  <a:lnTo>
                    <a:pt x="49455" y="31160"/>
                  </a:lnTo>
                  <a:cubicBezTo>
                    <a:pt x="49455" y="20868"/>
                    <a:pt x="43452" y="15723"/>
                    <a:pt x="31731" y="15723"/>
                  </a:cubicBezTo>
                  <a:cubicBezTo>
                    <a:pt x="25156" y="15723"/>
                    <a:pt x="18010" y="17152"/>
                    <a:pt x="11435" y="20297"/>
                  </a:cubicBezTo>
                  <a:lnTo>
                    <a:pt x="7433" y="4574"/>
                  </a:lnTo>
                  <a:cubicBezTo>
                    <a:pt x="14865" y="1715"/>
                    <a:pt x="24585" y="0"/>
                    <a:pt x="33732" y="0"/>
                  </a:cubicBezTo>
                  <a:cubicBezTo>
                    <a:pt x="56316" y="0"/>
                    <a:pt x="67751" y="10577"/>
                    <a:pt x="67751" y="30874"/>
                  </a:cubicBezTo>
                  <a:lnTo>
                    <a:pt x="67751" y="82044"/>
                  </a:lnTo>
                  <a:lnTo>
                    <a:pt x="50027" y="82044"/>
                  </a:lnTo>
                  <a:lnTo>
                    <a:pt x="50027" y="73468"/>
                  </a:lnTo>
                  <a:lnTo>
                    <a:pt x="49741" y="73468"/>
                  </a:lnTo>
                  <a:cubicBezTo>
                    <a:pt x="42880" y="80615"/>
                    <a:pt x="35734" y="83759"/>
                    <a:pt x="26300" y="83759"/>
                  </a:cubicBezTo>
                  <a:cubicBezTo>
                    <a:pt x="10291" y="83759"/>
                    <a:pt x="0" y="73754"/>
                    <a:pt x="0" y="58317"/>
                  </a:cubicBezTo>
                  <a:cubicBezTo>
                    <a:pt x="0" y="41451"/>
                    <a:pt x="12006" y="32303"/>
                    <a:pt x="34304" y="32303"/>
                  </a:cubicBezTo>
                  <a:close/>
                  <a:moveTo>
                    <a:pt x="31160" y="69752"/>
                  </a:moveTo>
                  <a:cubicBezTo>
                    <a:pt x="38020" y="69752"/>
                    <a:pt x="44310" y="66321"/>
                    <a:pt x="49455" y="60032"/>
                  </a:cubicBezTo>
                  <a:lnTo>
                    <a:pt x="49455" y="46311"/>
                  </a:lnTo>
                  <a:cubicBezTo>
                    <a:pt x="45167" y="45167"/>
                    <a:pt x="40593" y="44881"/>
                    <a:pt x="36305" y="44881"/>
                  </a:cubicBezTo>
                  <a:cubicBezTo>
                    <a:pt x="24585" y="44881"/>
                    <a:pt x="17724" y="49455"/>
                    <a:pt x="17724" y="58031"/>
                  </a:cubicBezTo>
                  <a:cubicBezTo>
                    <a:pt x="18010" y="65178"/>
                    <a:pt x="23155" y="69752"/>
                    <a:pt x="31160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6" name="Freihandform: Form 225">
              <a:extLst>
                <a:ext uri="{FF2B5EF4-FFF2-40B4-BE49-F238E27FC236}">
                  <a16:creationId xmlns:a16="http://schemas.microsoft.com/office/drawing/2014/main" id="{0FA12A8A-6A2E-48EE-BCE2-B0B9B6CBB27A}"/>
                </a:ext>
              </a:extLst>
            </p:cNvPr>
            <p:cNvSpPr/>
            <p:nvPr/>
          </p:nvSpPr>
          <p:spPr>
            <a:xfrm>
              <a:off x="1809570" y="237352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7" name="Freihandform: Form 226">
              <a:extLst>
                <a:ext uri="{FF2B5EF4-FFF2-40B4-BE49-F238E27FC236}">
                  <a16:creationId xmlns:a16="http://schemas.microsoft.com/office/drawing/2014/main" id="{3D506DCC-DA72-4AD0-A01A-4352D892B228}"/>
                </a:ext>
              </a:extLst>
            </p:cNvPr>
            <p:cNvSpPr/>
            <p:nvPr/>
          </p:nvSpPr>
          <p:spPr>
            <a:xfrm>
              <a:off x="1893329" y="202762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6 h 116920"/>
                <a:gd name="connsiteX10" fmla="*/ 18867 w 68608"/>
                <a:gd name="connsiteY10" fmla="*/ 46596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8" name="Freihandform: Form 227">
              <a:extLst>
                <a:ext uri="{FF2B5EF4-FFF2-40B4-BE49-F238E27FC236}">
                  <a16:creationId xmlns:a16="http://schemas.microsoft.com/office/drawing/2014/main" id="{842DA7F3-A16D-4708-9BBD-C812086FC6D8}"/>
                </a:ext>
              </a:extLst>
            </p:cNvPr>
            <p:cNvSpPr/>
            <p:nvPr/>
          </p:nvSpPr>
          <p:spPr>
            <a:xfrm>
              <a:off x="1985665" y="202476"/>
              <a:ext cx="74611" cy="118921"/>
            </a:xfrm>
            <a:custGeom>
              <a:avLst/>
              <a:gdLst>
                <a:gd name="connsiteX0" fmla="*/ 74612 w 74611"/>
                <a:gd name="connsiteY0" fmla="*/ 76613 h 118921"/>
                <a:gd name="connsiteX1" fmla="*/ 42023 w 74611"/>
                <a:gd name="connsiteY1" fmla="*/ 118921 h 118921"/>
                <a:gd name="connsiteX2" fmla="*/ 18296 w 74611"/>
                <a:gd name="connsiteY2" fmla="*/ 107772 h 118921"/>
                <a:gd name="connsiteX3" fmla="*/ 18010 w 74611"/>
                <a:gd name="connsiteY3" fmla="*/ 107772 h 118921"/>
                <a:gd name="connsiteX4" fmla="*/ 18010 w 74611"/>
                <a:gd name="connsiteY4" fmla="*/ 116920 h 118921"/>
                <a:gd name="connsiteX5" fmla="*/ 0 w 74611"/>
                <a:gd name="connsiteY5" fmla="*/ 116920 h 118921"/>
                <a:gd name="connsiteX6" fmla="*/ 0 w 74611"/>
                <a:gd name="connsiteY6" fmla="*/ 4574 h 118921"/>
                <a:gd name="connsiteX7" fmla="*/ 18581 w 74611"/>
                <a:gd name="connsiteY7" fmla="*/ 0 h 118921"/>
                <a:gd name="connsiteX8" fmla="*/ 18581 w 74611"/>
                <a:gd name="connsiteY8" fmla="*/ 46311 h 118921"/>
                <a:gd name="connsiteX9" fmla="*/ 18867 w 74611"/>
                <a:gd name="connsiteY9" fmla="*/ 46311 h 118921"/>
                <a:gd name="connsiteX10" fmla="*/ 42308 w 74611"/>
                <a:gd name="connsiteY10" fmla="*/ 34876 h 118921"/>
                <a:gd name="connsiteX11" fmla="*/ 74612 w 74611"/>
                <a:gd name="connsiteY11" fmla="*/ 76613 h 118921"/>
                <a:gd name="connsiteX12" fmla="*/ 56316 w 74611"/>
                <a:gd name="connsiteY12" fmla="*/ 76899 h 118921"/>
                <a:gd name="connsiteX13" fmla="*/ 37735 w 74611"/>
                <a:gd name="connsiteY13" fmla="*/ 51742 h 118921"/>
                <a:gd name="connsiteX14" fmla="*/ 18867 w 74611"/>
                <a:gd name="connsiteY14" fmla="*/ 62033 h 118921"/>
                <a:gd name="connsiteX15" fmla="*/ 18867 w 74611"/>
                <a:gd name="connsiteY15" fmla="*/ 91192 h 118921"/>
                <a:gd name="connsiteX16" fmla="*/ 38020 w 74611"/>
                <a:gd name="connsiteY16" fmla="*/ 102055 h 118921"/>
                <a:gd name="connsiteX17" fmla="*/ 56316 w 74611"/>
                <a:gd name="connsiteY17" fmla="*/ 76899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74612" y="76613"/>
                  </a:moveTo>
                  <a:cubicBezTo>
                    <a:pt x="74612" y="102341"/>
                    <a:pt x="61462" y="118921"/>
                    <a:pt x="42023" y="118921"/>
                  </a:cubicBezTo>
                  <a:cubicBezTo>
                    <a:pt x="32017" y="118921"/>
                    <a:pt x="23727" y="114633"/>
                    <a:pt x="18296" y="107772"/>
                  </a:cubicBezTo>
                  <a:lnTo>
                    <a:pt x="18010" y="107772"/>
                  </a:lnTo>
                  <a:lnTo>
                    <a:pt x="18010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311"/>
                  </a:lnTo>
                  <a:lnTo>
                    <a:pt x="18867" y="46311"/>
                  </a:lnTo>
                  <a:cubicBezTo>
                    <a:pt x="24299" y="39164"/>
                    <a:pt x="32303" y="34876"/>
                    <a:pt x="42308" y="34876"/>
                  </a:cubicBezTo>
                  <a:cubicBezTo>
                    <a:pt x="61747" y="34876"/>
                    <a:pt x="74612" y="50599"/>
                    <a:pt x="74612" y="76613"/>
                  </a:cubicBezTo>
                  <a:close/>
                  <a:moveTo>
                    <a:pt x="56316" y="76899"/>
                  </a:moveTo>
                  <a:cubicBezTo>
                    <a:pt x="56316" y="60318"/>
                    <a:pt x="49455" y="51742"/>
                    <a:pt x="37735" y="51742"/>
                  </a:cubicBezTo>
                  <a:cubicBezTo>
                    <a:pt x="30588" y="51742"/>
                    <a:pt x="24585" y="54887"/>
                    <a:pt x="18867" y="62033"/>
                  </a:cubicBezTo>
                  <a:lnTo>
                    <a:pt x="18867" y="91192"/>
                  </a:lnTo>
                  <a:cubicBezTo>
                    <a:pt x="24299" y="98339"/>
                    <a:pt x="30302" y="102055"/>
                    <a:pt x="38020" y="102055"/>
                  </a:cubicBezTo>
                  <a:cubicBezTo>
                    <a:pt x="49741" y="102341"/>
                    <a:pt x="56316" y="92907"/>
                    <a:pt x="56316" y="7689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9" name="Freihandform: Form 228">
              <a:extLst>
                <a:ext uri="{FF2B5EF4-FFF2-40B4-BE49-F238E27FC236}">
                  <a16:creationId xmlns:a16="http://schemas.microsoft.com/office/drawing/2014/main" id="{35A98327-C377-49D6-8F69-09ED7902DAE5}"/>
                </a:ext>
              </a:extLst>
            </p:cNvPr>
            <p:cNvSpPr/>
            <p:nvPr/>
          </p:nvSpPr>
          <p:spPr>
            <a:xfrm>
              <a:off x="2076571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0" name="Freihandform: Form 229">
              <a:extLst>
                <a:ext uri="{FF2B5EF4-FFF2-40B4-BE49-F238E27FC236}">
                  <a16:creationId xmlns:a16="http://schemas.microsoft.com/office/drawing/2014/main" id="{DC49EE81-A188-4CD1-8CD3-AFB03655F322}"/>
                </a:ext>
              </a:extLst>
            </p:cNvPr>
            <p:cNvSpPr/>
            <p:nvPr/>
          </p:nvSpPr>
          <p:spPr>
            <a:xfrm>
              <a:off x="2170621" y="237352"/>
              <a:ext cx="48025" cy="82044"/>
            </a:xfrm>
            <a:custGeom>
              <a:avLst/>
              <a:gdLst>
                <a:gd name="connsiteX0" fmla="*/ 48026 w 48025"/>
                <a:gd name="connsiteY0" fmla="*/ 1715 h 82044"/>
                <a:gd name="connsiteX1" fmla="*/ 45167 w 48025"/>
                <a:gd name="connsiteY1" fmla="*/ 20868 h 82044"/>
                <a:gd name="connsiteX2" fmla="*/ 34876 w 48025"/>
                <a:gd name="connsiteY2" fmla="*/ 18296 h 82044"/>
                <a:gd name="connsiteX3" fmla="*/ 18581 w 48025"/>
                <a:gd name="connsiteY3" fmla="*/ 40879 h 82044"/>
                <a:gd name="connsiteX4" fmla="*/ 18581 w 48025"/>
                <a:gd name="connsiteY4" fmla="*/ 82044 h 82044"/>
                <a:gd name="connsiteX5" fmla="*/ 0 w 48025"/>
                <a:gd name="connsiteY5" fmla="*/ 82044 h 82044"/>
                <a:gd name="connsiteX6" fmla="*/ 0 w 48025"/>
                <a:gd name="connsiteY6" fmla="*/ 2001 h 82044"/>
                <a:gd name="connsiteX7" fmla="*/ 18296 w 48025"/>
                <a:gd name="connsiteY7" fmla="*/ 2001 h 82044"/>
                <a:gd name="connsiteX8" fmla="*/ 18296 w 48025"/>
                <a:gd name="connsiteY8" fmla="*/ 12006 h 82044"/>
                <a:gd name="connsiteX9" fmla="*/ 18581 w 48025"/>
                <a:gd name="connsiteY9" fmla="*/ 12006 h 82044"/>
                <a:gd name="connsiteX10" fmla="*/ 39450 w 48025"/>
                <a:gd name="connsiteY10" fmla="*/ 0 h 82044"/>
                <a:gd name="connsiteX11" fmla="*/ 48026 w 48025"/>
                <a:gd name="connsiteY11" fmla="*/ 1715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2044">
                  <a:moveTo>
                    <a:pt x="48026" y="1715"/>
                  </a:moveTo>
                  <a:lnTo>
                    <a:pt x="45167" y="20868"/>
                  </a:lnTo>
                  <a:cubicBezTo>
                    <a:pt x="42308" y="19439"/>
                    <a:pt x="38878" y="18296"/>
                    <a:pt x="34876" y="18296"/>
                  </a:cubicBezTo>
                  <a:cubicBezTo>
                    <a:pt x="22012" y="18296"/>
                    <a:pt x="18581" y="28587"/>
                    <a:pt x="18581" y="4087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296" y="2001"/>
                  </a:lnTo>
                  <a:lnTo>
                    <a:pt x="18296" y="12006"/>
                  </a:lnTo>
                  <a:lnTo>
                    <a:pt x="18581" y="12006"/>
                  </a:lnTo>
                  <a:cubicBezTo>
                    <a:pt x="22869" y="4574"/>
                    <a:pt x="30302" y="0"/>
                    <a:pt x="39450" y="0"/>
                  </a:cubicBezTo>
                  <a:cubicBezTo>
                    <a:pt x="42023" y="0"/>
                    <a:pt x="45167" y="572"/>
                    <a:pt x="48026" y="1715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1" name="Freihandform: Form 230">
              <a:extLst>
                <a:ext uri="{FF2B5EF4-FFF2-40B4-BE49-F238E27FC236}">
                  <a16:creationId xmlns:a16="http://schemas.microsoft.com/office/drawing/2014/main" id="{63A62EA2-8EF9-4AE9-B1F1-05C3C0F5D0E9}"/>
                </a:ext>
              </a:extLst>
            </p:cNvPr>
            <p:cNvSpPr/>
            <p:nvPr/>
          </p:nvSpPr>
          <p:spPr>
            <a:xfrm>
              <a:off x="2228938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8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2" name="Freihandform: Form 231">
              <a:extLst>
                <a:ext uri="{FF2B5EF4-FFF2-40B4-BE49-F238E27FC236}">
                  <a16:creationId xmlns:a16="http://schemas.microsoft.com/office/drawing/2014/main" id="{4704B4EC-9D11-4968-B598-698F7A8DC422}"/>
                </a:ext>
              </a:extLst>
            </p:cNvPr>
            <p:cNvSpPr/>
            <p:nvPr/>
          </p:nvSpPr>
          <p:spPr>
            <a:xfrm>
              <a:off x="2319844" y="20390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3" name="Freihandform: Form 232">
              <a:extLst>
                <a:ext uri="{FF2B5EF4-FFF2-40B4-BE49-F238E27FC236}">
                  <a16:creationId xmlns:a16="http://schemas.microsoft.com/office/drawing/2014/main" id="{23249CB1-7CAB-4850-9995-1DB1DE9A66B2}"/>
                </a:ext>
              </a:extLst>
            </p:cNvPr>
            <p:cNvSpPr/>
            <p:nvPr/>
          </p:nvSpPr>
          <p:spPr>
            <a:xfrm>
              <a:off x="2361295" y="237352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2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2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4" name="Freihandform: Form 233">
              <a:extLst>
                <a:ext uri="{FF2B5EF4-FFF2-40B4-BE49-F238E27FC236}">
                  <a16:creationId xmlns:a16="http://schemas.microsoft.com/office/drawing/2014/main" id="{4ADAEEC0-8B60-45A8-863D-E07FF87452E4}"/>
                </a:ext>
              </a:extLst>
            </p:cNvPr>
            <p:cNvSpPr/>
            <p:nvPr/>
          </p:nvSpPr>
          <p:spPr>
            <a:xfrm>
              <a:off x="2444769" y="202762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6 h 116920"/>
                <a:gd name="connsiteX10" fmla="*/ 18867 w 68608"/>
                <a:gd name="connsiteY10" fmla="*/ 46596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5" name="Freihandform: Form 234">
              <a:extLst>
                <a:ext uri="{FF2B5EF4-FFF2-40B4-BE49-F238E27FC236}">
                  <a16:creationId xmlns:a16="http://schemas.microsoft.com/office/drawing/2014/main" id="{9FEA5149-6C2E-4A99-855D-98D6F993252E}"/>
                </a:ext>
              </a:extLst>
            </p:cNvPr>
            <p:cNvSpPr/>
            <p:nvPr/>
          </p:nvSpPr>
          <p:spPr>
            <a:xfrm>
              <a:off x="2576268" y="209051"/>
              <a:ext cx="82901" cy="110630"/>
            </a:xfrm>
            <a:custGeom>
              <a:avLst/>
              <a:gdLst>
                <a:gd name="connsiteX0" fmla="*/ 82902 w 82901"/>
                <a:gd name="connsiteY0" fmla="*/ 18296 h 110630"/>
                <a:gd name="connsiteX1" fmla="*/ 51456 w 82901"/>
                <a:gd name="connsiteY1" fmla="*/ 18296 h 110630"/>
                <a:gd name="connsiteX2" fmla="*/ 51456 w 82901"/>
                <a:gd name="connsiteY2" fmla="*/ 110631 h 110630"/>
                <a:gd name="connsiteX3" fmla="*/ 31731 w 82901"/>
                <a:gd name="connsiteY3" fmla="*/ 110631 h 110630"/>
                <a:gd name="connsiteX4" fmla="*/ 31731 w 82901"/>
                <a:gd name="connsiteY4" fmla="*/ 18296 h 110630"/>
                <a:gd name="connsiteX5" fmla="*/ 0 w 82901"/>
                <a:gd name="connsiteY5" fmla="*/ 18296 h 110630"/>
                <a:gd name="connsiteX6" fmla="*/ 0 w 82901"/>
                <a:gd name="connsiteY6" fmla="*/ 0 h 110630"/>
                <a:gd name="connsiteX7" fmla="*/ 82616 w 82901"/>
                <a:gd name="connsiteY7" fmla="*/ 0 h 110630"/>
                <a:gd name="connsiteX8" fmla="*/ 82616 w 82901"/>
                <a:gd name="connsiteY8" fmla="*/ 18296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901" h="110630">
                  <a:moveTo>
                    <a:pt x="82902" y="18296"/>
                  </a:moveTo>
                  <a:lnTo>
                    <a:pt x="51456" y="18296"/>
                  </a:lnTo>
                  <a:lnTo>
                    <a:pt x="51456" y="110631"/>
                  </a:lnTo>
                  <a:lnTo>
                    <a:pt x="31731" y="110631"/>
                  </a:lnTo>
                  <a:lnTo>
                    <a:pt x="31731" y="18296"/>
                  </a:lnTo>
                  <a:lnTo>
                    <a:pt x="0" y="18296"/>
                  </a:lnTo>
                  <a:lnTo>
                    <a:pt x="0" y="0"/>
                  </a:lnTo>
                  <a:lnTo>
                    <a:pt x="82616" y="0"/>
                  </a:lnTo>
                  <a:lnTo>
                    <a:pt x="82616" y="1829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6" name="Freihandform: Form 235">
              <a:extLst>
                <a:ext uri="{FF2B5EF4-FFF2-40B4-BE49-F238E27FC236}">
                  <a16:creationId xmlns:a16="http://schemas.microsoft.com/office/drawing/2014/main" id="{839566B5-5F09-47EF-8BBF-C6032C0EAE27}"/>
                </a:ext>
              </a:extLst>
            </p:cNvPr>
            <p:cNvSpPr/>
            <p:nvPr/>
          </p:nvSpPr>
          <p:spPr>
            <a:xfrm>
              <a:off x="2675750" y="202762"/>
              <a:ext cx="68894" cy="116920"/>
            </a:xfrm>
            <a:custGeom>
              <a:avLst/>
              <a:gdLst>
                <a:gd name="connsiteX0" fmla="*/ 68894 w 68894"/>
                <a:gd name="connsiteY0" fmla="*/ 116634 h 116920"/>
                <a:gd name="connsiteX1" fmla="*/ 50313 w 68894"/>
                <a:gd name="connsiteY1" fmla="*/ 116634 h 116920"/>
                <a:gd name="connsiteX2" fmla="*/ 50313 w 68894"/>
                <a:gd name="connsiteY2" fmla="*/ 70895 h 116920"/>
                <a:gd name="connsiteX3" fmla="*/ 35448 w 68894"/>
                <a:gd name="connsiteY3" fmla="*/ 51456 h 116920"/>
                <a:gd name="connsiteX4" fmla="*/ 18867 w 68894"/>
                <a:gd name="connsiteY4" fmla="*/ 70895 h 116920"/>
                <a:gd name="connsiteX5" fmla="*/ 18867 w 68894"/>
                <a:gd name="connsiteY5" fmla="*/ 116920 h 116920"/>
                <a:gd name="connsiteX6" fmla="*/ 0 w 68894"/>
                <a:gd name="connsiteY6" fmla="*/ 116920 h 116920"/>
                <a:gd name="connsiteX7" fmla="*/ 0 w 68894"/>
                <a:gd name="connsiteY7" fmla="*/ 4574 h 116920"/>
                <a:gd name="connsiteX8" fmla="*/ 18581 w 68894"/>
                <a:gd name="connsiteY8" fmla="*/ 0 h 116920"/>
                <a:gd name="connsiteX9" fmla="*/ 18581 w 68894"/>
                <a:gd name="connsiteY9" fmla="*/ 46596 h 116920"/>
                <a:gd name="connsiteX10" fmla="*/ 18867 w 68894"/>
                <a:gd name="connsiteY10" fmla="*/ 46596 h 116920"/>
                <a:gd name="connsiteX11" fmla="*/ 42308 w 68894"/>
                <a:gd name="connsiteY11" fmla="*/ 34876 h 116920"/>
                <a:gd name="connsiteX12" fmla="*/ 68608 w 68894"/>
                <a:gd name="connsiteY12" fmla="*/ 67179 h 116920"/>
                <a:gd name="connsiteX13" fmla="*/ 68608 w 68894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116920">
                  <a:moveTo>
                    <a:pt x="68894" y="116634"/>
                  </a:moveTo>
                  <a:lnTo>
                    <a:pt x="50313" y="116634"/>
                  </a:lnTo>
                  <a:lnTo>
                    <a:pt x="50313" y="70895"/>
                  </a:lnTo>
                  <a:cubicBezTo>
                    <a:pt x="50313" y="59175"/>
                    <a:pt x="46596" y="51456"/>
                    <a:pt x="35448" y="51456"/>
                  </a:cubicBezTo>
                  <a:cubicBezTo>
                    <a:pt x="22584" y="51456"/>
                    <a:pt x="18867" y="61748"/>
                    <a:pt x="18867" y="70895"/>
                  </a:cubicBezTo>
                  <a:lnTo>
                    <a:pt x="18867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7" name="Freihandform: Form 236">
              <a:extLst>
                <a:ext uri="{FF2B5EF4-FFF2-40B4-BE49-F238E27FC236}">
                  <a16:creationId xmlns:a16="http://schemas.microsoft.com/office/drawing/2014/main" id="{EA640983-2EAA-42F8-8CD8-C40B11C10E85}"/>
                </a:ext>
              </a:extLst>
            </p:cNvPr>
            <p:cNvSpPr/>
            <p:nvPr/>
          </p:nvSpPr>
          <p:spPr>
            <a:xfrm>
              <a:off x="2764083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6872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8" name="Freihandform: Form 237">
              <a:extLst>
                <a:ext uri="{FF2B5EF4-FFF2-40B4-BE49-F238E27FC236}">
                  <a16:creationId xmlns:a16="http://schemas.microsoft.com/office/drawing/2014/main" id="{C8CB5766-1234-4FD9-8FCE-26F2E15B7426}"/>
                </a:ext>
              </a:extLst>
            </p:cNvPr>
            <p:cNvSpPr/>
            <p:nvPr/>
          </p:nvSpPr>
          <p:spPr>
            <a:xfrm>
              <a:off x="2853274" y="237352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603 w 77184"/>
                <a:gd name="connsiteY5" fmla="*/ 42309 h 84045"/>
                <a:gd name="connsiteX6" fmla="*/ 38592 w 77184"/>
                <a:gd name="connsiteY6" fmla="*/ 17152 h 84045"/>
                <a:gd name="connsiteX7" fmla="*/ 18581 w 77184"/>
                <a:gd name="connsiteY7" fmla="*/ 42023 h 84045"/>
                <a:gd name="connsiteX8" fmla="*/ 38592 w 77184"/>
                <a:gd name="connsiteY8" fmla="*/ 67465 h 84045"/>
                <a:gd name="connsiteX9" fmla="*/ 58603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603" y="42309"/>
                  </a:moveTo>
                  <a:cubicBezTo>
                    <a:pt x="58603" y="26872"/>
                    <a:pt x="50884" y="17152"/>
                    <a:pt x="38592" y="17152"/>
                  </a:cubicBezTo>
                  <a:cubicBezTo>
                    <a:pt x="26300" y="17152"/>
                    <a:pt x="18581" y="26872"/>
                    <a:pt x="18581" y="42023"/>
                  </a:cubicBezTo>
                  <a:cubicBezTo>
                    <a:pt x="18581" y="57460"/>
                    <a:pt x="26300" y="67465"/>
                    <a:pt x="38592" y="67465"/>
                  </a:cubicBezTo>
                  <a:cubicBezTo>
                    <a:pt x="50884" y="67179"/>
                    <a:pt x="58603" y="57745"/>
                    <a:pt x="58603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9" name="Freihandform: Form 238">
              <a:extLst>
                <a:ext uri="{FF2B5EF4-FFF2-40B4-BE49-F238E27FC236}">
                  <a16:creationId xmlns:a16="http://schemas.microsoft.com/office/drawing/2014/main" id="{A8FEDDB1-CBE1-40C1-86CB-DB81E0C87CD2}"/>
                </a:ext>
              </a:extLst>
            </p:cNvPr>
            <p:cNvSpPr/>
            <p:nvPr/>
          </p:nvSpPr>
          <p:spPr>
            <a:xfrm>
              <a:off x="2950755" y="202476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0" name="Freihandform: Form 239">
              <a:extLst>
                <a:ext uri="{FF2B5EF4-FFF2-40B4-BE49-F238E27FC236}">
                  <a16:creationId xmlns:a16="http://schemas.microsoft.com/office/drawing/2014/main" id="{BF05746A-F360-45E8-9C4B-09BDB0C8B7E2}"/>
                </a:ext>
              </a:extLst>
            </p:cNvPr>
            <p:cNvSpPr/>
            <p:nvPr/>
          </p:nvSpPr>
          <p:spPr>
            <a:xfrm>
              <a:off x="2989633" y="237352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603 w 77184"/>
                <a:gd name="connsiteY5" fmla="*/ 42309 h 84045"/>
                <a:gd name="connsiteX6" fmla="*/ 38592 w 77184"/>
                <a:gd name="connsiteY6" fmla="*/ 17152 h 84045"/>
                <a:gd name="connsiteX7" fmla="*/ 18581 w 77184"/>
                <a:gd name="connsiteY7" fmla="*/ 42023 h 84045"/>
                <a:gd name="connsiteX8" fmla="*/ 38592 w 77184"/>
                <a:gd name="connsiteY8" fmla="*/ 67465 h 84045"/>
                <a:gd name="connsiteX9" fmla="*/ 58603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603" y="42309"/>
                  </a:moveTo>
                  <a:cubicBezTo>
                    <a:pt x="58603" y="26872"/>
                    <a:pt x="50884" y="17152"/>
                    <a:pt x="38592" y="17152"/>
                  </a:cubicBezTo>
                  <a:cubicBezTo>
                    <a:pt x="26300" y="17152"/>
                    <a:pt x="18581" y="26872"/>
                    <a:pt x="18581" y="42023"/>
                  </a:cubicBezTo>
                  <a:cubicBezTo>
                    <a:pt x="18581" y="57460"/>
                    <a:pt x="26300" y="67465"/>
                    <a:pt x="38592" y="67465"/>
                  </a:cubicBezTo>
                  <a:cubicBezTo>
                    <a:pt x="51170" y="67179"/>
                    <a:pt x="58603" y="57745"/>
                    <a:pt x="58603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1" name="Freihandform: Form 240">
              <a:extLst>
                <a:ext uri="{FF2B5EF4-FFF2-40B4-BE49-F238E27FC236}">
                  <a16:creationId xmlns:a16="http://schemas.microsoft.com/office/drawing/2014/main" id="{93790881-6B20-4277-A3CA-BFEC2794C514}"/>
                </a:ext>
              </a:extLst>
            </p:cNvPr>
            <p:cNvSpPr/>
            <p:nvPr/>
          </p:nvSpPr>
          <p:spPr>
            <a:xfrm>
              <a:off x="3082826" y="237352"/>
              <a:ext cx="74611" cy="114347"/>
            </a:xfrm>
            <a:custGeom>
              <a:avLst/>
              <a:gdLst>
                <a:gd name="connsiteX0" fmla="*/ 21440 w 74611"/>
                <a:gd name="connsiteY0" fmla="*/ 99768 h 114347"/>
                <a:gd name="connsiteX1" fmla="*/ 25442 w 74611"/>
                <a:gd name="connsiteY1" fmla="*/ 99482 h 114347"/>
                <a:gd name="connsiteX2" fmla="*/ 56316 w 74611"/>
                <a:gd name="connsiteY2" fmla="*/ 76613 h 114347"/>
                <a:gd name="connsiteX3" fmla="*/ 56316 w 74611"/>
                <a:gd name="connsiteY3" fmla="*/ 71467 h 114347"/>
                <a:gd name="connsiteX4" fmla="*/ 56030 w 74611"/>
                <a:gd name="connsiteY4" fmla="*/ 71467 h 114347"/>
                <a:gd name="connsiteX5" fmla="*/ 31731 w 74611"/>
                <a:gd name="connsiteY5" fmla="*/ 82616 h 114347"/>
                <a:gd name="connsiteX6" fmla="*/ 0 w 74611"/>
                <a:gd name="connsiteY6" fmla="*/ 42023 h 114347"/>
                <a:gd name="connsiteX7" fmla="*/ 32589 w 74611"/>
                <a:gd name="connsiteY7" fmla="*/ 0 h 114347"/>
                <a:gd name="connsiteX8" fmla="*/ 56030 w 74611"/>
                <a:gd name="connsiteY8" fmla="*/ 11149 h 114347"/>
                <a:gd name="connsiteX9" fmla="*/ 56316 w 74611"/>
                <a:gd name="connsiteY9" fmla="*/ 11149 h 114347"/>
                <a:gd name="connsiteX10" fmla="*/ 56316 w 74611"/>
                <a:gd name="connsiteY10" fmla="*/ 2001 h 114347"/>
                <a:gd name="connsiteX11" fmla="*/ 74611 w 74611"/>
                <a:gd name="connsiteY11" fmla="*/ 2001 h 114347"/>
                <a:gd name="connsiteX12" fmla="*/ 74611 w 74611"/>
                <a:gd name="connsiteY12" fmla="*/ 73754 h 114347"/>
                <a:gd name="connsiteX13" fmla="*/ 26586 w 74611"/>
                <a:gd name="connsiteY13" fmla="*/ 114061 h 114347"/>
                <a:gd name="connsiteX14" fmla="*/ 22583 w 74611"/>
                <a:gd name="connsiteY14" fmla="*/ 114347 h 114347"/>
                <a:gd name="connsiteX15" fmla="*/ 21440 w 74611"/>
                <a:gd name="connsiteY15" fmla="*/ 99768 h 114347"/>
                <a:gd name="connsiteX16" fmla="*/ 18867 w 74611"/>
                <a:gd name="connsiteY16" fmla="*/ 41737 h 114347"/>
                <a:gd name="connsiteX17" fmla="*/ 37449 w 74611"/>
                <a:gd name="connsiteY17" fmla="*/ 66607 h 114347"/>
                <a:gd name="connsiteX18" fmla="*/ 56316 w 74611"/>
                <a:gd name="connsiteY18" fmla="*/ 56030 h 114347"/>
                <a:gd name="connsiteX19" fmla="*/ 56316 w 74611"/>
                <a:gd name="connsiteY19" fmla="*/ 27443 h 114347"/>
                <a:gd name="connsiteX20" fmla="*/ 37163 w 74611"/>
                <a:gd name="connsiteY20" fmla="*/ 16866 h 114347"/>
                <a:gd name="connsiteX21" fmla="*/ 18867 w 74611"/>
                <a:gd name="connsiteY21" fmla="*/ 41737 h 114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4611" h="114347">
                  <a:moveTo>
                    <a:pt x="21440" y="99768"/>
                  </a:moveTo>
                  <a:lnTo>
                    <a:pt x="25442" y="99482"/>
                  </a:lnTo>
                  <a:cubicBezTo>
                    <a:pt x="49455" y="98625"/>
                    <a:pt x="56316" y="91764"/>
                    <a:pt x="56316" y="76613"/>
                  </a:cubicBezTo>
                  <a:lnTo>
                    <a:pt x="56316" y="71467"/>
                  </a:lnTo>
                  <a:lnTo>
                    <a:pt x="56030" y="71467"/>
                  </a:lnTo>
                  <a:cubicBezTo>
                    <a:pt x="50313" y="78614"/>
                    <a:pt x="41451" y="82616"/>
                    <a:pt x="31731" y="82616"/>
                  </a:cubicBezTo>
                  <a:cubicBezTo>
                    <a:pt x="12292" y="82616"/>
                    <a:pt x="0" y="66607"/>
                    <a:pt x="0" y="42023"/>
                  </a:cubicBezTo>
                  <a:cubicBezTo>
                    <a:pt x="0" y="16580"/>
                    <a:pt x="13150" y="0"/>
                    <a:pt x="32589" y="0"/>
                  </a:cubicBezTo>
                  <a:cubicBezTo>
                    <a:pt x="42308" y="0"/>
                    <a:pt x="50884" y="4002"/>
                    <a:pt x="56030" y="11149"/>
                  </a:cubicBezTo>
                  <a:lnTo>
                    <a:pt x="56316" y="11149"/>
                  </a:lnTo>
                  <a:lnTo>
                    <a:pt x="56316" y="2001"/>
                  </a:lnTo>
                  <a:lnTo>
                    <a:pt x="74611" y="2001"/>
                  </a:lnTo>
                  <a:lnTo>
                    <a:pt x="74611" y="73754"/>
                  </a:lnTo>
                  <a:cubicBezTo>
                    <a:pt x="74611" y="99768"/>
                    <a:pt x="61462" y="112632"/>
                    <a:pt x="26586" y="114061"/>
                  </a:cubicBezTo>
                  <a:lnTo>
                    <a:pt x="22583" y="114347"/>
                  </a:lnTo>
                  <a:lnTo>
                    <a:pt x="21440" y="99768"/>
                  </a:lnTo>
                  <a:close/>
                  <a:moveTo>
                    <a:pt x="18867" y="41737"/>
                  </a:moveTo>
                  <a:cubicBezTo>
                    <a:pt x="18867" y="57460"/>
                    <a:pt x="25728" y="66607"/>
                    <a:pt x="37449" y="66607"/>
                  </a:cubicBezTo>
                  <a:cubicBezTo>
                    <a:pt x="44595" y="66607"/>
                    <a:pt x="50599" y="63177"/>
                    <a:pt x="56316" y="56030"/>
                  </a:cubicBezTo>
                  <a:lnTo>
                    <a:pt x="56316" y="27443"/>
                  </a:lnTo>
                  <a:cubicBezTo>
                    <a:pt x="50884" y="20583"/>
                    <a:pt x="44595" y="16866"/>
                    <a:pt x="37163" y="16866"/>
                  </a:cubicBezTo>
                  <a:cubicBezTo>
                    <a:pt x="25728" y="16866"/>
                    <a:pt x="18867" y="26014"/>
                    <a:pt x="18867" y="41737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2" name="Freihandform: Form 241">
              <a:extLst>
                <a:ext uri="{FF2B5EF4-FFF2-40B4-BE49-F238E27FC236}">
                  <a16:creationId xmlns:a16="http://schemas.microsoft.com/office/drawing/2014/main" id="{4DD1A8B3-6730-49F4-92A9-20356F6BBB5D}"/>
                </a:ext>
              </a:extLst>
            </p:cNvPr>
            <p:cNvSpPr/>
            <p:nvPr/>
          </p:nvSpPr>
          <p:spPr>
            <a:xfrm>
              <a:off x="3180021" y="20390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5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5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3" name="Freihandform: Form 242">
              <a:extLst>
                <a:ext uri="{FF2B5EF4-FFF2-40B4-BE49-F238E27FC236}">
                  <a16:creationId xmlns:a16="http://schemas.microsoft.com/office/drawing/2014/main" id="{0162480C-C888-494C-95F1-F8716AB5381A}"/>
                </a:ext>
              </a:extLst>
            </p:cNvPr>
            <p:cNvSpPr/>
            <p:nvPr/>
          </p:nvSpPr>
          <p:spPr>
            <a:xfrm>
              <a:off x="3220900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6871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623595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5F500-6E90-43A7-8A48-AACFBF545408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6332" y="1632184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332" y="2355533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332" y="3078882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6332" y="380223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6332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4143981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E9DFD-4201-4390-907F-BC0033C4DF80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2" name="Textplatzhalter 9">
            <a:extLst>
              <a:ext uri="{FF2B5EF4-FFF2-40B4-BE49-F238E27FC236}">
                <a16:creationId xmlns:a16="http://schemas.microsoft.com/office/drawing/2014/main" id="{BB1FDB65-A456-4049-8E16-FA93963151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21" name="Bildplatzhalter 6">
            <a:extLst>
              <a:ext uri="{FF2B5EF4-FFF2-40B4-BE49-F238E27FC236}">
                <a16:creationId xmlns:a16="http://schemas.microsoft.com/office/drawing/2014/main" id="{8F4DFED6-EBAA-4D0C-A5C6-CD2902883FB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08927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8" y="2875002"/>
            <a:ext cx="11157743" cy="1107996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Kapiteltrenner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18341" y="6634666"/>
            <a:ext cx="748603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C5271D-0C68-4DDE-81D5-B057A9987B39}" type="datetime4">
              <a:rPr lang="de-DE" smtClean="0"/>
              <a:pPr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2481" y="6634666"/>
            <a:ext cx="203582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987594-F169-42FB-8839-77BF8D405E37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Freihandform: Form 59">
            <a:extLst>
              <a:ext uri="{FF2B5EF4-FFF2-40B4-BE49-F238E27FC236}">
                <a16:creationId xmlns:a16="http://schemas.microsoft.com/office/drawing/2014/main" id="{40F781E3-735A-4333-AF8D-7842FE86295B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316A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C156EC4-BDB3-4DEA-9B78-E98FCFD2F54B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9E9C384D-D46B-429F-9A97-86F6E3560F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64B7918E-86D1-49EB-8917-1468D42A6E25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1" name="Grafik 3">
            <a:extLst>
              <a:ext uri="{FF2B5EF4-FFF2-40B4-BE49-F238E27FC236}">
                <a16:creationId xmlns:a16="http://schemas.microsoft.com/office/drawing/2014/main" id="{292D92C0-5CBB-4212-BCE9-716C6B6424DE}"/>
              </a:ext>
            </a:extLst>
          </p:cNvPr>
          <p:cNvGrpSpPr/>
          <p:nvPr userDrawn="1"/>
        </p:nvGrpSpPr>
        <p:grpSpPr>
          <a:xfrm>
            <a:off x="520163" y="293688"/>
            <a:ext cx="2592820" cy="556499"/>
            <a:chOff x="1648912" y="-143138"/>
            <a:chExt cx="2305525" cy="494837"/>
          </a:xfrm>
          <a:solidFill>
            <a:srgbClr val="04316A"/>
          </a:solidFill>
        </p:grpSpPr>
        <p:sp>
          <p:nvSpPr>
            <p:cNvPr id="92" name="Freihandform: Form 91">
              <a:extLst>
                <a:ext uri="{FF2B5EF4-FFF2-40B4-BE49-F238E27FC236}">
                  <a16:creationId xmlns:a16="http://schemas.microsoft.com/office/drawing/2014/main" id="{2A6B447E-5FB6-4481-B2D8-A09018DF411B}"/>
                </a:ext>
              </a:extLst>
            </p:cNvPr>
            <p:cNvSpPr/>
            <p:nvPr/>
          </p:nvSpPr>
          <p:spPr>
            <a:xfrm>
              <a:off x="1648912" y="-137135"/>
              <a:ext cx="69751" cy="110916"/>
            </a:xfrm>
            <a:custGeom>
              <a:avLst/>
              <a:gdLst>
                <a:gd name="connsiteX0" fmla="*/ 69752 w 69751"/>
                <a:gd name="connsiteY0" fmla="*/ 18296 h 110916"/>
                <a:gd name="connsiteX1" fmla="*/ 19725 w 69751"/>
                <a:gd name="connsiteY1" fmla="*/ 18296 h 110916"/>
                <a:gd name="connsiteX2" fmla="*/ 19725 w 69751"/>
                <a:gd name="connsiteY2" fmla="*/ 45739 h 110916"/>
                <a:gd name="connsiteX3" fmla="*/ 56888 w 69751"/>
                <a:gd name="connsiteY3" fmla="*/ 45739 h 110916"/>
                <a:gd name="connsiteX4" fmla="*/ 56888 w 69751"/>
                <a:gd name="connsiteY4" fmla="*/ 63749 h 110916"/>
                <a:gd name="connsiteX5" fmla="*/ 19725 w 69751"/>
                <a:gd name="connsiteY5" fmla="*/ 63749 h 110916"/>
                <a:gd name="connsiteX6" fmla="*/ 19725 w 69751"/>
                <a:gd name="connsiteY6" fmla="*/ 110917 h 110916"/>
                <a:gd name="connsiteX7" fmla="*/ 0 w 69751"/>
                <a:gd name="connsiteY7" fmla="*/ 110917 h 110916"/>
                <a:gd name="connsiteX8" fmla="*/ 0 w 69751"/>
                <a:gd name="connsiteY8" fmla="*/ 0 h 110916"/>
                <a:gd name="connsiteX9" fmla="*/ 69466 w 69751"/>
                <a:gd name="connsiteY9" fmla="*/ 0 h 110916"/>
                <a:gd name="connsiteX10" fmla="*/ 69466 w 69751"/>
                <a:gd name="connsiteY10" fmla="*/ 18296 h 11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751" h="110916">
                  <a:moveTo>
                    <a:pt x="69752" y="18296"/>
                  </a:moveTo>
                  <a:lnTo>
                    <a:pt x="19725" y="18296"/>
                  </a:lnTo>
                  <a:lnTo>
                    <a:pt x="19725" y="45739"/>
                  </a:lnTo>
                  <a:lnTo>
                    <a:pt x="56888" y="45739"/>
                  </a:lnTo>
                  <a:lnTo>
                    <a:pt x="56888" y="63749"/>
                  </a:lnTo>
                  <a:lnTo>
                    <a:pt x="19725" y="63749"/>
                  </a:lnTo>
                  <a:lnTo>
                    <a:pt x="19725" y="110917"/>
                  </a:lnTo>
                  <a:lnTo>
                    <a:pt x="0" y="110917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29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3" name="Freihandform: Form 92">
              <a:extLst>
                <a:ext uri="{FF2B5EF4-FFF2-40B4-BE49-F238E27FC236}">
                  <a16:creationId xmlns:a16="http://schemas.microsoft.com/office/drawing/2014/main" id="{3060E1A1-C4E7-4296-8765-37F76E9F6201}"/>
                </a:ext>
              </a:extLst>
            </p:cNvPr>
            <p:cNvSpPr/>
            <p:nvPr/>
          </p:nvSpPr>
          <p:spPr>
            <a:xfrm>
              <a:off x="1729527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0AA0C2E8-4ACF-4B1C-9140-AB543D036643}"/>
                </a:ext>
              </a:extLst>
            </p:cNvPr>
            <p:cNvSpPr/>
            <p:nvPr/>
          </p:nvSpPr>
          <p:spPr>
            <a:xfrm>
              <a:off x="1790989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F02CDB60-6B76-4A73-9E02-FBED23E7883D}"/>
                </a:ext>
              </a:extLst>
            </p:cNvPr>
            <p:cNvSpPr/>
            <p:nvPr/>
          </p:nvSpPr>
          <p:spPr>
            <a:xfrm>
              <a:off x="1831868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581 w 72896"/>
                <a:gd name="connsiteY10" fmla="*/ 34590 h 83759"/>
                <a:gd name="connsiteX11" fmla="*/ 54887 w 72896"/>
                <a:gd name="connsiteY11" fmla="*/ 34590 h 83759"/>
                <a:gd name="connsiteX12" fmla="*/ 37163 w 72896"/>
                <a:gd name="connsiteY12" fmla="*/ 15151 h 83759"/>
                <a:gd name="connsiteX13" fmla="*/ 18581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581" y="34590"/>
                  </a:moveTo>
                  <a:lnTo>
                    <a:pt x="54887" y="34590"/>
                  </a:lnTo>
                  <a:cubicBezTo>
                    <a:pt x="54029" y="22298"/>
                    <a:pt x="47740" y="15151"/>
                    <a:pt x="37163" y="15151"/>
                  </a:cubicBezTo>
                  <a:cubicBezTo>
                    <a:pt x="26872" y="15151"/>
                    <a:pt x="20297" y="22298"/>
                    <a:pt x="18581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413A0996-722C-48A1-947C-E46434F342A5}"/>
                </a:ext>
              </a:extLst>
            </p:cNvPr>
            <p:cNvSpPr/>
            <p:nvPr/>
          </p:nvSpPr>
          <p:spPr>
            <a:xfrm>
              <a:off x="1921344" y="-143138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296 w 74611"/>
                <a:gd name="connsiteY12" fmla="*/ 76613 h 118921"/>
                <a:gd name="connsiteX13" fmla="*/ 36877 w 74611"/>
                <a:gd name="connsiteY13" fmla="*/ 102341 h 118921"/>
                <a:gd name="connsiteX14" fmla="*/ 56030 w 74611"/>
                <a:gd name="connsiteY14" fmla="*/ 91764 h 118921"/>
                <a:gd name="connsiteX15" fmla="*/ 56030 w 74611"/>
                <a:gd name="connsiteY15" fmla="*/ 62319 h 118921"/>
                <a:gd name="connsiteX16" fmla="*/ 36877 w 74611"/>
                <a:gd name="connsiteY16" fmla="*/ 51742 h 118921"/>
                <a:gd name="connsiteX17" fmla="*/ 18296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296" y="76613"/>
                  </a:moveTo>
                  <a:cubicBezTo>
                    <a:pt x="18296" y="92907"/>
                    <a:pt x="25156" y="102341"/>
                    <a:pt x="36877" y="102341"/>
                  </a:cubicBezTo>
                  <a:cubicBezTo>
                    <a:pt x="44024" y="102341"/>
                    <a:pt x="50027" y="98910"/>
                    <a:pt x="56030" y="91764"/>
                  </a:cubicBezTo>
                  <a:lnTo>
                    <a:pt x="56030" y="62319"/>
                  </a:lnTo>
                  <a:cubicBezTo>
                    <a:pt x="50599" y="55173"/>
                    <a:pt x="44595" y="51742"/>
                    <a:pt x="36877" y="51742"/>
                  </a:cubicBezTo>
                  <a:cubicBezTo>
                    <a:pt x="24871" y="51742"/>
                    <a:pt x="18296" y="60604"/>
                    <a:pt x="18296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987E1F0B-9C57-4D9C-B2D7-511921F951FC}"/>
                </a:ext>
              </a:extLst>
            </p:cNvPr>
            <p:cNvSpPr/>
            <p:nvPr/>
          </p:nvSpPr>
          <p:spPr>
            <a:xfrm>
              <a:off x="2020826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8CAC408F-20D5-4009-9FE9-636E1E424843}"/>
                </a:ext>
              </a:extLst>
            </p:cNvPr>
            <p:cNvSpPr/>
            <p:nvPr/>
          </p:nvSpPr>
          <p:spPr>
            <a:xfrm>
              <a:off x="2082002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440 w 23727"/>
                <a:gd name="connsiteY5" fmla="*/ 115491 h 115490"/>
                <a:gd name="connsiteX6" fmla="*/ 2859 w 23727"/>
                <a:gd name="connsiteY6" fmla="*/ 115491 h 115490"/>
                <a:gd name="connsiteX7" fmla="*/ 2859 w 23727"/>
                <a:gd name="connsiteY7" fmla="*/ 35448 h 115490"/>
                <a:gd name="connsiteX8" fmla="*/ 21440 w 23727"/>
                <a:gd name="connsiteY8" fmla="*/ 35448 h 115490"/>
                <a:gd name="connsiteX9" fmla="*/ 21440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581" y="0"/>
                    <a:pt x="23727" y="4860"/>
                    <a:pt x="23727" y="11435"/>
                  </a:cubicBezTo>
                  <a:close/>
                  <a:moveTo>
                    <a:pt x="21440" y="115491"/>
                  </a:moveTo>
                  <a:lnTo>
                    <a:pt x="2859" y="115491"/>
                  </a:lnTo>
                  <a:lnTo>
                    <a:pt x="2859" y="35448"/>
                  </a:lnTo>
                  <a:lnTo>
                    <a:pt x="21440" y="35448"/>
                  </a:lnTo>
                  <a:lnTo>
                    <a:pt x="21440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27B03157-5209-4144-8828-5793E615083D}"/>
                </a:ext>
              </a:extLst>
            </p:cNvPr>
            <p:cNvSpPr/>
            <p:nvPr/>
          </p:nvSpPr>
          <p:spPr>
            <a:xfrm>
              <a:off x="2123453" y="-108548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8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8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4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86F7975E-24ED-477C-9C39-16B97BE788A6}"/>
                </a:ext>
              </a:extLst>
            </p:cNvPr>
            <p:cNvSpPr/>
            <p:nvPr/>
          </p:nvSpPr>
          <p:spPr>
            <a:xfrm>
              <a:off x="2206927" y="-143138"/>
              <a:ext cx="68894" cy="116920"/>
            </a:xfrm>
            <a:custGeom>
              <a:avLst/>
              <a:gdLst>
                <a:gd name="connsiteX0" fmla="*/ 68894 w 68894"/>
                <a:gd name="connsiteY0" fmla="*/ 116634 h 116920"/>
                <a:gd name="connsiteX1" fmla="*/ 50313 w 68894"/>
                <a:gd name="connsiteY1" fmla="*/ 116634 h 116920"/>
                <a:gd name="connsiteX2" fmla="*/ 50313 w 68894"/>
                <a:gd name="connsiteY2" fmla="*/ 70895 h 116920"/>
                <a:gd name="connsiteX3" fmla="*/ 35448 w 68894"/>
                <a:gd name="connsiteY3" fmla="*/ 51456 h 116920"/>
                <a:gd name="connsiteX4" fmla="*/ 18867 w 68894"/>
                <a:gd name="connsiteY4" fmla="*/ 70895 h 116920"/>
                <a:gd name="connsiteX5" fmla="*/ 18867 w 68894"/>
                <a:gd name="connsiteY5" fmla="*/ 116920 h 116920"/>
                <a:gd name="connsiteX6" fmla="*/ 0 w 68894"/>
                <a:gd name="connsiteY6" fmla="*/ 116920 h 116920"/>
                <a:gd name="connsiteX7" fmla="*/ 0 w 68894"/>
                <a:gd name="connsiteY7" fmla="*/ 4574 h 116920"/>
                <a:gd name="connsiteX8" fmla="*/ 18581 w 68894"/>
                <a:gd name="connsiteY8" fmla="*/ 0 h 116920"/>
                <a:gd name="connsiteX9" fmla="*/ 18581 w 68894"/>
                <a:gd name="connsiteY9" fmla="*/ 46597 h 116920"/>
                <a:gd name="connsiteX10" fmla="*/ 18867 w 68894"/>
                <a:gd name="connsiteY10" fmla="*/ 46597 h 116920"/>
                <a:gd name="connsiteX11" fmla="*/ 42308 w 68894"/>
                <a:gd name="connsiteY11" fmla="*/ 34876 h 116920"/>
                <a:gd name="connsiteX12" fmla="*/ 68608 w 68894"/>
                <a:gd name="connsiteY12" fmla="*/ 67179 h 116920"/>
                <a:gd name="connsiteX13" fmla="*/ 68608 w 68894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116920">
                  <a:moveTo>
                    <a:pt x="68894" y="116634"/>
                  </a:moveTo>
                  <a:lnTo>
                    <a:pt x="50313" y="116634"/>
                  </a:lnTo>
                  <a:lnTo>
                    <a:pt x="50313" y="70895"/>
                  </a:lnTo>
                  <a:cubicBezTo>
                    <a:pt x="50313" y="59175"/>
                    <a:pt x="46596" y="51456"/>
                    <a:pt x="35448" y="51456"/>
                  </a:cubicBezTo>
                  <a:cubicBezTo>
                    <a:pt x="22584" y="51456"/>
                    <a:pt x="18867" y="61748"/>
                    <a:pt x="18867" y="70895"/>
                  </a:cubicBezTo>
                  <a:lnTo>
                    <a:pt x="18867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CD367CB3-6980-455A-9069-8152DD40E3CC}"/>
                </a:ext>
              </a:extLst>
            </p:cNvPr>
            <p:cNvSpPr/>
            <p:nvPr/>
          </p:nvSpPr>
          <p:spPr>
            <a:xfrm>
              <a:off x="2297261" y="-84249"/>
              <a:ext cx="39163" cy="17723"/>
            </a:xfrm>
            <a:custGeom>
              <a:avLst/>
              <a:gdLst>
                <a:gd name="connsiteX0" fmla="*/ 39164 w 39163"/>
                <a:gd name="connsiteY0" fmla="*/ 17724 h 17723"/>
                <a:gd name="connsiteX1" fmla="*/ 0 w 39163"/>
                <a:gd name="connsiteY1" fmla="*/ 17724 h 17723"/>
                <a:gd name="connsiteX2" fmla="*/ 0 w 39163"/>
                <a:gd name="connsiteY2" fmla="*/ 0 h 17723"/>
                <a:gd name="connsiteX3" fmla="*/ 39164 w 39163"/>
                <a:gd name="connsiteY3" fmla="*/ 0 h 17723"/>
                <a:gd name="connsiteX4" fmla="*/ 39164 w 39163"/>
                <a:gd name="connsiteY4" fmla="*/ 17724 h 17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63" h="17723">
                  <a:moveTo>
                    <a:pt x="39164" y="17724"/>
                  </a:moveTo>
                  <a:lnTo>
                    <a:pt x="0" y="17724"/>
                  </a:lnTo>
                  <a:lnTo>
                    <a:pt x="0" y="0"/>
                  </a:lnTo>
                  <a:lnTo>
                    <a:pt x="39164" y="0"/>
                  </a:lnTo>
                  <a:lnTo>
                    <a:pt x="39164" y="1772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FACE9DBF-00F9-4558-A639-53F0D6D09738}"/>
                </a:ext>
              </a:extLst>
            </p:cNvPr>
            <p:cNvSpPr/>
            <p:nvPr/>
          </p:nvSpPr>
          <p:spPr>
            <a:xfrm>
              <a:off x="2346430" y="-137135"/>
              <a:ext cx="102912" cy="110630"/>
            </a:xfrm>
            <a:custGeom>
              <a:avLst/>
              <a:gdLst>
                <a:gd name="connsiteX0" fmla="*/ 40879 w 102912"/>
                <a:gd name="connsiteY0" fmla="*/ 0 h 110630"/>
                <a:gd name="connsiteX1" fmla="*/ 61748 w 102912"/>
                <a:gd name="connsiteY1" fmla="*/ 0 h 110630"/>
                <a:gd name="connsiteX2" fmla="*/ 102912 w 102912"/>
                <a:gd name="connsiteY2" fmla="*/ 110631 h 110630"/>
                <a:gd name="connsiteX3" fmla="*/ 81472 w 102912"/>
                <a:gd name="connsiteY3" fmla="*/ 110631 h 110630"/>
                <a:gd name="connsiteX4" fmla="*/ 73468 w 102912"/>
                <a:gd name="connsiteY4" fmla="*/ 87190 h 110630"/>
                <a:gd name="connsiteX5" fmla="*/ 28873 w 102912"/>
                <a:gd name="connsiteY5" fmla="*/ 87190 h 110630"/>
                <a:gd name="connsiteX6" fmla="*/ 20868 w 102912"/>
                <a:gd name="connsiteY6" fmla="*/ 110631 h 110630"/>
                <a:gd name="connsiteX7" fmla="*/ 0 w 102912"/>
                <a:gd name="connsiteY7" fmla="*/ 110631 h 110630"/>
                <a:gd name="connsiteX8" fmla="*/ 40879 w 102912"/>
                <a:gd name="connsiteY8" fmla="*/ 0 h 110630"/>
                <a:gd name="connsiteX9" fmla="*/ 34876 w 102912"/>
                <a:gd name="connsiteY9" fmla="*/ 69466 h 110630"/>
                <a:gd name="connsiteX10" fmla="*/ 67179 w 102912"/>
                <a:gd name="connsiteY10" fmla="*/ 69466 h 110630"/>
                <a:gd name="connsiteX11" fmla="*/ 51170 w 102912"/>
                <a:gd name="connsiteY11" fmla="*/ 22584 h 110630"/>
                <a:gd name="connsiteX12" fmla="*/ 50885 w 102912"/>
                <a:gd name="connsiteY12" fmla="*/ 22584 h 110630"/>
                <a:gd name="connsiteX13" fmla="*/ 34876 w 102912"/>
                <a:gd name="connsiteY13" fmla="*/ 69466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2912" h="110630">
                  <a:moveTo>
                    <a:pt x="40879" y="0"/>
                  </a:moveTo>
                  <a:lnTo>
                    <a:pt x="61748" y="0"/>
                  </a:lnTo>
                  <a:lnTo>
                    <a:pt x="102912" y="110631"/>
                  </a:lnTo>
                  <a:lnTo>
                    <a:pt x="81472" y="110631"/>
                  </a:lnTo>
                  <a:lnTo>
                    <a:pt x="73468" y="87190"/>
                  </a:lnTo>
                  <a:lnTo>
                    <a:pt x="28873" y="87190"/>
                  </a:lnTo>
                  <a:lnTo>
                    <a:pt x="20868" y="110631"/>
                  </a:lnTo>
                  <a:lnTo>
                    <a:pt x="0" y="110631"/>
                  </a:lnTo>
                  <a:lnTo>
                    <a:pt x="40879" y="0"/>
                  </a:lnTo>
                  <a:close/>
                  <a:moveTo>
                    <a:pt x="34876" y="69466"/>
                  </a:moveTo>
                  <a:lnTo>
                    <a:pt x="67179" y="69466"/>
                  </a:lnTo>
                  <a:lnTo>
                    <a:pt x="51170" y="22584"/>
                  </a:lnTo>
                  <a:lnTo>
                    <a:pt x="50885" y="22584"/>
                  </a:lnTo>
                  <a:lnTo>
                    <a:pt x="34876" y="6946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22C0DBBE-131F-47DA-8BAB-9240DF19403B}"/>
                </a:ext>
              </a:extLst>
            </p:cNvPr>
            <p:cNvSpPr/>
            <p:nvPr/>
          </p:nvSpPr>
          <p:spPr>
            <a:xfrm>
              <a:off x="2465923" y="-143138"/>
              <a:ext cx="18581" cy="116634"/>
            </a:xfrm>
            <a:custGeom>
              <a:avLst/>
              <a:gdLst>
                <a:gd name="connsiteX0" fmla="*/ 18581 w 18581"/>
                <a:gd name="connsiteY0" fmla="*/ 116634 h 116634"/>
                <a:gd name="connsiteX1" fmla="*/ 0 w 18581"/>
                <a:gd name="connsiteY1" fmla="*/ 116634 h 116634"/>
                <a:gd name="connsiteX2" fmla="*/ 0 w 18581"/>
                <a:gd name="connsiteY2" fmla="*/ 4288 h 116634"/>
                <a:gd name="connsiteX3" fmla="*/ 18581 w 18581"/>
                <a:gd name="connsiteY3" fmla="*/ 0 h 116634"/>
                <a:gd name="connsiteX4" fmla="*/ 18581 w 18581"/>
                <a:gd name="connsiteY4" fmla="*/ 116634 h 116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634">
                  <a:moveTo>
                    <a:pt x="18581" y="116634"/>
                  </a:moveTo>
                  <a:lnTo>
                    <a:pt x="0" y="116634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723679D3-C939-4A79-9FDA-0DCBEC856774}"/>
                </a:ext>
              </a:extLst>
            </p:cNvPr>
            <p:cNvSpPr/>
            <p:nvPr/>
          </p:nvSpPr>
          <p:spPr>
            <a:xfrm>
              <a:off x="2504515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2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56C4EF18-768F-4988-8404-D738609C4217}"/>
                </a:ext>
              </a:extLst>
            </p:cNvPr>
            <p:cNvSpPr/>
            <p:nvPr/>
          </p:nvSpPr>
          <p:spPr>
            <a:xfrm>
              <a:off x="2587703" y="-106547"/>
              <a:ext cx="76612" cy="80043"/>
            </a:xfrm>
            <a:custGeom>
              <a:avLst/>
              <a:gdLst>
                <a:gd name="connsiteX0" fmla="*/ 76613 w 76612"/>
                <a:gd name="connsiteY0" fmla="*/ 80043 h 80043"/>
                <a:gd name="connsiteX1" fmla="*/ 55172 w 76612"/>
                <a:gd name="connsiteY1" fmla="*/ 80043 h 80043"/>
                <a:gd name="connsiteX2" fmla="*/ 38020 w 76612"/>
                <a:gd name="connsiteY2" fmla="*/ 52314 h 80043"/>
                <a:gd name="connsiteX3" fmla="*/ 37735 w 76612"/>
                <a:gd name="connsiteY3" fmla="*/ 52314 h 80043"/>
                <a:gd name="connsiteX4" fmla="*/ 21154 w 76612"/>
                <a:gd name="connsiteY4" fmla="*/ 80043 h 80043"/>
                <a:gd name="connsiteX5" fmla="*/ 0 w 76612"/>
                <a:gd name="connsiteY5" fmla="*/ 80043 h 80043"/>
                <a:gd name="connsiteX6" fmla="*/ 27443 w 76612"/>
                <a:gd name="connsiteY6" fmla="*/ 38592 h 80043"/>
                <a:gd name="connsiteX7" fmla="*/ 2001 w 76612"/>
                <a:gd name="connsiteY7" fmla="*/ 0 h 80043"/>
                <a:gd name="connsiteX8" fmla="*/ 23155 w 76612"/>
                <a:gd name="connsiteY8" fmla="*/ 0 h 80043"/>
                <a:gd name="connsiteX9" fmla="*/ 38306 w 76612"/>
                <a:gd name="connsiteY9" fmla="*/ 24585 h 80043"/>
                <a:gd name="connsiteX10" fmla="*/ 38592 w 76612"/>
                <a:gd name="connsiteY10" fmla="*/ 24585 h 80043"/>
                <a:gd name="connsiteX11" fmla="*/ 53457 w 76612"/>
                <a:gd name="connsiteY11" fmla="*/ 0 h 80043"/>
                <a:gd name="connsiteX12" fmla="*/ 74326 w 76612"/>
                <a:gd name="connsiteY12" fmla="*/ 0 h 80043"/>
                <a:gd name="connsiteX13" fmla="*/ 49169 w 76612"/>
                <a:gd name="connsiteY13" fmla="*/ 38306 h 80043"/>
                <a:gd name="connsiteX14" fmla="*/ 76613 w 76612"/>
                <a:gd name="connsiteY14" fmla="*/ 80043 h 8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612" h="80043">
                  <a:moveTo>
                    <a:pt x="76613" y="80043"/>
                  </a:moveTo>
                  <a:lnTo>
                    <a:pt x="55172" y="80043"/>
                  </a:lnTo>
                  <a:lnTo>
                    <a:pt x="38020" y="52314"/>
                  </a:lnTo>
                  <a:lnTo>
                    <a:pt x="37735" y="52314"/>
                  </a:lnTo>
                  <a:lnTo>
                    <a:pt x="21154" y="80043"/>
                  </a:lnTo>
                  <a:lnTo>
                    <a:pt x="0" y="80043"/>
                  </a:lnTo>
                  <a:lnTo>
                    <a:pt x="27443" y="38592"/>
                  </a:lnTo>
                  <a:lnTo>
                    <a:pt x="2001" y="0"/>
                  </a:lnTo>
                  <a:lnTo>
                    <a:pt x="23155" y="0"/>
                  </a:lnTo>
                  <a:lnTo>
                    <a:pt x="38306" y="24585"/>
                  </a:lnTo>
                  <a:lnTo>
                    <a:pt x="38592" y="24585"/>
                  </a:lnTo>
                  <a:lnTo>
                    <a:pt x="53457" y="0"/>
                  </a:lnTo>
                  <a:lnTo>
                    <a:pt x="74326" y="0"/>
                  </a:lnTo>
                  <a:lnTo>
                    <a:pt x="49169" y="38306"/>
                  </a:lnTo>
                  <a:lnTo>
                    <a:pt x="76613" y="80043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7AB761FB-6534-48CC-96E4-97072970BE50}"/>
                </a:ext>
              </a:extLst>
            </p:cNvPr>
            <p:cNvSpPr/>
            <p:nvPr/>
          </p:nvSpPr>
          <p:spPr>
            <a:xfrm>
              <a:off x="2674316" y="-108262"/>
              <a:ext cx="67755" cy="83759"/>
            </a:xfrm>
            <a:custGeom>
              <a:avLst/>
              <a:gdLst>
                <a:gd name="connsiteX0" fmla="*/ 34309 w 67755"/>
                <a:gd name="connsiteY0" fmla="*/ 32303 h 83759"/>
                <a:gd name="connsiteX1" fmla="*/ 49460 w 67755"/>
                <a:gd name="connsiteY1" fmla="*/ 34018 h 83759"/>
                <a:gd name="connsiteX2" fmla="*/ 49460 w 67755"/>
                <a:gd name="connsiteY2" fmla="*/ 31160 h 83759"/>
                <a:gd name="connsiteX3" fmla="*/ 31736 w 67755"/>
                <a:gd name="connsiteY3" fmla="*/ 15723 h 83759"/>
                <a:gd name="connsiteX4" fmla="*/ 11440 w 67755"/>
                <a:gd name="connsiteY4" fmla="*/ 20297 h 83759"/>
                <a:gd name="connsiteX5" fmla="*/ 7438 w 67755"/>
                <a:gd name="connsiteY5" fmla="*/ 4574 h 83759"/>
                <a:gd name="connsiteX6" fmla="*/ 33737 w 67755"/>
                <a:gd name="connsiteY6" fmla="*/ 0 h 83759"/>
                <a:gd name="connsiteX7" fmla="*/ 67756 w 67755"/>
                <a:gd name="connsiteY7" fmla="*/ 30874 h 83759"/>
                <a:gd name="connsiteX8" fmla="*/ 67756 w 67755"/>
                <a:gd name="connsiteY8" fmla="*/ 82044 h 83759"/>
                <a:gd name="connsiteX9" fmla="*/ 50032 w 67755"/>
                <a:gd name="connsiteY9" fmla="*/ 82044 h 83759"/>
                <a:gd name="connsiteX10" fmla="*/ 50032 w 67755"/>
                <a:gd name="connsiteY10" fmla="*/ 73468 h 83759"/>
                <a:gd name="connsiteX11" fmla="*/ 49746 w 67755"/>
                <a:gd name="connsiteY11" fmla="*/ 73468 h 83759"/>
                <a:gd name="connsiteX12" fmla="*/ 26305 w 67755"/>
                <a:gd name="connsiteY12" fmla="*/ 83759 h 83759"/>
                <a:gd name="connsiteX13" fmla="*/ 5 w 67755"/>
                <a:gd name="connsiteY13" fmla="*/ 58317 h 83759"/>
                <a:gd name="connsiteX14" fmla="*/ 34309 w 67755"/>
                <a:gd name="connsiteY14" fmla="*/ 32303 h 83759"/>
                <a:gd name="connsiteX15" fmla="*/ 31165 w 67755"/>
                <a:gd name="connsiteY15" fmla="*/ 69752 h 83759"/>
                <a:gd name="connsiteX16" fmla="*/ 49460 w 67755"/>
                <a:gd name="connsiteY16" fmla="*/ 60032 h 83759"/>
                <a:gd name="connsiteX17" fmla="*/ 49460 w 67755"/>
                <a:gd name="connsiteY17" fmla="*/ 46311 h 83759"/>
                <a:gd name="connsiteX18" fmla="*/ 36310 w 67755"/>
                <a:gd name="connsiteY18" fmla="*/ 44881 h 83759"/>
                <a:gd name="connsiteX19" fmla="*/ 17729 w 67755"/>
                <a:gd name="connsiteY19" fmla="*/ 58031 h 83759"/>
                <a:gd name="connsiteX20" fmla="*/ 31165 w 67755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5" h="83759">
                  <a:moveTo>
                    <a:pt x="34309" y="32303"/>
                  </a:moveTo>
                  <a:cubicBezTo>
                    <a:pt x="39455" y="32303"/>
                    <a:pt x="44315" y="32589"/>
                    <a:pt x="49460" y="34018"/>
                  </a:cubicBezTo>
                  <a:lnTo>
                    <a:pt x="49460" y="31160"/>
                  </a:lnTo>
                  <a:cubicBezTo>
                    <a:pt x="49460" y="20868"/>
                    <a:pt x="43457" y="15723"/>
                    <a:pt x="31736" y="15723"/>
                  </a:cubicBezTo>
                  <a:cubicBezTo>
                    <a:pt x="25161" y="15723"/>
                    <a:pt x="18015" y="17152"/>
                    <a:pt x="11440" y="20297"/>
                  </a:cubicBezTo>
                  <a:lnTo>
                    <a:pt x="7438" y="4574"/>
                  </a:lnTo>
                  <a:cubicBezTo>
                    <a:pt x="14870" y="1715"/>
                    <a:pt x="24590" y="0"/>
                    <a:pt x="33737" y="0"/>
                  </a:cubicBezTo>
                  <a:cubicBezTo>
                    <a:pt x="56321" y="0"/>
                    <a:pt x="67756" y="10577"/>
                    <a:pt x="67756" y="30874"/>
                  </a:cubicBezTo>
                  <a:lnTo>
                    <a:pt x="67756" y="82044"/>
                  </a:lnTo>
                  <a:lnTo>
                    <a:pt x="50032" y="82044"/>
                  </a:lnTo>
                  <a:lnTo>
                    <a:pt x="50032" y="73468"/>
                  </a:lnTo>
                  <a:lnTo>
                    <a:pt x="49746" y="73468"/>
                  </a:lnTo>
                  <a:cubicBezTo>
                    <a:pt x="42885" y="80615"/>
                    <a:pt x="35738" y="83759"/>
                    <a:pt x="26305" y="83759"/>
                  </a:cubicBezTo>
                  <a:cubicBezTo>
                    <a:pt x="10296" y="83759"/>
                    <a:pt x="5" y="73754"/>
                    <a:pt x="5" y="58317"/>
                  </a:cubicBezTo>
                  <a:cubicBezTo>
                    <a:pt x="-281" y="41451"/>
                    <a:pt x="11726" y="32303"/>
                    <a:pt x="34309" y="32303"/>
                  </a:cubicBezTo>
                  <a:close/>
                  <a:moveTo>
                    <a:pt x="31165" y="69752"/>
                  </a:moveTo>
                  <a:cubicBezTo>
                    <a:pt x="38025" y="69752"/>
                    <a:pt x="44315" y="66321"/>
                    <a:pt x="49460" y="60032"/>
                  </a:cubicBezTo>
                  <a:lnTo>
                    <a:pt x="49460" y="46311"/>
                  </a:lnTo>
                  <a:cubicBezTo>
                    <a:pt x="45172" y="45167"/>
                    <a:pt x="40598" y="44881"/>
                    <a:pt x="36310" y="44881"/>
                  </a:cubicBezTo>
                  <a:cubicBezTo>
                    <a:pt x="24590" y="44881"/>
                    <a:pt x="17729" y="49455"/>
                    <a:pt x="17729" y="58031"/>
                  </a:cubicBezTo>
                  <a:cubicBezTo>
                    <a:pt x="17729" y="65178"/>
                    <a:pt x="22874" y="69752"/>
                    <a:pt x="31165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252D4282-8C0C-4BC9-B2D5-889BAE0B9BF8}"/>
                </a:ext>
              </a:extLst>
            </p:cNvPr>
            <p:cNvSpPr/>
            <p:nvPr/>
          </p:nvSpPr>
          <p:spPr>
            <a:xfrm>
              <a:off x="2765799" y="-108262"/>
              <a:ext cx="68894" cy="82044"/>
            </a:xfrm>
            <a:custGeom>
              <a:avLst/>
              <a:gdLst>
                <a:gd name="connsiteX0" fmla="*/ 68894 w 68894"/>
                <a:gd name="connsiteY0" fmla="*/ 81758 h 82044"/>
                <a:gd name="connsiteX1" fmla="*/ 50027 w 68894"/>
                <a:gd name="connsiteY1" fmla="*/ 81758 h 82044"/>
                <a:gd name="connsiteX2" fmla="*/ 50027 w 68894"/>
                <a:gd name="connsiteY2" fmla="*/ 36019 h 82044"/>
                <a:gd name="connsiteX3" fmla="*/ 35162 w 68894"/>
                <a:gd name="connsiteY3" fmla="*/ 16580 h 82044"/>
                <a:gd name="connsiteX4" fmla="*/ 18581 w 68894"/>
                <a:gd name="connsiteY4" fmla="*/ 36019 h 82044"/>
                <a:gd name="connsiteX5" fmla="*/ 18581 w 68894"/>
                <a:gd name="connsiteY5" fmla="*/ 82044 h 82044"/>
                <a:gd name="connsiteX6" fmla="*/ 0 w 68894"/>
                <a:gd name="connsiteY6" fmla="*/ 82044 h 82044"/>
                <a:gd name="connsiteX7" fmla="*/ 0 w 68894"/>
                <a:gd name="connsiteY7" fmla="*/ 2001 h 82044"/>
                <a:gd name="connsiteX8" fmla="*/ 18581 w 68894"/>
                <a:gd name="connsiteY8" fmla="*/ 2001 h 82044"/>
                <a:gd name="connsiteX9" fmla="*/ 18581 w 68894"/>
                <a:gd name="connsiteY9" fmla="*/ 11721 h 82044"/>
                <a:gd name="connsiteX10" fmla="*/ 18867 w 68894"/>
                <a:gd name="connsiteY10" fmla="*/ 11721 h 82044"/>
                <a:gd name="connsiteX11" fmla="*/ 42308 w 68894"/>
                <a:gd name="connsiteY11" fmla="*/ 0 h 82044"/>
                <a:gd name="connsiteX12" fmla="*/ 68608 w 68894"/>
                <a:gd name="connsiteY12" fmla="*/ 32303 h 82044"/>
                <a:gd name="connsiteX13" fmla="*/ 68608 w 68894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82044">
                  <a:moveTo>
                    <a:pt x="68894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6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8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1A3BD648-4D40-49AA-82B6-0F77BD11AFF5}"/>
                </a:ext>
              </a:extLst>
            </p:cNvPr>
            <p:cNvSpPr/>
            <p:nvPr/>
          </p:nvSpPr>
          <p:spPr>
            <a:xfrm>
              <a:off x="2854418" y="-143138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581 w 74611"/>
                <a:gd name="connsiteY12" fmla="*/ 76613 h 118921"/>
                <a:gd name="connsiteX13" fmla="*/ 37163 w 74611"/>
                <a:gd name="connsiteY13" fmla="*/ 102341 h 118921"/>
                <a:gd name="connsiteX14" fmla="*/ 56316 w 74611"/>
                <a:gd name="connsiteY14" fmla="*/ 91764 h 118921"/>
                <a:gd name="connsiteX15" fmla="*/ 56316 w 74611"/>
                <a:gd name="connsiteY15" fmla="*/ 62319 h 118921"/>
                <a:gd name="connsiteX16" fmla="*/ 37163 w 74611"/>
                <a:gd name="connsiteY16" fmla="*/ 51742 h 118921"/>
                <a:gd name="connsiteX17" fmla="*/ 18581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581" y="76613"/>
                  </a:moveTo>
                  <a:cubicBezTo>
                    <a:pt x="18581" y="92907"/>
                    <a:pt x="25442" y="102341"/>
                    <a:pt x="37163" y="102341"/>
                  </a:cubicBezTo>
                  <a:cubicBezTo>
                    <a:pt x="44310" y="102341"/>
                    <a:pt x="50313" y="98910"/>
                    <a:pt x="56316" y="91764"/>
                  </a:cubicBezTo>
                  <a:lnTo>
                    <a:pt x="56316" y="62319"/>
                  </a:lnTo>
                  <a:cubicBezTo>
                    <a:pt x="50884" y="55173"/>
                    <a:pt x="44881" y="51742"/>
                    <a:pt x="37163" y="51742"/>
                  </a:cubicBezTo>
                  <a:cubicBezTo>
                    <a:pt x="24871" y="51742"/>
                    <a:pt x="18581" y="60604"/>
                    <a:pt x="18581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7FF0313B-0256-4D3D-ADEC-444FC0E29F50}"/>
                </a:ext>
              </a:extLst>
            </p:cNvPr>
            <p:cNvSpPr/>
            <p:nvPr/>
          </p:nvSpPr>
          <p:spPr>
            <a:xfrm>
              <a:off x="2949326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C573CA73-29D1-4F5F-B590-AE52E5235C32}"/>
                </a:ext>
              </a:extLst>
            </p:cNvPr>
            <p:cNvSpPr/>
            <p:nvPr/>
          </p:nvSpPr>
          <p:spPr>
            <a:xfrm>
              <a:off x="3043376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9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9335C432-8675-468B-951F-534BBEDBEB72}"/>
                </a:ext>
              </a:extLst>
            </p:cNvPr>
            <p:cNvSpPr/>
            <p:nvPr/>
          </p:nvSpPr>
          <p:spPr>
            <a:xfrm>
              <a:off x="3103123" y="-84249"/>
              <a:ext cx="39163" cy="17723"/>
            </a:xfrm>
            <a:custGeom>
              <a:avLst/>
              <a:gdLst>
                <a:gd name="connsiteX0" fmla="*/ 39164 w 39163"/>
                <a:gd name="connsiteY0" fmla="*/ 17724 h 17723"/>
                <a:gd name="connsiteX1" fmla="*/ 0 w 39163"/>
                <a:gd name="connsiteY1" fmla="*/ 17724 h 17723"/>
                <a:gd name="connsiteX2" fmla="*/ 0 w 39163"/>
                <a:gd name="connsiteY2" fmla="*/ 0 h 17723"/>
                <a:gd name="connsiteX3" fmla="*/ 39164 w 39163"/>
                <a:gd name="connsiteY3" fmla="*/ 0 h 17723"/>
                <a:gd name="connsiteX4" fmla="*/ 39164 w 39163"/>
                <a:gd name="connsiteY4" fmla="*/ 17724 h 17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63" h="17723">
                  <a:moveTo>
                    <a:pt x="39164" y="17724"/>
                  </a:moveTo>
                  <a:lnTo>
                    <a:pt x="0" y="17724"/>
                  </a:lnTo>
                  <a:lnTo>
                    <a:pt x="0" y="0"/>
                  </a:lnTo>
                  <a:lnTo>
                    <a:pt x="39164" y="0"/>
                  </a:lnTo>
                  <a:lnTo>
                    <a:pt x="39164" y="1772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2736AA1D-204C-4338-9568-833E5EACF1A0}"/>
                </a:ext>
              </a:extLst>
            </p:cNvPr>
            <p:cNvSpPr/>
            <p:nvPr/>
          </p:nvSpPr>
          <p:spPr>
            <a:xfrm>
              <a:off x="3166014" y="-137135"/>
              <a:ext cx="86617" cy="112632"/>
            </a:xfrm>
            <a:custGeom>
              <a:avLst/>
              <a:gdLst>
                <a:gd name="connsiteX0" fmla="*/ 86618 w 86617"/>
                <a:gd name="connsiteY0" fmla="*/ 66893 h 112632"/>
                <a:gd name="connsiteX1" fmla="*/ 43166 w 86617"/>
                <a:gd name="connsiteY1" fmla="*/ 112632 h 112632"/>
                <a:gd name="connsiteX2" fmla="*/ 0 w 86617"/>
                <a:gd name="connsiteY2" fmla="*/ 66893 h 112632"/>
                <a:gd name="connsiteX3" fmla="*/ 0 w 86617"/>
                <a:gd name="connsiteY3" fmla="*/ 0 h 112632"/>
                <a:gd name="connsiteX4" fmla="*/ 20011 w 86617"/>
                <a:gd name="connsiteY4" fmla="*/ 0 h 112632"/>
                <a:gd name="connsiteX5" fmla="*/ 20011 w 86617"/>
                <a:gd name="connsiteY5" fmla="*/ 65750 h 112632"/>
                <a:gd name="connsiteX6" fmla="*/ 43452 w 86617"/>
                <a:gd name="connsiteY6" fmla="*/ 93765 h 112632"/>
                <a:gd name="connsiteX7" fmla="*/ 66321 w 86617"/>
                <a:gd name="connsiteY7" fmla="*/ 65750 h 112632"/>
                <a:gd name="connsiteX8" fmla="*/ 66321 w 86617"/>
                <a:gd name="connsiteY8" fmla="*/ 0 h 112632"/>
                <a:gd name="connsiteX9" fmla="*/ 86332 w 86617"/>
                <a:gd name="connsiteY9" fmla="*/ 0 h 112632"/>
                <a:gd name="connsiteX10" fmla="*/ 86332 w 86617"/>
                <a:gd name="connsiteY10" fmla="*/ 66893 h 112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6617" h="112632">
                  <a:moveTo>
                    <a:pt x="86618" y="66893"/>
                  </a:moveTo>
                  <a:cubicBezTo>
                    <a:pt x="86618" y="93479"/>
                    <a:pt x="72896" y="112632"/>
                    <a:pt x="43166" y="112632"/>
                  </a:cubicBezTo>
                  <a:cubicBezTo>
                    <a:pt x="13722" y="112632"/>
                    <a:pt x="0" y="93765"/>
                    <a:pt x="0" y="66893"/>
                  </a:cubicBezTo>
                  <a:lnTo>
                    <a:pt x="0" y="0"/>
                  </a:lnTo>
                  <a:lnTo>
                    <a:pt x="20011" y="0"/>
                  </a:lnTo>
                  <a:lnTo>
                    <a:pt x="20011" y="65750"/>
                  </a:lnTo>
                  <a:cubicBezTo>
                    <a:pt x="20011" y="82330"/>
                    <a:pt x="27157" y="93765"/>
                    <a:pt x="43452" y="93765"/>
                  </a:cubicBezTo>
                  <a:cubicBezTo>
                    <a:pt x="59746" y="93765"/>
                    <a:pt x="66321" y="82616"/>
                    <a:pt x="66321" y="65750"/>
                  </a:cubicBezTo>
                  <a:lnTo>
                    <a:pt x="66321" y="0"/>
                  </a:lnTo>
                  <a:lnTo>
                    <a:pt x="86332" y="0"/>
                  </a:lnTo>
                  <a:lnTo>
                    <a:pt x="86332" y="66893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B79FF1AD-B89E-4D7E-9C9E-1923C8702DE8}"/>
                </a:ext>
              </a:extLst>
            </p:cNvPr>
            <p:cNvSpPr/>
            <p:nvPr/>
          </p:nvSpPr>
          <p:spPr>
            <a:xfrm>
              <a:off x="3277788" y="-108262"/>
              <a:ext cx="68608" cy="82044"/>
            </a:xfrm>
            <a:custGeom>
              <a:avLst/>
              <a:gdLst>
                <a:gd name="connsiteX0" fmla="*/ 68608 w 68608"/>
                <a:gd name="connsiteY0" fmla="*/ 81758 h 82044"/>
                <a:gd name="connsiteX1" fmla="*/ 50027 w 68608"/>
                <a:gd name="connsiteY1" fmla="*/ 81758 h 82044"/>
                <a:gd name="connsiteX2" fmla="*/ 50027 w 68608"/>
                <a:gd name="connsiteY2" fmla="*/ 36019 h 82044"/>
                <a:gd name="connsiteX3" fmla="*/ 35162 w 68608"/>
                <a:gd name="connsiteY3" fmla="*/ 16580 h 82044"/>
                <a:gd name="connsiteX4" fmla="*/ 18581 w 68608"/>
                <a:gd name="connsiteY4" fmla="*/ 36019 h 82044"/>
                <a:gd name="connsiteX5" fmla="*/ 18581 w 68608"/>
                <a:gd name="connsiteY5" fmla="*/ 82044 h 82044"/>
                <a:gd name="connsiteX6" fmla="*/ 0 w 68608"/>
                <a:gd name="connsiteY6" fmla="*/ 82044 h 82044"/>
                <a:gd name="connsiteX7" fmla="*/ 0 w 68608"/>
                <a:gd name="connsiteY7" fmla="*/ 2001 h 82044"/>
                <a:gd name="connsiteX8" fmla="*/ 18581 w 68608"/>
                <a:gd name="connsiteY8" fmla="*/ 2001 h 82044"/>
                <a:gd name="connsiteX9" fmla="*/ 18581 w 68608"/>
                <a:gd name="connsiteY9" fmla="*/ 11721 h 82044"/>
                <a:gd name="connsiteX10" fmla="*/ 18867 w 68608"/>
                <a:gd name="connsiteY10" fmla="*/ 11721 h 82044"/>
                <a:gd name="connsiteX11" fmla="*/ 42309 w 68608"/>
                <a:gd name="connsiteY11" fmla="*/ 0 h 82044"/>
                <a:gd name="connsiteX12" fmla="*/ 68608 w 68608"/>
                <a:gd name="connsiteY12" fmla="*/ 32303 h 82044"/>
                <a:gd name="connsiteX13" fmla="*/ 68608 w 68608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82044">
                  <a:moveTo>
                    <a:pt x="68608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7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9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5657D56A-B1ED-47FA-AA6E-6A8C9BA02128}"/>
                </a:ext>
              </a:extLst>
            </p:cNvPr>
            <p:cNvSpPr/>
            <p:nvPr/>
          </p:nvSpPr>
          <p:spPr>
            <a:xfrm>
              <a:off x="3367551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2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9EF58839-67A3-44BA-9046-2566C7E1A442}"/>
                </a:ext>
              </a:extLst>
            </p:cNvPr>
            <p:cNvSpPr/>
            <p:nvPr/>
          </p:nvSpPr>
          <p:spPr>
            <a:xfrm>
              <a:off x="3404428" y="-106261"/>
              <a:ext cx="77755" cy="80043"/>
            </a:xfrm>
            <a:custGeom>
              <a:avLst/>
              <a:gdLst>
                <a:gd name="connsiteX0" fmla="*/ 77756 w 77755"/>
                <a:gd name="connsiteY0" fmla="*/ 0 h 80043"/>
                <a:gd name="connsiteX1" fmla="*/ 48598 w 77755"/>
                <a:gd name="connsiteY1" fmla="*/ 80043 h 80043"/>
                <a:gd name="connsiteX2" fmla="*/ 29158 w 77755"/>
                <a:gd name="connsiteY2" fmla="*/ 80043 h 80043"/>
                <a:gd name="connsiteX3" fmla="*/ 0 w 77755"/>
                <a:gd name="connsiteY3" fmla="*/ 0 h 80043"/>
                <a:gd name="connsiteX4" fmla="*/ 20582 w 77755"/>
                <a:gd name="connsiteY4" fmla="*/ 0 h 80043"/>
                <a:gd name="connsiteX5" fmla="*/ 38878 w 77755"/>
                <a:gd name="connsiteY5" fmla="*/ 58031 h 80043"/>
                <a:gd name="connsiteX6" fmla="*/ 39164 w 77755"/>
                <a:gd name="connsiteY6" fmla="*/ 58031 h 80043"/>
                <a:gd name="connsiteX7" fmla="*/ 57459 w 77755"/>
                <a:gd name="connsiteY7" fmla="*/ 0 h 80043"/>
                <a:gd name="connsiteX8" fmla="*/ 77756 w 77755"/>
                <a:gd name="connsiteY8" fmla="*/ 0 h 8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7755" h="80043">
                  <a:moveTo>
                    <a:pt x="77756" y="0"/>
                  </a:moveTo>
                  <a:lnTo>
                    <a:pt x="48598" y="80043"/>
                  </a:lnTo>
                  <a:lnTo>
                    <a:pt x="29158" y="80043"/>
                  </a:lnTo>
                  <a:lnTo>
                    <a:pt x="0" y="0"/>
                  </a:lnTo>
                  <a:lnTo>
                    <a:pt x="20582" y="0"/>
                  </a:lnTo>
                  <a:lnTo>
                    <a:pt x="38878" y="58031"/>
                  </a:lnTo>
                  <a:lnTo>
                    <a:pt x="39164" y="58031"/>
                  </a:lnTo>
                  <a:lnTo>
                    <a:pt x="57459" y="0"/>
                  </a:lnTo>
                  <a:lnTo>
                    <a:pt x="77756" y="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8E6372E8-0F95-401A-B1E6-4FB792B1EDE8}"/>
                </a:ext>
              </a:extLst>
            </p:cNvPr>
            <p:cNvSpPr/>
            <p:nvPr/>
          </p:nvSpPr>
          <p:spPr>
            <a:xfrm>
              <a:off x="3490760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9" y="60604"/>
                    <a:pt x="28301" y="67751"/>
                    <a:pt x="39736" y="67751"/>
                  </a:cubicBezTo>
                  <a:cubicBezTo>
                    <a:pt x="47168" y="67751"/>
                    <a:pt x="53172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D7C726C3-A3CF-48D5-A087-667491C22A7A}"/>
                </a:ext>
              </a:extLst>
            </p:cNvPr>
            <p:cNvSpPr/>
            <p:nvPr/>
          </p:nvSpPr>
          <p:spPr>
            <a:xfrm>
              <a:off x="3584810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AB95B07B-8CE2-478D-B60E-29D2AC78ED26}"/>
                </a:ext>
              </a:extLst>
            </p:cNvPr>
            <p:cNvSpPr/>
            <p:nvPr/>
          </p:nvSpPr>
          <p:spPr>
            <a:xfrm>
              <a:off x="3641698" y="-108548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2 h 84045"/>
                <a:gd name="connsiteX2" fmla="*/ 43166 w 61747"/>
                <a:gd name="connsiteY2" fmla="*/ 60318 h 84045"/>
                <a:gd name="connsiteX3" fmla="*/ 3144 w 61747"/>
                <a:gd name="connsiteY3" fmla="*/ 24871 h 84045"/>
                <a:gd name="connsiteX4" fmla="*/ 33446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7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866" y="65464"/>
                    <a:pt x="24299" y="68322"/>
                    <a:pt x="31445" y="68322"/>
                  </a:cubicBezTo>
                  <a:cubicBezTo>
                    <a:pt x="38306" y="68322"/>
                    <a:pt x="43166" y="65178"/>
                    <a:pt x="43166" y="60318"/>
                  </a:cubicBezTo>
                  <a:cubicBezTo>
                    <a:pt x="43166" y="46597"/>
                    <a:pt x="3144" y="51456"/>
                    <a:pt x="3144" y="24871"/>
                  </a:cubicBezTo>
                  <a:cubicBezTo>
                    <a:pt x="3144" y="10005"/>
                    <a:pt x="15437" y="0"/>
                    <a:pt x="33446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7" y="31731"/>
                    <a:pt x="61747" y="58603"/>
                  </a:cubicBezTo>
                  <a:cubicBezTo>
                    <a:pt x="61747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F6080EA1-4454-4744-9BAA-5EFA5C8C1A27}"/>
                </a:ext>
              </a:extLst>
            </p:cNvPr>
            <p:cNvSpPr/>
            <p:nvPr/>
          </p:nvSpPr>
          <p:spPr>
            <a:xfrm>
              <a:off x="3720884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2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8AAF6610-7F78-4A72-89B1-2AB9939C2905}"/>
                </a:ext>
              </a:extLst>
            </p:cNvPr>
            <p:cNvSpPr/>
            <p:nvPr/>
          </p:nvSpPr>
          <p:spPr>
            <a:xfrm>
              <a:off x="3758046" y="-131989"/>
              <a:ext cx="49741" cy="107486"/>
            </a:xfrm>
            <a:custGeom>
              <a:avLst/>
              <a:gdLst>
                <a:gd name="connsiteX0" fmla="*/ 49741 w 49741"/>
                <a:gd name="connsiteY0" fmla="*/ 88619 h 107486"/>
                <a:gd name="connsiteX1" fmla="*/ 49741 w 49741"/>
                <a:gd name="connsiteY1" fmla="*/ 104628 h 107486"/>
                <a:gd name="connsiteX2" fmla="*/ 34018 w 49741"/>
                <a:gd name="connsiteY2" fmla="*/ 107486 h 107486"/>
                <a:gd name="connsiteX3" fmla="*/ 12292 w 49741"/>
                <a:gd name="connsiteY3" fmla="*/ 84903 h 107486"/>
                <a:gd name="connsiteX4" fmla="*/ 12292 w 49741"/>
                <a:gd name="connsiteY4" fmla="*/ 41165 h 107486"/>
                <a:gd name="connsiteX5" fmla="*/ 0 w 49741"/>
                <a:gd name="connsiteY5" fmla="*/ 41165 h 107486"/>
                <a:gd name="connsiteX6" fmla="*/ 0 w 49741"/>
                <a:gd name="connsiteY6" fmla="*/ 25728 h 107486"/>
                <a:gd name="connsiteX7" fmla="*/ 12006 w 49741"/>
                <a:gd name="connsiteY7" fmla="*/ 25728 h 107486"/>
                <a:gd name="connsiteX8" fmla="*/ 12006 w 49741"/>
                <a:gd name="connsiteY8" fmla="*/ 4002 h 107486"/>
                <a:gd name="connsiteX9" fmla="*/ 30588 w 49741"/>
                <a:gd name="connsiteY9" fmla="*/ 0 h 107486"/>
                <a:gd name="connsiteX10" fmla="*/ 30588 w 49741"/>
                <a:gd name="connsiteY10" fmla="*/ 26014 h 107486"/>
                <a:gd name="connsiteX11" fmla="*/ 49741 w 49741"/>
                <a:gd name="connsiteY11" fmla="*/ 26014 h 107486"/>
                <a:gd name="connsiteX12" fmla="*/ 49741 w 49741"/>
                <a:gd name="connsiteY12" fmla="*/ 41451 h 107486"/>
                <a:gd name="connsiteX13" fmla="*/ 30588 w 49741"/>
                <a:gd name="connsiteY13" fmla="*/ 41451 h 107486"/>
                <a:gd name="connsiteX14" fmla="*/ 30588 w 49741"/>
                <a:gd name="connsiteY14" fmla="*/ 80901 h 107486"/>
                <a:gd name="connsiteX15" fmla="*/ 39164 w 49741"/>
                <a:gd name="connsiteY15" fmla="*/ 91478 h 107486"/>
                <a:gd name="connsiteX16" fmla="*/ 49741 w 49741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1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594" y="91192"/>
                    <a:pt x="46597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649B43AC-08EA-4CF7-B720-1043BEE94621}"/>
                </a:ext>
              </a:extLst>
            </p:cNvPr>
            <p:cNvSpPr/>
            <p:nvPr/>
          </p:nvSpPr>
          <p:spPr>
            <a:xfrm>
              <a:off x="3822367" y="-140565"/>
              <a:ext cx="67750" cy="116062"/>
            </a:xfrm>
            <a:custGeom>
              <a:avLst/>
              <a:gdLst>
                <a:gd name="connsiteX0" fmla="*/ 34304 w 67750"/>
                <a:gd name="connsiteY0" fmla="*/ 64606 h 116062"/>
                <a:gd name="connsiteX1" fmla="*/ 49455 w 67750"/>
                <a:gd name="connsiteY1" fmla="*/ 66321 h 116062"/>
                <a:gd name="connsiteX2" fmla="*/ 49455 w 67750"/>
                <a:gd name="connsiteY2" fmla="*/ 63463 h 116062"/>
                <a:gd name="connsiteX3" fmla="*/ 31731 w 67750"/>
                <a:gd name="connsiteY3" fmla="*/ 48026 h 116062"/>
                <a:gd name="connsiteX4" fmla="*/ 11435 w 67750"/>
                <a:gd name="connsiteY4" fmla="*/ 52600 h 116062"/>
                <a:gd name="connsiteX5" fmla="*/ 7433 w 67750"/>
                <a:gd name="connsiteY5" fmla="*/ 36877 h 116062"/>
                <a:gd name="connsiteX6" fmla="*/ 33733 w 67750"/>
                <a:gd name="connsiteY6" fmla="*/ 32303 h 116062"/>
                <a:gd name="connsiteX7" fmla="*/ 67751 w 67750"/>
                <a:gd name="connsiteY7" fmla="*/ 63177 h 116062"/>
                <a:gd name="connsiteX8" fmla="*/ 67751 w 67750"/>
                <a:gd name="connsiteY8" fmla="*/ 114347 h 116062"/>
                <a:gd name="connsiteX9" fmla="*/ 50027 w 67750"/>
                <a:gd name="connsiteY9" fmla="*/ 114347 h 116062"/>
                <a:gd name="connsiteX10" fmla="*/ 50027 w 67750"/>
                <a:gd name="connsiteY10" fmla="*/ 105771 h 116062"/>
                <a:gd name="connsiteX11" fmla="*/ 49741 w 67750"/>
                <a:gd name="connsiteY11" fmla="*/ 105771 h 116062"/>
                <a:gd name="connsiteX12" fmla="*/ 26300 w 67750"/>
                <a:gd name="connsiteY12" fmla="*/ 116062 h 116062"/>
                <a:gd name="connsiteX13" fmla="*/ 0 w 67750"/>
                <a:gd name="connsiteY13" fmla="*/ 90620 h 116062"/>
                <a:gd name="connsiteX14" fmla="*/ 34304 w 67750"/>
                <a:gd name="connsiteY14" fmla="*/ 64606 h 116062"/>
                <a:gd name="connsiteX15" fmla="*/ 19153 w 67750"/>
                <a:gd name="connsiteY15" fmla="*/ 21726 h 116062"/>
                <a:gd name="connsiteX16" fmla="*/ 8004 w 67750"/>
                <a:gd name="connsiteY16" fmla="*/ 10863 h 116062"/>
                <a:gd name="connsiteX17" fmla="*/ 19153 w 67750"/>
                <a:gd name="connsiteY17" fmla="*/ 0 h 116062"/>
                <a:gd name="connsiteX18" fmla="*/ 30302 w 67750"/>
                <a:gd name="connsiteY18" fmla="*/ 10863 h 116062"/>
                <a:gd name="connsiteX19" fmla="*/ 19153 w 67750"/>
                <a:gd name="connsiteY19" fmla="*/ 21726 h 116062"/>
                <a:gd name="connsiteX20" fmla="*/ 31160 w 67750"/>
                <a:gd name="connsiteY20" fmla="*/ 102055 h 116062"/>
                <a:gd name="connsiteX21" fmla="*/ 49455 w 67750"/>
                <a:gd name="connsiteY21" fmla="*/ 92335 h 116062"/>
                <a:gd name="connsiteX22" fmla="*/ 49455 w 67750"/>
                <a:gd name="connsiteY22" fmla="*/ 78614 h 116062"/>
                <a:gd name="connsiteX23" fmla="*/ 36305 w 67750"/>
                <a:gd name="connsiteY23" fmla="*/ 77184 h 116062"/>
                <a:gd name="connsiteX24" fmla="*/ 17724 w 67750"/>
                <a:gd name="connsiteY24" fmla="*/ 90334 h 116062"/>
                <a:gd name="connsiteX25" fmla="*/ 31160 w 67750"/>
                <a:gd name="connsiteY25" fmla="*/ 102055 h 116062"/>
                <a:gd name="connsiteX26" fmla="*/ 51742 w 67750"/>
                <a:gd name="connsiteY26" fmla="*/ 21726 h 116062"/>
                <a:gd name="connsiteX27" fmla="*/ 40593 w 67750"/>
                <a:gd name="connsiteY27" fmla="*/ 10863 h 116062"/>
                <a:gd name="connsiteX28" fmla="*/ 51742 w 67750"/>
                <a:gd name="connsiteY28" fmla="*/ 0 h 116062"/>
                <a:gd name="connsiteX29" fmla="*/ 62891 w 67750"/>
                <a:gd name="connsiteY29" fmla="*/ 10863 h 116062"/>
                <a:gd name="connsiteX30" fmla="*/ 51742 w 67750"/>
                <a:gd name="connsiteY30" fmla="*/ 21726 h 116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750" h="116062">
                  <a:moveTo>
                    <a:pt x="34304" y="64606"/>
                  </a:moveTo>
                  <a:cubicBezTo>
                    <a:pt x="39450" y="64606"/>
                    <a:pt x="44310" y="64892"/>
                    <a:pt x="49455" y="66321"/>
                  </a:cubicBezTo>
                  <a:lnTo>
                    <a:pt x="49455" y="63463"/>
                  </a:lnTo>
                  <a:cubicBezTo>
                    <a:pt x="49455" y="53171"/>
                    <a:pt x="43452" y="48026"/>
                    <a:pt x="31731" y="48026"/>
                  </a:cubicBezTo>
                  <a:cubicBezTo>
                    <a:pt x="25157" y="48026"/>
                    <a:pt x="18010" y="49455"/>
                    <a:pt x="11435" y="52600"/>
                  </a:cubicBezTo>
                  <a:lnTo>
                    <a:pt x="7433" y="36877"/>
                  </a:lnTo>
                  <a:cubicBezTo>
                    <a:pt x="14865" y="34018"/>
                    <a:pt x="24585" y="32303"/>
                    <a:pt x="33733" y="32303"/>
                  </a:cubicBezTo>
                  <a:cubicBezTo>
                    <a:pt x="56316" y="32303"/>
                    <a:pt x="67751" y="42880"/>
                    <a:pt x="67751" y="63177"/>
                  </a:cubicBezTo>
                  <a:lnTo>
                    <a:pt x="67751" y="114347"/>
                  </a:lnTo>
                  <a:lnTo>
                    <a:pt x="50027" y="114347"/>
                  </a:lnTo>
                  <a:lnTo>
                    <a:pt x="50027" y="105771"/>
                  </a:lnTo>
                  <a:lnTo>
                    <a:pt x="49741" y="105771"/>
                  </a:lnTo>
                  <a:cubicBezTo>
                    <a:pt x="42880" y="112918"/>
                    <a:pt x="35734" y="116062"/>
                    <a:pt x="26300" y="116062"/>
                  </a:cubicBezTo>
                  <a:cubicBezTo>
                    <a:pt x="10291" y="116062"/>
                    <a:pt x="0" y="106057"/>
                    <a:pt x="0" y="90620"/>
                  </a:cubicBezTo>
                  <a:cubicBezTo>
                    <a:pt x="0" y="73754"/>
                    <a:pt x="12006" y="64606"/>
                    <a:pt x="34304" y="64606"/>
                  </a:cubicBezTo>
                  <a:close/>
                  <a:moveTo>
                    <a:pt x="19153" y="21726"/>
                  </a:moveTo>
                  <a:cubicBezTo>
                    <a:pt x="13150" y="21726"/>
                    <a:pt x="8004" y="16580"/>
                    <a:pt x="8004" y="10863"/>
                  </a:cubicBezTo>
                  <a:cubicBezTo>
                    <a:pt x="8004" y="5146"/>
                    <a:pt x="13150" y="0"/>
                    <a:pt x="19153" y="0"/>
                  </a:cubicBezTo>
                  <a:cubicBezTo>
                    <a:pt x="25157" y="0"/>
                    <a:pt x="30302" y="5146"/>
                    <a:pt x="30302" y="10863"/>
                  </a:cubicBezTo>
                  <a:cubicBezTo>
                    <a:pt x="30302" y="16866"/>
                    <a:pt x="25157" y="21726"/>
                    <a:pt x="19153" y="21726"/>
                  </a:cubicBezTo>
                  <a:close/>
                  <a:moveTo>
                    <a:pt x="31160" y="102055"/>
                  </a:moveTo>
                  <a:cubicBezTo>
                    <a:pt x="38021" y="102055"/>
                    <a:pt x="44310" y="98625"/>
                    <a:pt x="49455" y="92335"/>
                  </a:cubicBezTo>
                  <a:lnTo>
                    <a:pt x="49455" y="78614"/>
                  </a:lnTo>
                  <a:cubicBezTo>
                    <a:pt x="45167" y="77470"/>
                    <a:pt x="40593" y="77184"/>
                    <a:pt x="36305" y="77184"/>
                  </a:cubicBezTo>
                  <a:cubicBezTo>
                    <a:pt x="24585" y="77184"/>
                    <a:pt x="17724" y="81758"/>
                    <a:pt x="17724" y="90334"/>
                  </a:cubicBezTo>
                  <a:cubicBezTo>
                    <a:pt x="17724" y="97481"/>
                    <a:pt x="22869" y="102055"/>
                    <a:pt x="31160" y="102055"/>
                  </a:cubicBezTo>
                  <a:close/>
                  <a:moveTo>
                    <a:pt x="51742" y="21726"/>
                  </a:moveTo>
                  <a:cubicBezTo>
                    <a:pt x="45739" y="21726"/>
                    <a:pt x="40593" y="16580"/>
                    <a:pt x="40593" y="10863"/>
                  </a:cubicBezTo>
                  <a:cubicBezTo>
                    <a:pt x="40593" y="5146"/>
                    <a:pt x="45739" y="0"/>
                    <a:pt x="51742" y="0"/>
                  </a:cubicBezTo>
                  <a:cubicBezTo>
                    <a:pt x="57745" y="0"/>
                    <a:pt x="62891" y="5146"/>
                    <a:pt x="62891" y="10863"/>
                  </a:cubicBezTo>
                  <a:cubicBezTo>
                    <a:pt x="62891" y="16866"/>
                    <a:pt x="57745" y="21726"/>
                    <a:pt x="51742" y="217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12D72BC0-ECA6-4BB4-9317-4BC921FC94BB}"/>
                </a:ext>
              </a:extLst>
            </p:cNvPr>
            <p:cNvSpPr/>
            <p:nvPr/>
          </p:nvSpPr>
          <p:spPr>
            <a:xfrm>
              <a:off x="3904697" y="-131989"/>
              <a:ext cx="49740" cy="107486"/>
            </a:xfrm>
            <a:custGeom>
              <a:avLst/>
              <a:gdLst>
                <a:gd name="connsiteX0" fmla="*/ 49741 w 49740"/>
                <a:gd name="connsiteY0" fmla="*/ 88619 h 107486"/>
                <a:gd name="connsiteX1" fmla="*/ 49741 w 49740"/>
                <a:gd name="connsiteY1" fmla="*/ 104628 h 107486"/>
                <a:gd name="connsiteX2" fmla="*/ 34018 w 49740"/>
                <a:gd name="connsiteY2" fmla="*/ 107486 h 107486"/>
                <a:gd name="connsiteX3" fmla="*/ 12292 w 49740"/>
                <a:gd name="connsiteY3" fmla="*/ 84903 h 107486"/>
                <a:gd name="connsiteX4" fmla="*/ 12292 w 49740"/>
                <a:gd name="connsiteY4" fmla="*/ 41165 h 107486"/>
                <a:gd name="connsiteX5" fmla="*/ 0 w 49740"/>
                <a:gd name="connsiteY5" fmla="*/ 41165 h 107486"/>
                <a:gd name="connsiteX6" fmla="*/ 0 w 49740"/>
                <a:gd name="connsiteY6" fmla="*/ 25728 h 107486"/>
                <a:gd name="connsiteX7" fmla="*/ 12006 w 49740"/>
                <a:gd name="connsiteY7" fmla="*/ 25728 h 107486"/>
                <a:gd name="connsiteX8" fmla="*/ 12006 w 49740"/>
                <a:gd name="connsiteY8" fmla="*/ 4002 h 107486"/>
                <a:gd name="connsiteX9" fmla="*/ 30588 w 49740"/>
                <a:gd name="connsiteY9" fmla="*/ 0 h 107486"/>
                <a:gd name="connsiteX10" fmla="*/ 30588 w 49740"/>
                <a:gd name="connsiteY10" fmla="*/ 26014 h 107486"/>
                <a:gd name="connsiteX11" fmla="*/ 49741 w 49740"/>
                <a:gd name="connsiteY11" fmla="*/ 26014 h 107486"/>
                <a:gd name="connsiteX12" fmla="*/ 49741 w 49740"/>
                <a:gd name="connsiteY12" fmla="*/ 41451 h 107486"/>
                <a:gd name="connsiteX13" fmla="*/ 30588 w 49740"/>
                <a:gd name="connsiteY13" fmla="*/ 41451 h 107486"/>
                <a:gd name="connsiteX14" fmla="*/ 30588 w 49740"/>
                <a:gd name="connsiteY14" fmla="*/ 80901 h 107486"/>
                <a:gd name="connsiteX15" fmla="*/ 39164 w 49740"/>
                <a:gd name="connsiteY15" fmla="*/ 91478 h 107486"/>
                <a:gd name="connsiteX16" fmla="*/ 49741 w 49740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0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C3ABA628-7B39-4E18-9E0D-FCE9FB16AB23}"/>
                </a:ext>
              </a:extLst>
            </p:cNvPr>
            <p:cNvSpPr/>
            <p:nvPr/>
          </p:nvSpPr>
          <p:spPr>
            <a:xfrm>
              <a:off x="1649198" y="35815"/>
              <a:ext cx="77756" cy="110630"/>
            </a:xfrm>
            <a:custGeom>
              <a:avLst/>
              <a:gdLst>
                <a:gd name="connsiteX0" fmla="*/ 77756 w 77756"/>
                <a:gd name="connsiteY0" fmla="*/ 33447 h 110630"/>
                <a:gd name="connsiteX1" fmla="*/ 38020 w 77756"/>
                <a:gd name="connsiteY1" fmla="*/ 68323 h 110630"/>
                <a:gd name="connsiteX2" fmla="*/ 19725 w 77756"/>
                <a:gd name="connsiteY2" fmla="*/ 68323 h 110630"/>
                <a:gd name="connsiteX3" fmla="*/ 19725 w 77756"/>
                <a:gd name="connsiteY3" fmla="*/ 110631 h 110630"/>
                <a:gd name="connsiteX4" fmla="*/ 0 w 77756"/>
                <a:gd name="connsiteY4" fmla="*/ 110631 h 110630"/>
                <a:gd name="connsiteX5" fmla="*/ 0 w 77756"/>
                <a:gd name="connsiteY5" fmla="*/ 0 h 110630"/>
                <a:gd name="connsiteX6" fmla="*/ 39164 w 77756"/>
                <a:gd name="connsiteY6" fmla="*/ 0 h 110630"/>
                <a:gd name="connsiteX7" fmla="*/ 77756 w 77756"/>
                <a:gd name="connsiteY7" fmla="*/ 33447 h 110630"/>
                <a:gd name="connsiteX8" fmla="*/ 58031 w 77756"/>
                <a:gd name="connsiteY8" fmla="*/ 34304 h 110630"/>
                <a:gd name="connsiteX9" fmla="*/ 38306 w 77756"/>
                <a:gd name="connsiteY9" fmla="*/ 17438 h 110630"/>
                <a:gd name="connsiteX10" fmla="*/ 19725 w 77756"/>
                <a:gd name="connsiteY10" fmla="*/ 17438 h 110630"/>
                <a:gd name="connsiteX11" fmla="*/ 19725 w 77756"/>
                <a:gd name="connsiteY11" fmla="*/ 51170 h 110630"/>
                <a:gd name="connsiteX12" fmla="*/ 37735 w 77756"/>
                <a:gd name="connsiteY12" fmla="*/ 51170 h 110630"/>
                <a:gd name="connsiteX13" fmla="*/ 58031 w 77756"/>
                <a:gd name="connsiteY13" fmla="*/ 34304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7756" h="110630">
                  <a:moveTo>
                    <a:pt x="77756" y="33447"/>
                  </a:moveTo>
                  <a:cubicBezTo>
                    <a:pt x="77756" y="57460"/>
                    <a:pt x="61176" y="68323"/>
                    <a:pt x="38020" y="68323"/>
                  </a:cubicBezTo>
                  <a:lnTo>
                    <a:pt x="19725" y="6832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39164" y="0"/>
                  </a:lnTo>
                  <a:cubicBezTo>
                    <a:pt x="61462" y="0"/>
                    <a:pt x="77756" y="9720"/>
                    <a:pt x="77756" y="33447"/>
                  </a:cubicBezTo>
                  <a:close/>
                  <a:moveTo>
                    <a:pt x="58031" y="34304"/>
                  </a:moveTo>
                  <a:cubicBezTo>
                    <a:pt x="58031" y="22869"/>
                    <a:pt x="50884" y="17438"/>
                    <a:pt x="38306" y="17438"/>
                  </a:cubicBezTo>
                  <a:lnTo>
                    <a:pt x="19725" y="17438"/>
                  </a:lnTo>
                  <a:lnTo>
                    <a:pt x="19725" y="51170"/>
                  </a:lnTo>
                  <a:lnTo>
                    <a:pt x="37735" y="51170"/>
                  </a:lnTo>
                  <a:cubicBezTo>
                    <a:pt x="50884" y="51170"/>
                    <a:pt x="58031" y="45453"/>
                    <a:pt x="58031" y="34304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47D35B9D-1EE2-47E0-8D0C-6B33FCB9C822}"/>
                </a:ext>
              </a:extLst>
            </p:cNvPr>
            <p:cNvSpPr/>
            <p:nvPr/>
          </p:nvSpPr>
          <p:spPr>
            <a:xfrm>
              <a:off x="1744678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73DFF885-8B16-4D11-994D-EFE7E661D63E}"/>
                </a:ext>
              </a:extLst>
            </p:cNvPr>
            <p:cNvSpPr/>
            <p:nvPr/>
          </p:nvSpPr>
          <p:spPr>
            <a:xfrm>
              <a:off x="1834440" y="3095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6CA0BD27-0877-48A9-9A32-3B8E26397C50}"/>
                </a:ext>
              </a:extLst>
            </p:cNvPr>
            <p:cNvSpPr/>
            <p:nvPr/>
          </p:nvSpPr>
          <p:spPr>
            <a:xfrm>
              <a:off x="1880465" y="29525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FF707C74-32A0-425B-972F-31E8D762A89D}"/>
                </a:ext>
              </a:extLst>
            </p:cNvPr>
            <p:cNvSpPr/>
            <p:nvPr/>
          </p:nvSpPr>
          <p:spPr>
            <a:xfrm>
              <a:off x="1919343" y="64401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317 w 77184"/>
                <a:gd name="connsiteY5" fmla="*/ 42309 h 84045"/>
                <a:gd name="connsiteX6" fmla="*/ 38306 w 77184"/>
                <a:gd name="connsiteY6" fmla="*/ 17152 h 84045"/>
                <a:gd name="connsiteX7" fmla="*/ 18296 w 77184"/>
                <a:gd name="connsiteY7" fmla="*/ 42023 h 84045"/>
                <a:gd name="connsiteX8" fmla="*/ 38306 w 77184"/>
                <a:gd name="connsiteY8" fmla="*/ 67465 h 84045"/>
                <a:gd name="connsiteX9" fmla="*/ 58317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317" y="42309"/>
                  </a:moveTo>
                  <a:cubicBezTo>
                    <a:pt x="58317" y="26872"/>
                    <a:pt x="50599" y="17152"/>
                    <a:pt x="38306" y="17152"/>
                  </a:cubicBezTo>
                  <a:cubicBezTo>
                    <a:pt x="26014" y="17152"/>
                    <a:pt x="18296" y="26872"/>
                    <a:pt x="18296" y="42023"/>
                  </a:cubicBezTo>
                  <a:cubicBezTo>
                    <a:pt x="18296" y="57460"/>
                    <a:pt x="26014" y="67465"/>
                    <a:pt x="38306" y="67465"/>
                  </a:cubicBezTo>
                  <a:cubicBezTo>
                    <a:pt x="50885" y="67179"/>
                    <a:pt x="58317" y="57745"/>
                    <a:pt x="58317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0CAA95E8-1F27-4E6A-A72A-5D659080D482}"/>
                </a:ext>
              </a:extLst>
            </p:cNvPr>
            <p:cNvSpPr/>
            <p:nvPr/>
          </p:nvSpPr>
          <p:spPr>
            <a:xfrm>
              <a:off x="2008534" y="64401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3 h 84045"/>
                <a:gd name="connsiteX2" fmla="*/ 43166 w 61747"/>
                <a:gd name="connsiteY2" fmla="*/ 60318 h 84045"/>
                <a:gd name="connsiteX3" fmla="*/ 3145 w 61747"/>
                <a:gd name="connsiteY3" fmla="*/ 24871 h 84045"/>
                <a:gd name="connsiteX4" fmla="*/ 33447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7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580" y="65464"/>
                    <a:pt x="24299" y="68323"/>
                    <a:pt x="31445" y="68323"/>
                  </a:cubicBezTo>
                  <a:cubicBezTo>
                    <a:pt x="38306" y="68323"/>
                    <a:pt x="43166" y="65178"/>
                    <a:pt x="43166" y="60318"/>
                  </a:cubicBezTo>
                  <a:cubicBezTo>
                    <a:pt x="43166" y="46597"/>
                    <a:pt x="3145" y="51456"/>
                    <a:pt x="3145" y="24871"/>
                  </a:cubicBezTo>
                  <a:cubicBezTo>
                    <a:pt x="3145" y="10005"/>
                    <a:pt x="15437" y="0"/>
                    <a:pt x="33447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7" y="31731"/>
                    <a:pt x="61747" y="58603"/>
                  </a:cubicBezTo>
                  <a:cubicBezTo>
                    <a:pt x="61747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ECD4BF4A-3567-4DD0-BD4C-56FC4EFFF3D9}"/>
                </a:ext>
              </a:extLst>
            </p:cNvPr>
            <p:cNvSpPr/>
            <p:nvPr/>
          </p:nvSpPr>
          <p:spPr>
            <a:xfrm>
              <a:off x="2085433" y="64401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317 w 77184"/>
                <a:gd name="connsiteY5" fmla="*/ 42309 h 84045"/>
                <a:gd name="connsiteX6" fmla="*/ 38306 w 77184"/>
                <a:gd name="connsiteY6" fmla="*/ 17152 h 84045"/>
                <a:gd name="connsiteX7" fmla="*/ 18296 w 77184"/>
                <a:gd name="connsiteY7" fmla="*/ 42023 h 84045"/>
                <a:gd name="connsiteX8" fmla="*/ 38306 w 77184"/>
                <a:gd name="connsiteY8" fmla="*/ 67465 h 84045"/>
                <a:gd name="connsiteX9" fmla="*/ 58317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317" y="42309"/>
                  </a:moveTo>
                  <a:cubicBezTo>
                    <a:pt x="58317" y="26872"/>
                    <a:pt x="50599" y="17152"/>
                    <a:pt x="38306" y="17152"/>
                  </a:cubicBezTo>
                  <a:cubicBezTo>
                    <a:pt x="26014" y="17152"/>
                    <a:pt x="18296" y="26872"/>
                    <a:pt x="18296" y="42023"/>
                  </a:cubicBezTo>
                  <a:cubicBezTo>
                    <a:pt x="18296" y="57460"/>
                    <a:pt x="26014" y="67465"/>
                    <a:pt x="38306" y="67465"/>
                  </a:cubicBezTo>
                  <a:cubicBezTo>
                    <a:pt x="50885" y="67179"/>
                    <a:pt x="58317" y="57745"/>
                    <a:pt x="58317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470B0303-9530-4B43-9D60-0EF90F6D1383}"/>
                </a:ext>
              </a:extLst>
            </p:cNvPr>
            <p:cNvSpPr/>
            <p:nvPr/>
          </p:nvSpPr>
          <p:spPr>
            <a:xfrm>
              <a:off x="2182914" y="64683"/>
              <a:ext cx="74611" cy="114065"/>
            </a:xfrm>
            <a:custGeom>
              <a:avLst/>
              <a:gdLst>
                <a:gd name="connsiteX0" fmla="*/ 74612 w 74611"/>
                <a:gd name="connsiteY0" fmla="*/ 41455 h 114065"/>
                <a:gd name="connsiteX1" fmla="*/ 42023 w 74611"/>
                <a:gd name="connsiteY1" fmla="*/ 83763 h 114065"/>
                <a:gd name="connsiteX2" fmla="*/ 18867 w 74611"/>
                <a:gd name="connsiteY2" fmla="*/ 73186 h 114065"/>
                <a:gd name="connsiteX3" fmla="*/ 18581 w 74611"/>
                <a:gd name="connsiteY3" fmla="*/ 73186 h 114065"/>
                <a:gd name="connsiteX4" fmla="*/ 18581 w 74611"/>
                <a:gd name="connsiteY4" fmla="*/ 109491 h 114065"/>
                <a:gd name="connsiteX5" fmla="*/ 0 w 74611"/>
                <a:gd name="connsiteY5" fmla="*/ 114065 h 114065"/>
                <a:gd name="connsiteX6" fmla="*/ 0 w 74611"/>
                <a:gd name="connsiteY6" fmla="*/ 2005 h 114065"/>
                <a:gd name="connsiteX7" fmla="*/ 18296 w 74611"/>
                <a:gd name="connsiteY7" fmla="*/ 2005 h 114065"/>
                <a:gd name="connsiteX8" fmla="*/ 18296 w 74611"/>
                <a:gd name="connsiteY8" fmla="*/ 11724 h 114065"/>
                <a:gd name="connsiteX9" fmla="*/ 18581 w 74611"/>
                <a:gd name="connsiteY9" fmla="*/ 11724 h 114065"/>
                <a:gd name="connsiteX10" fmla="*/ 42880 w 74611"/>
                <a:gd name="connsiteY10" fmla="*/ 4 h 114065"/>
                <a:gd name="connsiteX11" fmla="*/ 74612 w 74611"/>
                <a:gd name="connsiteY11" fmla="*/ 41455 h 114065"/>
                <a:gd name="connsiteX12" fmla="*/ 56030 w 74611"/>
                <a:gd name="connsiteY12" fmla="*/ 42026 h 114065"/>
                <a:gd name="connsiteX13" fmla="*/ 37449 w 74611"/>
                <a:gd name="connsiteY13" fmla="*/ 16584 h 114065"/>
                <a:gd name="connsiteX14" fmla="*/ 18581 w 74611"/>
                <a:gd name="connsiteY14" fmla="*/ 26875 h 114065"/>
                <a:gd name="connsiteX15" fmla="*/ 18581 w 74611"/>
                <a:gd name="connsiteY15" fmla="*/ 56320 h 114065"/>
                <a:gd name="connsiteX16" fmla="*/ 37735 w 74611"/>
                <a:gd name="connsiteY16" fmla="*/ 67183 h 114065"/>
                <a:gd name="connsiteX17" fmla="*/ 56030 w 74611"/>
                <a:gd name="connsiteY17" fmla="*/ 42026 h 1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4065">
                  <a:moveTo>
                    <a:pt x="74612" y="41455"/>
                  </a:moveTo>
                  <a:cubicBezTo>
                    <a:pt x="74612" y="67469"/>
                    <a:pt x="61462" y="83763"/>
                    <a:pt x="42023" y="83763"/>
                  </a:cubicBezTo>
                  <a:cubicBezTo>
                    <a:pt x="32303" y="83763"/>
                    <a:pt x="24013" y="79475"/>
                    <a:pt x="18867" y="73186"/>
                  </a:cubicBezTo>
                  <a:lnTo>
                    <a:pt x="18581" y="73186"/>
                  </a:lnTo>
                  <a:lnTo>
                    <a:pt x="18581" y="109491"/>
                  </a:lnTo>
                  <a:lnTo>
                    <a:pt x="0" y="114065"/>
                  </a:lnTo>
                  <a:lnTo>
                    <a:pt x="0" y="2005"/>
                  </a:lnTo>
                  <a:lnTo>
                    <a:pt x="18296" y="2005"/>
                  </a:lnTo>
                  <a:lnTo>
                    <a:pt x="18296" y="11724"/>
                  </a:lnTo>
                  <a:lnTo>
                    <a:pt x="18581" y="11724"/>
                  </a:lnTo>
                  <a:cubicBezTo>
                    <a:pt x="24299" y="4578"/>
                    <a:pt x="32875" y="4"/>
                    <a:pt x="42880" y="4"/>
                  </a:cubicBezTo>
                  <a:cubicBezTo>
                    <a:pt x="61462" y="-282"/>
                    <a:pt x="74612" y="15441"/>
                    <a:pt x="74612" y="41455"/>
                  </a:cubicBezTo>
                  <a:close/>
                  <a:moveTo>
                    <a:pt x="56030" y="42026"/>
                  </a:moveTo>
                  <a:cubicBezTo>
                    <a:pt x="56030" y="25446"/>
                    <a:pt x="49455" y="16584"/>
                    <a:pt x="37449" y="16584"/>
                  </a:cubicBezTo>
                  <a:cubicBezTo>
                    <a:pt x="30302" y="16584"/>
                    <a:pt x="24585" y="19729"/>
                    <a:pt x="18581" y="26875"/>
                  </a:cubicBezTo>
                  <a:lnTo>
                    <a:pt x="18581" y="56320"/>
                  </a:lnTo>
                  <a:cubicBezTo>
                    <a:pt x="24013" y="63467"/>
                    <a:pt x="30016" y="67183"/>
                    <a:pt x="37735" y="67183"/>
                  </a:cubicBezTo>
                  <a:cubicBezTo>
                    <a:pt x="49741" y="67183"/>
                    <a:pt x="56030" y="57749"/>
                    <a:pt x="56030" y="420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CD12F459-0E98-45F5-A42F-897D8B222960}"/>
                </a:ext>
              </a:extLst>
            </p:cNvPr>
            <p:cNvSpPr/>
            <p:nvPr/>
          </p:nvSpPr>
          <p:spPr>
            <a:xfrm>
              <a:off x="2278394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742BE939-E3FE-4550-B97E-4391BA90C491}"/>
                </a:ext>
              </a:extLst>
            </p:cNvPr>
            <p:cNvSpPr/>
            <p:nvPr/>
          </p:nvSpPr>
          <p:spPr>
            <a:xfrm>
              <a:off x="2368156" y="3095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EAE39D06-E89C-4DDF-BAAC-FCAA79E85C80}"/>
                </a:ext>
              </a:extLst>
            </p:cNvPr>
            <p:cNvSpPr/>
            <p:nvPr/>
          </p:nvSpPr>
          <p:spPr>
            <a:xfrm>
              <a:off x="2406748" y="64401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3 h 84045"/>
                <a:gd name="connsiteX2" fmla="*/ 43166 w 61747"/>
                <a:gd name="connsiteY2" fmla="*/ 60318 h 84045"/>
                <a:gd name="connsiteX3" fmla="*/ 3145 w 61747"/>
                <a:gd name="connsiteY3" fmla="*/ 24871 h 84045"/>
                <a:gd name="connsiteX4" fmla="*/ 33447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8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866" y="65464"/>
                    <a:pt x="24299" y="68323"/>
                    <a:pt x="31445" y="68323"/>
                  </a:cubicBezTo>
                  <a:cubicBezTo>
                    <a:pt x="38306" y="68323"/>
                    <a:pt x="43166" y="65178"/>
                    <a:pt x="43166" y="60318"/>
                  </a:cubicBezTo>
                  <a:cubicBezTo>
                    <a:pt x="43166" y="46597"/>
                    <a:pt x="3145" y="51456"/>
                    <a:pt x="3145" y="24871"/>
                  </a:cubicBezTo>
                  <a:cubicBezTo>
                    <a:pt x="3145" y="10005"/>
                    <a:pt x="15437" y="0"/>
                    <a:pt x="33447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8" y="31731"/>
                    <a:pt x="61748" y="58603"/>
                  </a:cubicBezTo>
                  <a:cubicBezTo>
                    <a:pt x="61748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2AB8E3EA-2F9D-4D73-A643-5B2B5754ACA1}"/>
                </a:ext>
              </a:extLst>
            </p:cNvPr>
            <p:cNvSpPr/>
            <p:nvPr/>
          </p:nvSpPr>
          <p:spPr>
            <a:xfrm>
              <a:off x="2483647" y="64401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C9A4592F-1C49-4F5E-9BE5-E4E48029AC30}"/>
                </a:ext>
              </a:extLst>
            </p:cNvPr>
            <p:cNvSpPr/>
            <p:nvPr/>
          </p:nvSpPr>
          <p:spPr>
            <a:xfrm>
              <a:off x="2567120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4D40DDBB-9A0A-4705-BF97-2DF2D76488D6}"/>
                </a:ext>
              </a:extLst>
            </p:cNvPr>
            <p:cNvSpPr/>
            <p:nvPr/>
          </p:nvSpPr>
          <p:spPr>
            <a:xfrm>
              <a:off x="2655168" y="64687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046803DD-55F3-4F83-BB7E-A27B2972BE41}"/>
                </a:ext>
              </a:extLst>
            </p:cNvPr>
            <p:cNvSpPr/>
            <p:nvPr/>
          </p:nvSpPr>
          <p:spPr>
            <a:xfrm>
              <a:off x="2796386" y="36100"/>
              <a:ext cx="69465" cy="110630"/>
            </a:xfrm>
            <a:custGeom>
              <a:avLst/>
              <a:gdLst>
                <a:gd name="connsiteX0" fmla="*/ 69466 w 69465"/>
                <a:gd name="connsiteY0" fmla="*/ 18010 h 110630"/>
                <a:gd name="connsiteX1" fmla="*/ 19725 w 69465"/>
                <a:gd name="connsiteY1" fmla="*/ 18010 h 110630"/>
                <a:gd name="connsiteX2" fmla="*/ 19725 w 69465"/>
                <a:gd name="connsiteY2" fmla="*/ 45453 h 110630"/>
                <a:gd name="connsiteX3" fmla="*/ 56888 w 69465"/>
                <a:gd name="connsiteY3" fmla="*/ 45453 h 110630"/>
                <a:gd name="connsiteX4" fmla="*/ 56888 w 69465"/>
                <a:gd name="connsiteY4" fmla="*/ 63463 h 110630"/>
                <a:gd name="connsiteX5" fmla="*/ 19725 w 69465"/>
                <a:gd name="connsiteY5" fmla="*/ 63463 h 110630"/>
                <a:gd name="connsiteX6" fmla="*/ 19725 w 69465"/>
                <a:gd name="connsiteY6" fmla="*/ 110631 h 110630"/>
                <a:gd name="connsiteX7" fmla="*/ 0 w 69465"/>
                <a:gd name="connsiteY7" fmla="*/ 110631 h 110630"/>
                <a:gd name="connsiteX8" fmla="*/ 0 w 69465"/>
                <a:gd name="connsiteY8" fmla="*/ 0 h 110630"/>
                <a:gd name="connsiteX9" fmla="*/ 69466 w 69465"/>
                <a:gd name="connsiteY9" fmla="*/ 0 h 110630"/>
                <a:gd name="connsiteX10" fmla="*/ 69466 w 69465"/>
                <a:gd name="connsiteY10" fmla="*/ 18010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465" h="110630">
                  <a:moveTo>
                    <a:pt x="69466" y="18010"/>
                  </a:moveTo>
                  <a:lnTo>
                    <a:pt x="19725" y="18010"/>
                  </a:lnTo>
                  <a:lnTo>
                    <a:pt x="19725" y="45453"/>
                  </a:lnTo>
                  <a:lnTo>
                    <a:pt x="56888" y="45453"/>
                  </a:lnTo>
                  <a:lnTo>
                    <a:pt x="56888" y="63463"/>
                  </a:lnTo>
                  <a:lnTo>
                    <a:pt x="19725" y="6346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01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AC0AA9F0-7CDF-4903-936C-F843B3754074}"/>
                </a:ext>
              </a:extLst>
            </p:cNvPr>
            <p:cNvSpPr/>
            <p:nvPr/>
          </p:nvSpPr>
          <p:spPr>
            <a:xfrm>
              <a:off x="2869569" y="64687"/>
              <a:ext cx="67750" cy="83759"/>
            </a:xfrm>
            <a:custGeom>
              <a:avLst/>
              <a:gdLst>
                <a:gd name="connsiteX0" fmla="*/ 34304 w 67750"/>
                <a:gd name="connsiteY0" fmla="*/ 32303 h 83759"/>
                <a:gd name="connsiteX1" fmla="*/ 49455 w 67750"/>
                <a:gd name="connsiteY1" fmla="*/ 34018 h 83759"/>
                <a:gd name="connsiteX2" fmla="*/ 49455 w 67750"/>
                <a:gd name="connsiteY2" fmla="*/ 31160 h 83759"/>
                <a:gd name="connsiteX3" fmla="*/ 31731 w 67750"/>
                <a:gd name="connsiteY3" fmla="*/ 15723 h 83759"/>
                <a:gd name="connsiteX4" fmla="*/ 11435 w 67750"/>
                <a:gd name="connsiteY4" fmla="*/ 20297 h 83759"/>
                <a:gd name="connsiteX5" fmla="*/ 7433 w 67750"/>
                <a:gd name="connsiteY5" fmla="*/ 4574 h 83759"/>
                <a:gd name="connsiteX6" fmla="*/ 33732 w 67750"/>
                <a:gd name="connsiteY6" fmla="*/ 0 h 83759"/>
                <a:gd name="connsiteX7" fmla="*/ 67751 w 67750"/>
                <a:gd name="connsiteY7" fmla="*/ 30874 h 83759"/>
                <a:gd name="connsiteX8" fmla="*/ 67751 w 67750"/>
                <a:gd name="connsiteY8" fmla="*/ 82044 h 83759"/>
                <a:gd name="connsiteX9" fmla="*/ 50027 w 67750"/>
                <a:gd name="connsiteY9" fmla="*/ 82044 h 83759"/>
                <a:gd name="connsiteX10" fmla="*/ 50027 w 67750"/>
                <a:gd name="connsiteY10" fmla="*/ 73468 h 83759"/>
                <a:gd name="connsiteX11" fmla="*/ 49741 w 67750"/>
                <a:gd name="connsiteY11" fmla="*/ 73468 h 83759"/>
                <a:gd name="connsiteX12" fmla="*/ 26300 w 67750"/>
                <a:gd name="connsiteY12" fmla="*/ 83759 h 83759"/>
                <a:gd name="connsiteX13" fmla="*/ 0 w 67750"/>
                <a:gd name="connsiteY13" fmla="*/ 58317 h 83759"/>
                <a:gd name="connsiteX14" fmla="*/ 34304 w 67750"/>
                <a:gd name="connsiteY14" fmla="*/ 32303 h 83759"/>
                <a:gd name="connsiteX15" fmla="*/ 31160 w 67750"/>
                <a:gd name="connsiteY15" fmla="*/ 69752 h 83759"/>
                <a:gd name="connsiteX16" fmla="*/ 49455 w 67750"/>
                <a:gd name="connsiteY16" fmla="*/ 60032 h 83759"/>
                <a:gd name="connsiteX17" fmla="*/ 49455 w 67750"/>
                <a:gd name="connsiteY17" fmla="*/ 46025 h 83759"/>
                <a:gd name="connsiteX18" fmla="*/ 36305 w 67750"/>
                <a:gd name="connsiteY18" fmla="*/ 44595 h 83759"/>
                <a:gd name="connsiteX19" fmla="*/ 17724 w 67750"/>
                <a:gd name="connsiteY19" fmla="*/ 57745 h 83759"/>
                <a:gd name="connsiteX20" fmla="*/ 31160 w 67750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0" h="83759">
                  <a:moveTo>
                    <a:pt x="34304" y="32303"/>
                  </a:moveTo>
                  <a:cubicBezTo>
                    <a:pt x="39450" y="32303"/>
                    <a:pt x="44310" y="32589"/>
                    <a:pt x="49455" y="34018"/>
                  </a:cubicBezTo>
                  <a:lnTo>
                    <a:pt x="49455" y="31160"/>
                  </a:lnTo>
                  <a:cubicBezTo>
                    <a:pt x="49455" y="20868"/>
                    <a:pt x="43452" y="15723"/>
                    <a:pt x="31731" y="15723"/>
                  </a:cubicBezTo>
                  <a:cubicBezTo>
                    <a:pt x="25156" y="15723"/>
                    <a:pt x="18010" y="17152"/>
                    <a:pt x="11435" y="20297"/>
                  </a:cubicBezTo>
                  <a:lnTo>
                    <a:pt x="7433" y="4574"/>
                  </a:lnTo>
                  <a:cubicBezTo>
                    <a:pt x="14865" y="1715"/>
                    <a:pt x="24585" y="0"/>
                    <a:pt x="33732" y="0"/>
                  </a:cubicBezTo>
                  <a:cubicBezTo>
                    <a:pt x="56316" y="0"/>
                    <a:pt x="67751" y="10577"/>
                    <a:pt x="67751" y="30874"/>
                  </a:cubicBezTo>
                  <a:lnTo>
                    <a:pt x="67751" y="82044"/>
                  </a:lnTo>
                  <a:lnTo>
                    <a:pt x="50027" y="82044"/>
                  </a:lnTo>
                  <a:lnTo>
                    <a:pt x="50027" y="73468"/>
                  </a:lnTo>
                  <a:lnTo>
                    <a:pt x="49741" y="73468"/>
                  </a:lnTo>
                  <a:cubicBezTo>
                    <a:pt x="42880" y="80615"/>
                    <a:pt x="35734" y="83759"/>
                    <a:pt x="26300" y="83759"/>
                  </a:cubicBezTo>
                  <a:cubicBezTo>
                    <a:pt x="10291" y="83759"/>
                    <a:pt x="0" y="73754"/>
                    <a:pt x="0" y="58317"/>
                  </a:cubicBezTo>
                  <a:cubicBezTo>
                    <a:pt x="0" y="41451"/>
                    <a:pt x="12006" y="32303"/>
                    <a:pt x="34304" y="32303"/>
                  </a:cubicBezTo>
                  <a:close/>
                  <a:moveTo>
                    <a:pt x="31160" y="69752"/>
                  </a:moveTo>
                  <a:cubicBezTo>
                    <a:pt x="38021" y="69752"/>
                    <a:pt x="44310" y="66321"/>
                    <a:pt x="49455" y="60032"/>
                  </a:cubicBezTo>
                  <a:lnTo>
                    <a:pt x="49455" y="46025"/>
                  </a:lnTo>
                  <a:cubicBezTo>
                    <a:pt x="45167" y="44881"/>
                    <a:pt x="40593" y="44595"/>
                    <a:pt x="36305" y="44595"/>
                  </a:cubicBezTo>
                  <a:cubicBezTo>
                    <a:pt x="24585" y="44595"/>
                    <a:pt x="17724" y="49169"/>
                    <a:pt x="17724" y="57745"/>
                  </a:cubicBezTo>
                  <a:cubicBezTo>
                    <a:pt x="17724" y="65178"/>
                    <a:pt x="22869" y="69752"/>
                    <a:pt x="31160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054B4287-F015-4E37-9C35-21E17E5EA517}"/>
                </a:ext>
              </a:extLst>
            </p:cNvPr>
            <p:cNvSpPr/>
            <p:nvPr/>
          </p:nvSpPr>
          <p:spPr>
            <a:xfrm>
              <a:off x="2961046" y="29811"/>
              <a:ext cx="70323" cy="116920"/>
            </a:xfrm>
            <a:custGeom>
              <a:avLst/>
              <a:gdLst>
                <a:gd name="connsiteX0" fmla="*/ 0 w 70323"/>
                <a:gd name="connsiteY0" fmla="*/ 4574 h 116920"/>
                <a:gd name="connsiteX1" fmla="*/ 18581 w 70323"/>
                <a:gd name="connsiteY1" fmla="*/ 0 h 116920"/>
                <a:gd name="connsiteX2" fmla="*/ 18581 w 70323"/>
                <a:gd name="connsiteY2" fmla="*/ 70324 h 116920"/>
                <a:gd name="connsiteX3" fmla="*/ 18867 w 70323"/>
                <a:gd name="connsiteY3" fmla="*/ 70324 h 116920"/>
                <a:gd name="connsiteX4" fmla="*/ 45167 w 70323"/>
                <a:gd name="connsiteY4" fmla="*/ 36877 h 116920"/>
                <a:gd name="connsiteX5" fmla="*/ 67465 w 70323"/>
                <a:gd name="connsiteY5" fmla="*/ 36877 h 116920"/>
                <a:gd name="connsiteX6" fmla="*/ 41165 w 70323"/>
                <a:gd name="connsiteY6" fmla="*/ 68323 h 116920"/>
                <a:gd name="connsiteX7" fmla="*/ 70324 w 70323"/>
                <a:gd name="connsiteY7" fmla="*/ 116920 h 116920"/>
                <a:gd name="connsiteX8" fmla="*/ 48026 w 70323"/>
                <a:gd name="connsiteY8" fmla="*/ 116920 h 116920"/>
                <a:gd name="connsiteX9" fmla="*/ 28015 w 70323"/>
                <a:gd name="connsiteY9" fmla="*/ 82330 h 116920"/>
                <a:gd name="connsiteX10" fmla="*/ 18867 w 70323"/>
                <a:gd name="connsiteY10" fmla="*/ 92621 h 116920"/>
                <a:gd name="connsiteX11" fmla="*/ 18867 w 70323"/>
                <a:gd name="connsiteY11" fmla="*/ 116920 h 116920"/>
                <a:gd name="connsiteX12" fmla="*/ 286 w 70323"/>
                <a:gd name="connsiteY12" fmla="*/ 116920 h 116920"/>
                <a:gd name="connsiteX13" fmla="*/ 286 w 70323"/>
                <a:gd name="connsiteY13" fmla="*/ 457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0323" h="116920">
                  <a:moveTo>
                    <a:pt x="0" y="4574"/>
                  </a:moveTo>
                  <a:lnTo>
                    <a:pt x="18581" y="0"/>
                  </a:lnTo>
                  <a:lnTo>
                    <a:pt x="18581" y="70324"/>
                  </a:lnTo>
                  <a:lnTo>
                    <a:pt x="18867" y="70324"/>
                  </a:lnTo>
                  <a:lnTo>
                    <a:pt x="45167" y="36877"/>
                  </a:lnTo>
                  <a:lnTo>
                    <a:pt x="67465" y="36877"/>
                  </a:lnTo>
                  <a:lnTo>
                    <a:pt x="41165" y="68323"/>
                  </a:lnTo>
                  <a:lnTo>
                    <a:pt x="70324" y="116920"/>
                  </a:lnTo>
                  <a:lnTo>
                    <a:pt x="48026" y="116920"/>
                  </a:lnTo>
                  <a:lnTo>
                    <a:pt x="28015" y="82330"/>
                  </a:lnTo>
                  <a:lnTo>
                    <a:pt x="18867" y="92621"/>
                  </a:lnTo>
                  <a:lnTo>
                    <a:pt x="18867" y="116920"/>
                  </a:lnTo>
                  <a:lnTo>
                    <a:pt x="286" y="116920"/>
                  </a:lnTo>
                  <a:lnTo>
                    <a:pt x="286" y="457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C7577CF9-2429-4044-8620-CAF831058252}"/>
                </a:ext>
              </a:extLst>
            </p:cNvPr>
            <p:cNvSpPr/>
            <p:nvPr/>
          </p:nvSpPr>
          <p:spPr>
            <a:xfrm>
              <a:off x="3045092" y="66688"/>
              <a:ext cx="68894" cy="82044"/>
            </a:xfrm>
            <a:custGeom>
              <a:avLst/>
              <a:gdLst>
                <a:gd name="connsiteX0" fmla="*/ 18867 w 68894"/>
                <a:gd name="connsiteY0" fmla="*/ 48026 h 82044"/>
                <a:gd name="connsiteX1" fmla="*/ 34876 w 68894"/>
                <a:gd name="connsiteY1" fmla="*/ 64892 h 82044"/>
                <a:gd name="connsiteX2" fmla="*/ 50313 w 68894"/>
                <a:gd name="connsiteY2" fmla="*/ 48026 h 82044"/>
                <a:gd name="connsiteX3" fmla="*/ 50313 w 68894"/>
                <a:gd name="connsiteY3" fmla="*/ 0 h 82044"/>
                <a:gd name="connsiteX4" fmla="*/ 68894 w 68894"/>
                <a:gd name="connsiteY4" fmla="*/ 0 h 82044"/>
                <a:gd name="connsiteX5" fmla="*/ 68894 w 68894"/>
                <a:gd name="connsiteY5" fmla="*/ 48598 h 82044"/>
                <a:gd name="connsiteX6" fmla="*/ 35162 w 68894"/>
                <a:gd name="connsiteY6" fmla="*/ 82044 h 82044"/>
                <a:gd name="connsiteX7" fmla="*/ 0 w 68894"/>
                <a:gd name="connsiteY7" fmla="*/ 48883 h 82044"/>
                <a:gd name="connsiteX8" fmla="*/ 0 w 68894"/>
                <a:gd name="connsiteY8" fmla="*/ 286 h 82044"/>
                <a:gd name="connsiteX9" fmla="*/ 18581 w 68894"/>
                <a:gd name="connsiteY9" fmla="*/ 286 h 82044"/>
                <a:gd name="connsiteX10" fmla="*/ 18581 w 68894"/>
                <a:gd name="connsiteY10" fmla="*/ 48026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894" h="82044">
                  <a:moveTo>
                    <a:pt x="18867" y="48026"/>
                  </a:moveTo>
                  <a:cubicBezTo>
                    <a:pt x="18867" y="58889"/>
                    <a:pt x="24299" y="64892"/>
                    <a:pt x="34876" y="64892"/>
                  </a:cubicBezTo>
                  <a:cubicBezTo>
                    <a:pt x="45167" y="64892"/>
                    <a:pt x="50313" y="59175"/>
                    <a:pt x="50313" y="48026"/>
                  </a:cubicBezTo>
                  <a:lnTo>
                    <a:pt x="50313" y="0"/>
                  </a:lnTo>
                  <a:lnTo>
                    <a:pt x="68894" y="0"/>
                  </a:lnTo>
                  <a:lnTo>
                    <a:pt x="68894" y="48598"/>
                  </a:lnTo>
                  <a:cubicBezTo>
                    <a:pt x="68894" y="69752"/>
                    <a:pt x="57174" y="82044"/>
                    <a:pt x="35162" y="82044"/>
                  </a:cubicBezTo>
                  <a:cubicBezTo>
                    <a:pt x="13436" y="82044"/>
                    <a:pt x="0" y="69752"/>
                    <a:pt x="0" y="48883"/>
                  </a:cubicBezTo>
                  <a:lnTo>
                    <a:pt x="0" y="286"/>
                  </a:lnTo>
                  <a:lnTo>
                    <a:pt x="18581" y="286"/>
                  </a:lnTo>
                  <a:lnTo>
                    <a:pt x="18581" y="4802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F0039E4B-FED0-47D4-9398-C45145558C27}"/>
                </a:ext>
              </a:extLst>
            </p:cNvPr>
            <p:cNvSpPr/>
            <p:nvPr/>
          </p:nvSpPr>
          <p:spPr>
            <a:xfrm>
              <a:off x="3138285" y="29525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6A94126F-7BE5-4CA7-B313-00A72B3D434C}"/>
                </a:ext>
              </a:extLst>
            </p:cNvPr>
            <p:cNvSpPr/>
            <p:nvPr/>
          </p:nvSpPr>
          <p:spPr>
            <a:xfrm>
              <a:off x="3173160" y="40960"/>
              <a:ext cx="49741" cy="107486"/>
            </a:xfrm>
            <a:custGeom>
              <a:avLst/>
              <a:gdLst>
                <a:gd name="connsiteX0" fmla="*/ 49741 w 49741"/>
                <a:gd name="connsiteY0" fmla="*/ 88619 h 107486"/>
                <a:gd name="connsiteX1" fmla="*/ 49741 w 49741"/>
                <a:gd name="connsiteY1" fmla="*/ 104628 h 107486"/>
                <a:gd name="connsiteX2" fmla="*/ 34018 w 49741"/>
                <a:gd name="connsiteY2" fmla="*/ 107486 h 107486"/>
                <a:gd name="connsiteX3" fmla="*/ 12292 w 49741"/>
                <a:gd name="connsiteY3" fmla="*/ 84903 h 107486"/>
                <a:gd name="connsiteX4" fmla="*/ 12292 w 49741"/>
                <a:gd name="connsiteY4" fmla="*/ 41165 h 107486"/>
                <a:gd name="connsiteX5" fmla="*/ 0 w 49741"/>
                <a:gd name="connsiteY5" fmla="*/ 41165 h 107486"/>
                <a:gd name="connsiteX6" fmla="*/ 0 w 49741"/>
                <a:gd name="connsiteY6" fmla="*/ 25728 h 107486"/>
                <a:gd name="connsiteX7" fmla="*/ 12006 w 49741"/>
                <a:gd name="connsiteY7" fmla="*/ 25728 h 107486"/>
                <a:gd name="connsiteX8" fmla="*/ 12006 w 49741"/>
                <a:gd name="connsiteY8" fmla="*/ 4002 h 107486"/>
                <a:gd name="connsiteX9" fmla="*/ 30588 w 49741"/>
                <a:gd name="connsiteY9" fmla="*/ 0 h 107486"/>
                <a:gd name="connsiteX10" fmla="*/ 30588 w 49741"/>
                <a:gd name="connsiteY10" fmla="*/ 26014 h 107486"/>
                <a:gd name="connsiteX11" fmla="*/ 49741 w 49741"/>
                <a:gd name="connsiteY11" fmla="*/ 26014 h 107486"/>
                <a:gd name="connsiteX12" fmla="*/ 49741 w 49741"/>
                <a:gd name="connsiteY12" fmla="*/ 41451 h 107486"/>
                <a:gd name="connsiteX13" fmla="*/ 30588 w 49741"/>
                <a:gd name="connsiteY13" fmla="*/ 41451 h 107486"/>
                <a:gd name="connsiteX14" fmla="*/ 30588 w 49741"/>
                <a:gd name="connsiteY14" fmla="*/ 80901 h 107486"/>
                <a:gd name="connsiteX15" fmla="*/ 39164 w 49741"/>
                <a:gd name="connsiteY15" fmla="*/ 91478 h 107486"/>
                <a:gd name="connsiteX16" fmla="*/ 49741 w 49741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1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A53325FC-AA60-40EB-9E4D-8A985A64DD5A}"/>
                </a:ext>
              </a:extLst>
            </p:cNvPr>
            <p:cNvSpPr/>
            <p:nvPr/>
          </p:nvSpPr>
          <p:spPr>
            <a:xfrm>
              <a:off x="3237481" y="32384"/>
              <a:ext cx="67750" cy="116062"/>
            </a:xfrm>
            <a:custGeom>
              <a:avLst/>
              <a:gdLst>
                <a:gd name="connsiteX0" fmla="*/ 34304 w 67750"/>
                <a:gd name="connsiteY0" fmla="*/ 64606 h 116062"/>
                <a:gd name="connsiteX1" fmla="*/ 49455 w 67750"/>
                <a:gd name="connsiteY1" fmla="*/ 66321 h 116062"/>
                <a:gd name="connsiteX2" fmla="*/ 49455 w 67750"/>
                <a:gd name="connsiteY2" fmla="*/ 63463 h 116062"/>
                <a:gd name="connsiteX3" fmla="*/ 31731 w 67750"/>
                <a:gd name="connsiteY3" fmla="*/ 48026 h 116062"/>
                <a:gd name="connsiteX4" fmla="*/ 11435 w 67750"/>
                <a:gd name="connsiteY4" fmla="*/ 52600 h 116062"/>
                <a:gd name="connsiteX5" fmla="*/ 7432 w 67750"/>
                <a:gd name="connsiteY5" fmla="*/ 36877 h 116062"/>
                <a:gd name="connsiteX6" fmla="*/ 33732 w 67750"/>
                <a:gd name="connsiteY6" fmla="*/ 32303 h 116062"/>
                <a:gd name="connsiteX7" fmla="*/ 67751 w 67750"/>
                <a:gd name="connsiteY7" fmla="*/ 63177 h 116062"/>
                <a:gd name="connsiteX8" fmla="*/ 67751 w 67750"/>
                <a:gd name="connsiteY8" fmla="*/ 114347 h 116062"/>
                <a:gd name="connsiteX9" fmla="*/ 50027 w 67750"/>
                <a:gd name="connsiteY9" fmla="*/ 114347 h 116062"/>
                <a:gd name="connsiteX10" fmla="*/ 50027 w 67750"/>
                <a:gd name="connsiteY10" fmla="*/ 105771 h 116062"/>
                <a:gd name="connsiteX11" fmla="*/ 49741 w 67750"/>
                <a:gd name="connsiteY11" fmla="*/ 105771 h 116062"/>
                <a:gd name="connsiteX12" fmla="*/ 26300 w 67750"/>
                <a:gd name="connsiteY12" fmla="*/ 116063 h 116062"/>
                <a:gd name="connsiteX13" fmla="*/ 0 w 67750"/>
                <a:gd name="connsiteY13" fmla="*/ 90620 h 116062"/>
                <a:gd name="connsiteX14" fmla="*/ 34304 w 67750"/>
                <a:gd name="connsiteY14" fmla="*/ 64606 h 116062"/>
                <a:gd name="connsiteX15" fmla="*/ 19153 w 67750"/>
                <a:gd name="connsiteY15" fmla="*/ 21726 h 116062"/>
                <a:gd name="connsiteX16" fmla="*/ 8004 w 67750"/>
                <a:gd name="connsiteY16" fmla="*/ 10863 h 116062"/>
                <a:gd name="connsiteX17" fmla="*/ 19153 w 67750"/>
                <a:gd name="connsiteY17" fmla="*/ 0 h 116062"/>
                <a:gd name="connsiteX18" fmla="*/ 30302 w 67750"/>
                <a:gd name="connsiteY18" fmla="*/ 10863 h 116062"/>
                <a:gd name="connsiteX19" fmla="*/ 19153 w 67750"/>
                <a:gd name="connsiteY19" fmla="*/ 21726 h 116062"/>
                <a:gd name="connsiteX20" fmla="*/ 31160 w 67750"/>
                <a:gd name="connsiteY20" fmla="*/ 102055 h 116062"/>
                <a:gd name="connsiteX21" fmla="*/ 49455 w 67750"/>
                <a:gd name="connsiteY21" fmla="*/ 92335 h 116062"/>
                <a:gd name="connsiteX22" fmla="*/ 49455 w 67750"/>
                <a:gd name="connsiteY22" fmla="*/ 78328 h 116062"/>
                <a:gd name="connsiteX23" fmla="*/ 36305 w 67750"/>
                <a:gd name="connsiteY23" fmla="*/ 76899 h 116062"/>
                <a:gd name="connsiteX24" fmla="*/ 17724 w 67750"/>
                <a:gd name="connsiteY24" fmla="*/ 90048 h 116062"/>
                <a:gd name="connsiteX25" fmla="*/ 31160 w 67750"/>
                <a:gd name="connsiteY25" fmla="*/ 102055 h 116062"/>
                <a:gd name="connsiteX26" fmla="*/ 52028 w 67750"/>
                <a:gd name="connsiteY26" fmla="*/ 21726 h 116062"/>
                <a:gd name="connsiteX27" fmla="*/ 40879 w 67750"/>
                <a:gd name="connsiteY27" fmla="*/ 10863 h 116062"/>
                <a:gd name="connsiteX28" fmla="*/ 52028 w 67750"/>
                <a:gd name="connsiteY28" fmla="*/ 0 h 116062"/>
                <a:gd name="connsiteX29" fmla="*/ 63177 w 67750"/>
                <a:gd name="connsiteY29" fmla="*/ 10863 h 116062"/>
                <a:gd name="connsiteX30" fmla="*/ 52028 w 67750"/>
                <a:gd name="connsiteY30" fmla="*/ 21726 h 116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750" h="116062">
                  <a:moveTo>
                    <a:pt x="34304" y="64606"/>
                  </a:moveTo>
                  <a:cubicBezTo>
                    <a:pt x="39450" y="64606"/>
                    <a:pt x="44310" y="64892"/>
                    <a:pt x="49455" y="66321"/>
                  </a:cubicBezTo>
                  <a:lnTo>
                    <a:pt x="49455" y="63463"/>
                  </a:lnTo>
                  <a:cubicBezTo>
                    <a:pt x="49455" y="53171"/>
                    <a:pt x="43452" y="48026"/>
                    <a:pt x="31731" y="48026"/>
                  </a:cubicBezTo>
                  <a:cubicBezTo>
                    <a:pt x="25156" y="48026"/>
                    <a:pt x="18010" y="49455"/>
                    <a:pt x="11435" y="52600"/>
                  </a:cubicBezTo>
                  <a:lnTo>
                    <a:pt x="7432" y="36877"/>
                  </a:lnTo>
                  <a:cubicBezTo>
                    <a:pt x="14865" y="34018"/>
                    <a:pt x="24585" y="32303"/>
                    <a:pt x="33732" y="32303"/>
                  </a:cubicBezTo>
                  <a:cubicBezTo>
                    <a:pt x="56316" y="32303"/>
                    <a:pt x="67751" y="42880"/>
                    <a:pt x="67751" y="63177"/>
                  </a:cubicBezTo>
                  <a:lnTo>
                    <a:pt x="67751" y="114347"/>
                  </a:lnTo>
                  <a:lnTo>
                    <a:pt x="50027" y="114347"/>
                  </a:lnTo>
                  <a:lnTo>
                    <a:pt x="50027" y="105771"/>
                  </a:lnTo>
                  <a:lnTo>
                    <a:pt x="49741" y="105771"/>
                  </a:lnTo>
                  <a:cubicBezTo>
                    <a:pt x="42880" y="112918"/>
                    <a:pt x="35734" y="116063"/>
                    <a:pt x="26300" y="116063"/>
                  </a:cubicBezTo>
                  <a:cubicBezTo>
                    <a:pt x="10291" y="116063"/>
                    <a:pt x="0" y="106057"/>
                    <a:pt x="0" y="90620"/>
                  </a:cubicBezTo>
                  <a:cubicBezTo>
                    <a:pt x="0" y="73754"/>
                    <a:pt x="12006" y="64606"/>
                    <a:pt x="34304" y="64606"/>
                  </a:cubicBezTo>
                  <a:close/>
                  <a:moveTo>
                    <a:pt x="19153" y="21726"/>
                  </a:moveTo>
                  <a:cubicBezTo>
                    <a:pt x="13150" y="21726"/>
                    <a:pt x="8004" y="16580"/>
                    <a:pt x="8004" y="10863"/>
                  </a:cubicBezTo>
                  <a:cubicBezTo>
                    <a:pt x="8004" y="5146"/>
                    <a:pt x="13150" y="0"/>
                    <a:pt x="19153" y="0"/>
                  </a:cubicBezTo>
                  <a:cubicBezTo>
                    <a:pt x="25156" y="0"/>
                    <a:pt x="30302" y="5146"/>
                    <a:pt x="30302" y="10863"/>
                  </a:cubicBezTo>
                  <a:cubicBezTo>
                    <a:pt x="30302" y="16866"/>
                    <a:pt x="25156" y="21726"/>
                    <a:pt x="19153" y="21726"/>
                  </a:cubicBezTo>
                  <a:close/>
                  <a:moveTo>
                    <a:pt x="31160" y="102055"/>
                  </a:moveTo>
                  <a:cubicBezTo>
                    <a:pt x="38020" y="102055"/>
                    <a:pt x="44310" y="98625"/>
                    <a:pt x="49455" y="92335"/>
                  </a:cubicBezTo>
                  <a:lnTo>
                    <a:pt x="49455" y="78328"/>
                  </a:lnTo>
                  <a:cubicBezTo>
                    <a:pt x="45167" y="77184"/>
                    <a:pt x="40593" y="76899"/>
                    <a:pt x="36305" y="76899"/>
                  </a:cubicBezTo>
                  <a:cubicBezTo>
                    <a:pt x="24585" y="76899"/>
                    <a:pt x="17724" y="81472"/>
                    <a:pt x="17724" y="90048"/>
                  </a:cubicBezTo>
                  <a:cubicBezTo>
                    <a:pt x="18010" y="97481"/>
                    <a:pt x="23155" y="102055"/>
                    <a:pt x="31160" y="102055"/>
                  </a:cubicBezTo>
                  <a:close/>
                  <a:moveTo>
                    <a:pt x="52028" y="21726"/>
                  </a:moveTo>
                  <a:cubicBezTo>
                    <a:pt x="46025" y="21726"/>
                    <a:pt x="40879" y="16580"/>
                    <a:pt x="40879" y="10863"/>
                  </a:cubicBezTo>
                  <a:cubicBezTo>
                    <a:pt x="40879" y="5146"/>
                    <a:pt x="46025" y="0"/>
                    <a:pt x="52028" y="0"/>
                  </a:cubicBezTo>
                  <a:cubicBezTo>
                    <a:pt x="58031" y="0"/>
                    <a:pt x="63177" y="5146"/>
                    <a:pt x="63177" y="10863"/>
                  </a:cubicBezTo>
                  <a:cubicBezTo>
                    <a:pt x="63177" y="16866"/>
                    <a:pt x="57745" y="21726"/>
                    <a:pt x="52028" y="217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06C39AEC-1240-4A5D-8FC5-377F1EDA35C8}"/>
                </a:ext>
              </a:extLst>
            </p:cNvPr>
            <p:cNvSpPr/>
            <p:nvPr/>
          </p:nvSpPr>
          <p:spPr>
            <a:xfrm>
              <a:off x="3320097" y="40960"/>
              <a:ext cx="49740" cy="107486"/>
            </a:xfrm>
            <a:custGeom>
              <a:avLst/>
              <a:gdLst>
                <a:gd name="connsiteX0" fmla="*/ 49741 w 49740"/>
                <a:gd name="connsiteY0" fmla="*/ 88619 h 107486"/>
                <a:gd name="connsiteX1" fmla="*/ 49741 w 49740"/>
                <a:gd name="connsiteY1" fmla="*/ 104628 h 107486"/>
                <a:gd name="connsiteX2" fmla="*/ 34018 w 49740"/>
                <a:gd name="connsiteY2" fmla="*/ 107486 h 107486"/>
                <a:gd name="connsiteX3" fmla="*/ 12292 w 49740"/>
                <a:gd name="connsiteY3" fmla="*/ 84903 h 107486"/>
                <a:gd name="connsiteX4" fmla="*/ 12292 w 49740"/>
                <a:gd name="connsiteY4" fmla="*/ 41165 h 107486"/>
                <a:gd name="connsiteX5" fmla="*/ 0 w 49740"/>
                <a:gd name="connsiteY5" fmla="*/ 41165 h 107486"/>
                <a:gd name="connsiteX6" fmla="*/ 0 w 49740"/>
                <a:gd name="connsiteY6" fmla="*/ 25728 h 107486"/>
                <a:gd name="connsiteX7" fmla="*/ 12006 w 49740"/>
                <a:gd name="connsiteY7" fmla="*/ 25728 h 107486"/>
                <a:gd name="connsiteX8" fmla="*/ 12006 w 49740"/>
                <a:gd name="connsiteY8" fmla="*/ 4002 h 107486"/>
                <a:gd name="connsiteX9" fmla="*/ 30588 w 49740"/>
                <a:gd name="connsiteY9" fmla="*/ 0 h 107486"/>
                <a:gd name="connsiteX10" fmla="*/ 30588 w 49740"/>
                <a:gd name="connsiteY10" fmla="*/ 26014 h 107486"/>
                <a:gd name="connsiteX11" fmla="*/ 49741 w 49740"/>
                <a:gd name="connsiteY11" fmla="*/ 26014 h 107486"/>
                <a:gd name="connsiteX12" fmla="*/ 49741 w 49740"/>
                <a:gd name="connsiteY12" fmla="*/ 41451 h 107486"/>
                <a:gd name="connsiteX13" fmla="*/ 30588 w 49740"/>
                <a:gd name="connsiteY13" fmla="*/ 41451 h 107486"/>
                <a:gd name="connsiteX14" fmla="*/ 30588 w 49740"/>
                <a:gd name="connsiteY14" fmla="*/ 80901 h 107486"/>
                <a:gd name="connsiteX15" fmla="*/ 39164 w 49740"/>
                <a:gd name="connsiteY15" fmla="*/ 91478 h 107486"/>
                <a:gd name="connsiteX16" fmla="*/ 49741 w 49740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0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CBF3490B-3419-4249-8C80-D238BE44A872}"/>
                </a:ext>
              </a:extLst>
            </p:cNvPr>
            <p:cNvSpPr/>
            <p:nvPr/>
          </p:nvSpPr>
          <p:spPr>
            <a:xfrm>
              <a:off x="3433872" y="66688"/>
              <a:ext cx="68894" cy="82044"/>
            </a:xfrm>
            <a:custGeom>
              <a:avLst/>
              <a:gdLst>
                <a:gd name="connsiteX0" fmla="*/ 18867 w 68894"/>
                <a:gd name="connsiteY0" fmla="*/ 48026 h 82044"/>
                <a:gd name="connsiteX1" fmla="*/ 34876 w 68894"/>
                <a:gd name="connsiteY1" fmla="*/ 64892 h 82044"/>
                <a:gd name="connsiteX2" fmla="*/ 50313 w 68894"/>
                <a:gd name="connsiteY2" fmla="*/ 48026 h 82044"/>
                <a:gd name="connsiteX3" fmla="*/ 50313 w 68894"/>
                <a:gd name="connsiteY3" fmla="*/ 0 h 82044"/>
                <a:gd name="connsiteX4" fmla="*/ 68894 w 68894"/>
                <a:gd name="connsiteY4" fmla="*/ 0 h 82044"/>
                <a:gd name="connsiteX5" fmla="*/ 68894 w 68894"/>
                <a:gd name="connsiteY5" fmla="*/ 48598 h 82044"/>
                <a:gd name="connsiteX6" fmla="*/ 35162 w 68894"/>
                <a:gd name="connsiteY6" fmla="*/ 82044 h 82044"/>
                <a:gd name="connsiteX7" fmla="*/ 0 w 68894"/>
                <a:gd name="connsiteY7" fmla="*/ 48883 h 82044"/>
                <a:gd name="connsiteX8" fmla="*/ 0 w 68894"/>
                <a:gd name="connsiteY8" fmla="*/ 286 h 82044"/>
                <a:gd name="connsiteX9" fmla="*/ 18581 w 68894"/>
                <a:gd name="connsiteY9" fmla="*/ 286 h 82044"/>
                <a:gd name="connsiteX10" fmla="*/ 18581 w 68894"/>
                <a:gd name="connsiteY10" fmla="*/ 48026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894" h="82044">
                  <a:moveTo>
                    <a:pt x="18867" y="48026"/>
                  </a:moveTo>
                  <a:cubicBezTo>
                    <a:pt x="18867" y="58889"/>
                    <a:pt x="24299" y="64892"/>
                    <a:pt x="34876" y="64892"/>
                  </a:cubicBezTo>
                  <a:cubicBezTo>
                    <a:pt x="45167" y="64892"/>
                    <a:pt x="50313" y="59175"/>
                    <a:pt x="50313" y="48026"/>
                  </a:cubicBezTo>
                  <a:lnTo>
                    <a:pt x="50313" y="0"/>
                  </a:lnTo>
                  <a:lnTo>
                    <a:pt x="68894" y="0"/>
                  </a:lnTo>
                  <a:lnTo>
                    <a:pt x="68894" y="48598"/>
                  </a:lnTo>
                  <a:cubicBezTo>
                    <a:pt x="68894" y="69752"/>
                    <a:pt x="57174" y="82044"/>
                    <a:pt x="35162" y="82044"/>
                  </a:cubicBezTo>
                  <a:cubicBezTo>
                    <a:pt x="13436" y="82044"/>
                    <a:pt x="0" y="69752"/>
                    <a:pt x="0" y="48883"/>
                  </a:cubicBezTo>
                  <a:lnTo>
                    <a:pt x="0" y="286"/>
                  </a:lnTo>
                  <a:lnTo>
                    <a:pt x="18581" y="286"/>
                  </a:lnTo>
                  <a:lnTo>
                    <a:pt x="18581" y="4802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BA54C1D5-DCF8-4E29-9FF5-5F0F9153EF41}"/>
                </a:ext>
              </a:extLst>
            </p:cNvPr>
            <p:cNvSpPr/>
            <p:nvPr/>
          </p:nvSpPr>
          <p:spPr>
            <a:xfrm>
              <a:off x="3526779" y="64687"/>
              <a:ext cx="68608" cy="82044"/>
            </a:xfrm>
            <a:custGeom>
              <a:avLst/>
              <a:gdLst>
                <a:gd name="connsiteX0" fmla="*/ 68608 w 68608"/>
                <a:gd name="connsiteY0" fmla="*/ 81758 h 82044"/>
                <a:gd name="connsiteX1" fmla="*/ 50027 w 68608"/>
                <a:gd name="connsiteY1" fmla="*/ 81758 h 82044"/>
                <a:gd name="connsiteX2" fmla="*/ 50027 w 68608"/>
                <a:gd name="connsiteY2" fmla="*/ 36019 h 82044"/>
                <a:gd name="connsiteX3" fmla="*/ 35162 w 68608"/>
                <a:gd name="connsiteY3" fmla="*/ 16580 h 82044"/>
                <a:gd name="connsiteX4" fmla="*/ 18581 w 68608"/>
                <a:gd name="connsiteY4" fmla="*/ 36019 h 82044"/>
                <a:gd name="connsiteX5" fmla="*/ 18581 w 68608"/>
                <a:gd name="connsiteY5" fmla="*/ 82044 h 82044"/>
                <a:gd name="connsiteX6" fmla="*/ 0 w 68608"/>
                <a:gd name="connsiteY6" fmla="*/ 82044 h 82044"/>
                <a:gd name="connsiteX7" fmla="*/ 0 w 68608"/>
                <a:gd name="connsiteY7" fmla="*/ 2001 h 82044"/>
                <a:gd name="connsiteX8" fmla="*/ 18581 w 68608"/>
                <a:gd name="connsiteY8" fmla="*/ 2001 h 82044"/>
                <a:gd name="connsiteX9" fmla="*/ 18581 w 68608"/>
                <a:gd name="connsiteY9" fmla="*/ 11721 h 82044"/>
                <a:gd name="connsiteX10" fmla="*/ 18867 w 68608"/>
                <a:gd name="connsiteY10" fmla="*/ 11721 h 82044"/>
                <a:gd name="connsiteX11" fmla="*/ 42308 w 68608"/>
                <a:gd name="connsiteY11" fmla="*/ 0 h 82044"/>
                <a:gd name="connsiteX12" fmla="*/ 68608 w 68608"/>
                <a:gd name="connsiteY12" fmla="*/ 32303 h 82044"/>
                <a:gd name="connsiteX13" fmla="*/ 68608 w 68608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82044">
                  <a:moveTo>
                    <a:pt x="68608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6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8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C2A47EC5-7C10-461C-B589-1856F68503CE}"/>
                </a:ext>
              </a:extLst>
            </p:cNvPr>
            <p:cNvSpPr/>
            <p:nvPr/>
          </p:nvSpPr>
          <p:spPr>
            <a:xfrm>
              <a:off x="3615112" y="29811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581 w 74611"/>
                <a:gd name="connsiteY12" fmla="*/ 76613 h 118921"/>
                <a:gd name="connsiteX13" fmla="*/ 37163 w 74611"/>
                <a:gd name="connsiteY13" fmla="*/ 102341 h 118921"/>
                <a:gd name="connsiteX14" fmla="*/ 56316 w 74611"/>
                <a:gd name="connsiteY14" fmla="*/ 91764 h 118921"/>
                <a:gd name="connsiteX15" fmla="*/ 56316 w 74611"/>
                <a:gd name="connsiteY15" fmla="*/ 62605 h 118921"/>
                <a:gd name="connsiteX16" fmla="*/ 37163 w 74611"/>
                <a:gd name="connsiteY16" fmla="*/ 52028 h 118921"/>
                <a:gd name="connsiteX17" fmla="*/ 18581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581" y="76613"/>
                  </a:moveTo>
                  <a:cubicBezTo>
                    <a:pt x="18581" y="92907"/>
                    <a:pt x="25442" y="102341"/>
                    <a:pt x="37163" y="102341"/>
                  </a:cubicBezTo>
                  <a:cubicBezTo>
                    <a:pt x="44310" y="102341"/>
                    <a:pt x="50313" y="98910"/>
                    <a:pt x="56316" y="91764"/>
                  </a:cubicBezTo>
                  <a:lnTo>
                    <a:pt x="56316" y="62605"/>
                  </a:lnTo>
                  <a:cubicBezTo>
                    <a:pt x="50885" y="55458"/>
                    <a:pt x="44881" y="52028"/>
                    <a:pt x="37163" y="52028"/>
                  </a:cubicBezTo>
                  <a:cubicBezTo>
                    <a:pt x="25157" y="51742"/>
                    <a:pt x="18581" y="60604"/>
                    <a:pt x="18581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5092D137-F396-46E0-B98A-74930DF55C69}"/>
                </a:ext>
              </a:extLst>
            </p:cNvPr>
            <p:cNvSpPr/>
            <p:nvPr/>
          </p:nvSpPr>
          <p:spPr>
            <a:xfrm>
              <a:off x="1648912" y="209051"/>
              <a:ext cx="69751" cy="110630"/>
            </a:xfrm>
            <a:custGeom>
              <a:avLst/>
              <a:gdLst>
                <a:gd name="connsiteX0" fmla="*/ 69752 w 69751"/>
                <a:gd name="connsiteY0" fmla="*/ 18010 h 110630"/>
                <a:gd name="connsiteX1" fmla="*/ 19725 w 69751"/>
                <a:gd name="connsiteY1" fmla="*/ 18010 h 110630"/>
                <a:gd name="connsiteX2" fmla="*/ 19725 w 69751"/>
                <a:gd name="connsiteY2" fmla="*/ 45453 h 110630"/>
                <a:gd name="connsiteX3" fmla="*/ 56888 w 69751"/>
                <a:gd name="connsiteY3" fmla="*/ 45453 h 110630"/>
                <a:gd name="connsiteX4" fmla="*/ 56888 w 69751"/>
                <a:gd name="connsiteY4" fmla="*/ 63463 h 110630"/>
                <a:gd name="connsiteX5" fmla="*/ 19725 w 69751"/>
                <a:gd name="connsiteY5" fmla="*/ 63463 h 110630"/>
                <a:gd name="connsiteX6" fmla="*/ 19725 w 69751"/>
                <a:gd name="connsiteY6" fmla="*/ 110631 h 110630"/>
                <a:gd name="connsiteX7" fmla="*/ 0 w 69751"/>
                <a:gd name="connsiteY7" fmla="*/ 110631 h 110630"/>
                <a:gd name="connsiteX8" fmla="*/ 0 w 69751"/>
                <a:gd name="connsiteY8" fmla="*/ 0 h 110630"/>
                <a:gd name="connsiteX9" fmla="*/ 69466 w 69751"/>
                <a:gd name="connsiteY9" fmla="*/ 0 h 110630"/>
                <a:gd name="connsiteX10" fmla="*/ 69466 w 69751"/>
                <a:gd name="connsiteY10" fmla="*/ 18010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751" h="110630">
                  <a:moveTo>
                    <a:pt x="69752" y="18010"/>
                  </a:moveTo>
                  <a:lnTo>
                    <a:pt x="19725" y="18010"/>
                  </a:lnTo>
                  <a:lnTo>
                    <a:pt x="19725" y="45453"/>
                  </a:lnTo>
                  <a:lnTo>
                    <a:pt x="56888" y="45453"/>
                  </a:lnTo>
                  <a:lnTo>
                    <a:pt x="56888" y="63463"/>
                  </a:lnTo>
                  <a:lnTo>
                    <a:pt x="19725" y="6346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01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98939C7C-34FE-4634-BDE5-099BBD8DF521}"/>
                </a:ext>
              </a:extLst>
            </p:cNvPr>
            <p:cNvSpPr/>
            <p:nvPr/>
          </p:nvSpPr>
          <p:spPr>
            <a:xfrm>
              <a:off x="1722094" y="237638"/>
              <a:ext cx="67750" cy="83759"/>
            </a:xfrm>
            <a:custGeom>
              <a:avLst/>
              <a:gdLst>
                <a:gd name="connsiteX0" fmla="*/ 34304 w 67750"/>
                <a:gd name="connsiteY0" fmla="*/ 32303 h 83759"/>
                <a:gd name="connsiteX1" fmla="*/ 49455 w 67750"/>
                <a:gd name="connsiteY1" fmla="*/ 34018 h 83759"/>
                <a:gd name="connsiteX2" fmla="*/ 49455 w 67750"/>
                <a:gd name="connsiteY2" fmla="*/ 31160 h 83759"/>
                <a:gd name="connsiteX3" fmla="*/ 31731 w 67750"/>
                <a:gd name="connsiteY3" fmla="*/ 15723 h 83759"/>
                <a:gd name="connsiteX4" fmla="*/ 11435 w 67750"/>
                <a:gd name="connsiteY4" fmla="*/ 20297 h 83759"/>
                <a:gd name="connsiteX5" fmla="*/ 7433 w 67750"/>
                <a:gd name="connsiteY5" fmla="*/ 4574 h 83759"/>
                <a:gd name="connsiteX6" fmla="*/ 33732 w 67750"/>
                <a:gd name="connsiteY6" fmla="*/ 0 h 83759"/>
                <a:gd name="connsiteX7" fmla="*/ 67751 w 67750"/>
                <a:gd name="connsiteY7" fmla="*/ 30874 h 83759"/>
                <a:gd name="connsiteX8" fmla="*/ 67751 w 67750"/>
                <a:gd name="connsiteY8" fmla="*/ 82044 h 83759"/>
                <a:gd name="connsiteX9" fmla="*/ 50027 w 67750"/>
                <a:gd name="connsiteY9" fmla="*/ 82044 h 83759"/>
                <a:gd name="connsiteX10" fmla="*/ 50027 w 67750"/>
                <a:gd name="connsiteY10" fmla="*/ 73468 h 83759"/>
                <a:gd name="connsiteX11" fmla="*/ 49741 w 67750"/>
                <a:gd name="connsiteY11" fmla="*/ 73468 h 83759"/>
                <a:gd name="connsiteX12" fmla="*/ 26300 w 67750"/>
                <a:gd name="connsiteY12" fmla="*/ 83759 h 83759"/>
                <a:gd name="connsiteX13" fmla="*/ 0 w 67750"/>
                <a:gd name="connsiteY13" fmla="*/ 58317 h 83759"/>
                <a:gd name="connsiteX14" fmla="*/ 34304 w 67750"/>
                <a:gd name="connsiteY14" fmla="*/ 32303 h 83759"/>
                <a:gd name="connsiteX15" fmla="*/ 31160 w 67750"/>
                <a:gd name="connsiteY15" fmla="*/ 69752 h 83759"/>
                <a:gd name="connsiteX16" fmla="*/ 49455 w 67750"/>
                <a:gd name="connsiteY16" fmla="*/ 60032 h 83759"/>
                <a:gd name="connsiteX17" fmla="*/ 49455 w 67750"/>
                <a:gd name="connsiteY17" fmla="*/ 46311 h 83759"/>
                <a:gd name="connsiteX18" fmla="*/ 36305 w 67750"/>
                <a:gd name="connsiteY18" fmla="*/ 44881 h 83759"/>
                <a:gd name="connsiteX19" fmla="*/ 17724 w 67750"/>
                <a:gd name="connsiteY19" fmla="*/ 58031 h 83759"/>
                <a:gd name="connsiteX20" fmla="*/ 31160 w 67750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0" h="83759">
                  <a:moveTo>
                    <a:pt x="34304" y="32303"/>
                  </a:moveTo>
                  <a:cubicBezTo>
                    <a:pt x="39450" y="32303"/>
                    <a:pt x="44310" y="32589"/>
                    <a:pt x="49455" y="34018"/>
                  </a:cubicBezTo>
                  <a:lnTo>
                    <a:pt x="49455" y="31160"/>
                  </a:lnTo>
                  <a:cubicBezTo>
                    <a:pt x="49455" y="20868"/>
                    <a:pt x="43452" y="15723"/>
                    <a:pt x="31731" y="15723"/>
                  </a:cubicBezTo>
                  <a:cubicBezTo>
                    <a:pt x="25156" y="15723"/>
                    <a:pt x="18010" y="17152"/>
                    <a:pt x="11435" y="20297"/>
                  </a:cubicBezTo>
                  <a:lnTo>
                    <a:pt x="7433" y="4574"/>
                  </a:lnTo>
                  <a:cubicBezTo>
                    <a:pt x="14865" y="1715"/>
                    <a:pt x="24585" y="0"/>
                    <a:pt x="33732" y="0"/>
                  </a:cubicBezTo>
                  <a:cubicBezTo>
                    <a:pt x="56316" y="0"/>
                    <a:pt x="67751" y="10577"/>
                    <a:pt x="67751" y="30874"/>
                  </a:cubicBezTo>
                  <a:lnTo>
                    <a:pt x="67751" y="82044"/>
                  </a:lnTo>
                  <a:lnTo>
                    <a:pt x="50027" y="82044"/>
                  </a:lnTo>
                  <a:lnTo>
                    <a:pt x="50027" y="73468"/>
                  </a:lnTo>
                  <a:lnTo>
                    <a:pt x="49741" y="73468"/>
                  </a:lnTo>
                  <a:cubicBezTo>
                    <a:pt x="42880" y="80615"/>
                    <a:pt x="35734" y="83759"/>
                    <a:pt x="26300" y="83759"/>
                  </a:cubicBezTo>
                  <a:cubicBezTo>
                    <a:pt x="10291" y="83759"/>
                    <a:pt x="0" y="73754"/>
                    <a:pt x="0" y="58317"/>
                  </a:cubicBezTo>
                  <a:cubicBezTo>
                    <a:pt x="0" y="41451"/>
                    <a:pt x="12006" y="32303"/>
                    <a:pt x="34304" y="32303"/>
                  </a:cubicBezTo>
                  <a:close/>
                  <a:moveTo>
                    <a:pt x="31160" y="69752"/>
                  </a:moveTo>
                  <a:cubicBezTo>
                    <a:pt x="38020" y="69752"/>
                    <a:pt x="44310" y="66321"/>
                    <a:pt x="49455" y="60032"/>
                  </a:cubicBezTo>
                  <a:lnTo>
                    <a:pt x="49455" y="46311"/>
                  </a:lnTo>
                  <a:cubicBezTo>
                    <a:pt x="45167" y="45167"/>
                    <a:pt x="40593" y="44881"/>
                    <a:pt x="36305" y="44881"/>
                  </a:cubicBezTo>
                  <a:cubicBezTo>
                    <a:pt x="24585" y="44881"/>
                    <a:pt x="17724" y="49455"/>
                    <a:pt x="17724" y="58031"/>
                  </a:cubicBezTo>
                  <a:cubicBezTo>
                    <a:pt x="18010" y="65178"/>
                    <a:pt x="23155" y="69752"/>
                    <a:pt x="31160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4BD1DC82-0D9F-40BC-80A2-BD8196D3B1E1}"/>
                </a:ext>
              </a:extLst>
            </p:cNvPr>
            <p:cNvSpPr/>
            <p:nvPr/>
          </p:nvSpPr>
          <p:spPr>
            <a:xfrm>
              <a:off x="1809570" y="237352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CA64A677-C930-4874-BF48-CA832CE306EF}"/>
                </a:ext>
              </a:extLst>
            </p:cNvPr>
            <p:cNvSpPr/>
            <p:nvPr/>
          </p:nvSpPr>
          <p:spPr>
            <a:xfrm>
              <a:off x="1893329" y="202762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6 h 116920"/>
                <a:gd name="connsiteX10" fmla="*/ 18867 w 68608"/>
                <a:gd name="connsiteY10" fmla="*/ 46596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8D1E66C4-75AC-4F53-A427-7415CFA3FDA8}"/>
                </a:ext>
              </a:extLst>
            </p:cNvPr>
            <p:cNvSpPr/>
            <p:nvPr/>
          </p:nvSpPr>
          <p:spPr>
            <a:xfrm>
              <a:off x="1985665" y="202476"/>
              <a:ext cx="74611" cy="118921"/>
            </a:xfrm>
            <a:custGeom>
              <a:avLst/>
              <a:gdLst>
                <a:gd name="connsiteX0" fmla="*/ 74612 w 74611"/>
                <a:gd name="connsiteY0" fmla="*/ 76613 h 118921"/>
                <a:gd name="connsiteX1" fmla="*/ 42023 w 74611"/>
                <a:gd name="connsiteY1" fmla="*/ 118921 h 118921"/>
                <a:gd name="connsiteX2" fmla="*/ 18296 w 74611"/>
                <a:gd name="connsiteY2" fmla="*/ 107772 h 118921"/>
                <a:gd name="connsiteX3" fmla="*/ 18010 w 74611"/>
                <a:gd name="connsiteY3" fmla="*/ 107772 h 118921"/>
                <a:gd name="connsiteX4" fmla="*/ 18010 w 74611"/>
                <a:gd name="connsiteY4" fmla="*/ 116920 h 118921"/>
                <a:gd name="connsiteX5" fmla="*/ 0 w 74611"/>
                <a:gd name="connsiteY5" fmla="*/ 116920 h 118921"/>
                <a:gd name="connsiteX6" fmla="*/ 0 w 74611"/>
                <a:gd name="connsiteY6" fmla="*/ 4574 h 118921"/>
                <a:gd name="connsiteX7" fmla="*/ 18581 w 74611"/>
                <a:gd name="connsiteY7" fmla="*/ 0 h 118921"/>
                <a:gd name="connsiteX8" fmla="*/ 18581 w 74611"/>
                <a:gd name="connsiteY8" fmla="*/ 46311 h 118921"/>
                <a:gd name="connsiteX9" fmla="*/ 18867 w 74611"/>
                <a:gd name="connsiteY9" fmla="*/ 46311 h 118921"/>
                <a:gd name="connsiteX10" fmla="*/ 42308 w 74611"/>
                <a:gd name="connsiteY10" fmla="*/ 34876 h 118921"/>
                <a:gd name="connsiteX11" fmla="*/ 74612 w 74611"/>
                <a:gd name="connsiteY11" fmla="*/ 76613 h 118921"/>
                <a:gd name="connsiteX12" fmla="*/ 56316 w 74611"/>
                <a:gd name="connsiteY12" fmla="*/ 76899 h 118921"/>
                <a:gd name="connsiteX13" fmla="*/ 37735 w 74611"/>
                <a:gd name="connsiteY13" fmla="*/ 51742 h 118921"/>
                <a:gd name="connsiteX14" fmla="*/ 18867 w 74611"/>
                <a:gd name="connsiteY14" fmla="*/ 62033 h 118921"/>
                <a:gd name="connsiteX15" fmla="*/ 18867 w 74611"/>
                <a:gd name="connsiteY15" fmla="*/ 91192 h 118921"/>
                <a:gd name="connsiteX16" fmla="*/ 38020 w 74611"/>
                <a:gd name="connsiteY16" fmla="*/ 102055 h 118921"/>
                <a:gd name="connsiteX17" fmla="*/ 56316 w 74611"/>
                <a:gd name="connsiteY17" fmla="*/ 76899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74612" y="76613"/>
                  </a:moveTo>
                  <a:cubicBezTo>
                    <a:pt x="74612" y="102341"/>
                    <a:pt x="61462" y="118921"/>
                    <a:pt x="42023" y="118921"/>
                  </a:cubicBezTo>
                  <a:cubicBezTo>
                    <a:pt x="32017" y="118921"/>
                    <a:pt x="23727" y="114633"/>
                    <a:pt x="18296" y="107772"/>
                  </a:cubicBezTo>
                  <a:lnTo>
                    <a:pt x="18010" y="107772"/>
                  </a:lnTo>
                  <a:lnTo>
                    <a:pt x="18010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311"/>
                  </a:lnTo>
                  <a:lnTo>
                    <a:pt x="18867" y="46311"/>
                  </a:lnTo>
                  <a:cubicBezTo>
                    <a:pt x="24299" y="39164"/>
                    <a:pt x="32303" y="34876"/>
                    <a:pt x="42308" y="34876"/>
                  </a:cubicBezTo>
                  <a:cubicBezTo>
                    <a:pt x="61747" y="34876"/>
                    <a:pt x="74612" y="50599"/>
                    <a:pt x="74612" y="76613"/>
                  </a:cubicBezTo>
                  <a:close/>
                  <a:moveTo>
                    <a:pt x="56316" y="76899"/>
                  </a:moveTo>
                  <a:cubicBezTo>
                    <a:pt x="56316" y="60318"/>
                    <a:pt x="49455" y="51742"/>
                    <a:pt x="37735" y="51742"/>
                  </a:cubicBezTo>
                  <a:cubicBezTo>
                    <a:pt x="30588" y="51742"/>
                    <a:pt x="24585" y="54887"/>
                    <a:pt x="18867" y="62033"/>
                  </a:cubicBezTo>
                  <a:lnTo>
                    <a:pt x="18867" y="91192"/>
                  </a:lnTo>
                  <a:cubicBezTo>
                    <a:pt x="24299" y="98339"/>
                    <a:pt x="30302" y="102055"/>
                    <a:pt x="38020" y="102055"/>
                  </a:cubicBezTo>
                  <a:cubicBezTo>
                    <a:pt x="49741" y="102341"/>
                    <a:pt x="56316" y="92907"/>
                    <a:pt x="56316" y="7689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76323735-A19E-4130-A43B-9182218AFAD9}"/>
                </a:ext>
              </a:extLst>
            </p:cNvPr>
            <p:cNvSpPr/>
            <p:nvPr/>
          </p:nvSpPr>
          <p:spPr>
            <a:xfrm>
              <a:off x="2076571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3" name="Freihandform: Form 202">
              <a:extLst>
                <a:ext uri="{FF2B5EF4-FFF2-40B4-BE49-F238E27FC236}">
                  <a16:creationId xmlns:a16="http://schemas.microsoft.com/office/drawing/2014/main" id="{61A54191-9FE7-4E1E-A013-D1830EFB040E}"/>
                </a:ext>
              </a:extLst>
            </p:cNvPr>
            <p:cNvSpPr/>
            <p:nvPr/>
          </p:nvSpPr>
          <p:spPr>
            <a:xfrm>
              <a:off x="2170621" y="237352"/>
              <a:ext cx="48025" cy="82044"/>
            </a:xfrm>
            <a:custGeom>
              <a:avLst/>
              <a:gdLst>
                <a:gd name="connsiteX0" fmla="*/ 48026 w 48025"/>
                <a:gd name="connsiteY0" fmla="*/ 1715 h 82044"/>
                <a:gd name="connsiteX1" fmla="*/ 45167 w 48025"/>
                <a:gd name="connsiteY1" fmla="*/ 20868 h 82044"/>
                <a:gd name="connsiteX2" fmla="*/ 34876 w 48025"/>
                <a:gd name="connsiteY2" fmla="*/ 18296 h 82044"/>
                <a:gd name="connsiteX3" fmla="*/ 18581 w 48025"/>
                <a:gd name="connsiteY3" fmla="*/ 40879 h 82044"/>
                <a:gd name="connsiteX4" fmla="*/ 18581 w 48025"/>
                <a:gd name="connsiteY4" fmla="*/ 82044 h 82044"/>
                <a:gd name="connsiteX5" fmla="*/ 0 w 48025"/>
                <a:gd name="connsiteY5" fmla="*/ 82044 h 82044"/>
                <a:gd name="connsiteX6" fmla="*/ 0 w 48025"/>
                <a:gd name="connsiteY6" fmla="*/ 2001 h 82044"/>
                <a:gd name="connsiteX7" fmla="*/ 18296 w 48025"/>
                <a:gd name="connsiteY7" fmla="*/ 2001 h 82044"/>
                <a:gd name="connsiteX8" fmla="*/ 18296 w 48025"/>
                <a:gd name="connsiteY8" fmla="*/ 12006 h 82044"/>
                <a:gd name="connsiteX9" fmla="*/ 18581 w 48025"/>
                <a:gd name="connsiteY9" fmla="*/ 12006 h 82044"/>
                <a:gd name="connsiteX10" fmla="*/ 39450 w 48025"/>
                <a:gd name="connsiteY10" fmla="*/ 0 h 82044"/>
                <a:gd name="connsiteX11" fmla="*/ 48026 w 48025"/>
                <a:gd name="connsiteY11" fmla="*/ 1715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2044">
                  <a:moveTo>
                    <a:pt x="48026" y="1715"/>
                  </a:moveTo>
                  <a:lnTo>
                    <a:pt x="45167" y="20868"/>
                  </a:lnTo>
                  <a:cubicBezTo>
                    <a:pt x="42308" y="19439"/>
                    <a:pt x="38878" y="18296"/>
                    <a:pt x="34876" y="18296"/>
                  </a:cubicBezTo>
                  <a:cubicBezTo>
                    <a:pt x="22012" y="18296"/>
                    <a:pt x="18581" y="28587"/>
                    <a:pt x="18581" y="4087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296" y="2001"/>
                  </a:lnTo>
                  <a:lnTo>
                    <a:pt x="18296" y="12006"/>
                  </a:lnTo>
                  <a:lnTo>
                    <a:pt x="18581" y="12006"/>
                  </a:lnTo>
                  <a:cubicBezTo>
                    <a:pt x="22869" y="4574"/>
                    <a:pt x="30302" y="0"/>
                    <a:pt x="39450" y="0"/>
                  </a:cubicBezTo>
                  <a:cubicBezTo>
                    <a:pt x="42023" y="0"/>
                    <a:pt x="45167" y="572"/>
                    <a:pt x="48026" y="1715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: Form 203">
              <a:extLst>
                <a:ext uri="{FF2B5EF4-FFF2-40B4-BE49-F238E27FC236}">
                  <a16:creationId xmlns:a16="http://schemas.microsoft.com/office/drawing/2014/main" id="{D2C968BA-238F-4DB8-8B76-C4B6289C932B}"/>
                </a:ext>
              </a:extLst>
            </p:cNvPr>
            <p:cNvSpPr/>
            <p:nvPr/>
          </p:nvSpPr>
          <p:spPr>
            <a:xfrm>
              <a:off x="2228938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8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04">
              <a:extLst>
                <a:ext uri="{FF2B5EF4-FFF2-40B4-BE49-F238E27FC236}">
                  <a16:creationId xmlns:a16="http://schemas.microsoft.com/office/drawing/2014/main" id="{3121E138-1FDF-4147-B757-233FA9BD5699}"/>
                </a:ext>
              </a:extLst>
            </p:cNvPr>
            <p:cNvSpPr/>
            <p:nvPr/>
          </p:nvSpPr>
          <p:spPr>
            <a:xfrm>
              <a:off x="2319844" y="20390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05">
              <a:extLst>
                <a:ext uri="{FF2B5EF4-FFF2-40B4-BE49-F238E27FC236}">
                  <a16:creationId xmlns:a16="http://schemas.microsoft.com/office/drawing/2014/main" id="{531863FD-2855-47A9-9854-D37A4517EC92}"/>
                </a:ext>
              </a:extLst>
            </p:cNvPr>
            <p:cNvSpPr/>
            <p:nvPr/>
          </p:nvSpPr>
          <p:spPr>
            <a:xfrm>
              <a:off x="2361295" y="237352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2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2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06">
              <a:extLst>
                <a:ext uri="{FF2B5EF4-FFF2-40B4-BE49-F238E27FC236}">
                  <a16:creationId xmlns:a16="http://schemas.microsoft.com/office/drawing/2014/main" id="{085ED5C0-779B-4E63-AE72-A89A39FDFFB2}"/>
                </a:ext>
              </a:extLst>
            </p:cNvPr>
            <p:cNvSpPr/>
            <p:nvPr/>
          </p:nvSpPr>
          <p:spPr>
            <a:xfrm>
              <a:off x="2444769" y="202762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6 h 116920"/>
                <a:gd name="connsiteX10" fmla="*/ 18867 w 68608"/>
                <a:gd name="connsiteY10" fmla="*/ 46596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07">
              <a:extLst>
                <a:ext uri="{FF2B5EF4-FFF2-40B4-BE49-F238E27FC236}">
                  <a16:creationId xmlns:a16="http://schemas.microsoft.com/office/drawing/2014/main" id="{916A1A36-E87D-44A2-A5CD-4A33747E2E24}"/>
                </a:ext>
              </a:extLst>
            </p:cNvPr>
            <p:cNvSpPr/>
            <p:nvPr/>
          </p:nvSpPr>
          <p:spPr>
            <a:xfrm>
              <a:off x="2576268" y="209051"/>
              <a:ext cx="82901" cy="110630"/>
            </a:xfrm>
            <a:custGeom>
              <a:avLst/>
              <a:gdLst>
                <a:gd name="connsiteX0" fmla="*/ 82902 w 82901"/>
                <a:gd name="connsiteY0" fmla="*/ 18296 h 110630"/>
                <a:gd name="connsiteX1" fmla="*/ 51456 w 82901"/>
                <a:gd name="connsiteY1" fmla="*/ 18296 h 110630"/>
                <a:gd name="connsiteX2" fmla="*/ 51456 w 82901"/>
                <a:gd name="connsiteY2" fmla="*/ 110631 h 110630"/>
                <a:gd name="connsiteX3" fmla="*/ 31731 w 82901"/>
                <a:gd name="connsiteY3" fmla="*/ 110631 h 110630"/>
                <a:gd name="connsiteX4" fmla="*/ 31731 w 82901"/>
                <a:gd name="connsiteY4" fmla="*/ 18296 h 110630"/>
                <a:gd name="connsiteX5" fmla="*/ 0 w 82901"/>
                <a:gd name="connsiteY5" fmla="*/ 18296 h 110630"/>
                <a:gd name="connsiteX6" fmla="*/ 0 w 82901"/>
                <a:gd name="connsiteY6" fmla="*/ 0 h 110630"/>
                <a:gd name="connsiteX7" fmla="*/ 82616 w 82901"/>
                <a:gd name="connsiteY7" fmla="*/ 0 h 110630"/>
                <a:gd name="connsiteX8" fmla="*/ 82616 w 82901"/>
                <a:gd name="connsiteY8" fmla="*/ 18296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901" h="110630">
                  <a:moveTo>
                    <a:pt x="82902" y="18296"/>
                  </a:moveTo>
                  <a:lnTo>
                    <a:pt x="51456" y="18296"/>
                  </a:lnTo>
                  <a:lnTo>
                    <a:pt x="51456" y="110631"/>
                  </a:lnTo>
                  <a:lnTo>
                    <a:pt x="31731" y="110631"/>
                  </a:lnTo>
                  <a:lnTo>
                    <a:pt x="31731" y="18296"/>
                  </a:lnTo>
                  <a:lnTo>
                    <a:pt x="0" y="18296"/>
                  </a:lnTo>
                  <a:lnTo>
                    <a:pt x="0" y="0"/>
                  </a:lnTo>
                  <a:lnTo>
                    <a:pt x="82616" y="0"/>
                  </a:lnTo>
                  <a:lnTo>
                    <a:pt x="82616" y="1829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08">
              <a:extLst>
                <a:ext uri="{FF2B5EF4-FFF2-40B4-BE49-F238E27FC236}">
                  <a16:creationId xmlns:a16="http://schemas.microsoft.com/office/drawing/2014/main" id="{80E03ED7-DC2A-4555-BEB9-7CF8005506B3}"/>
                </a:ext>
              </a:extLst>
            </p:cNvPr>
            <p:cNvSpPr/>
            <p:nvPr/>
          </p:nvSpPr>
          <p:spPr>
            <a:xfrm>
              <a:off x="2675750" y="202762"/>
              <a:ext cx="68894" cy="116920"/>
            </a:xfrm>
            <a:custGeom>
              <a:avLst/>
              <a:gdLst>
                <a:gd name="connsiteX0" fmla="*/ 68894 w 68894"/>
                <a:gd name="connsiteY0" fmla="*/ 116634 h 116920"/>
                <a:gd name="connsiteX1" fmla="*/ 50313 w 68894"/>
                <a:gd name="connsiteY1" fmla="*/ 116634 h 116920"/>
                <a:gd name="connsiteX2" fmla="*/ 50313 w 68894"/>
                <a:gd name="connsiteY2" fmla="*/ 70895 h 116920"/>
                <a:gd name="connsiteX3" fmla="*/ 35448 w 68894"/>
                <a:gd name="connsiteY3" fmla="*/ 51456 h 116920"/>
                <a:gd name="connsiteX4" fmla="*/ 18867 w 68894"/>
                <a:gd name="connsiteY4" fmla="*/ 70895 h 116920"/>
                <a:gd name="connsiteX5" fmla="*/ 18867 w 68894"/>
                <a:gd name="connsiteY5" fmla="*/ 116920 h 116920"/>
                <a:gd name="connsiteX6" fmla="*/ 0 w 68894"/>
                <a:gd name="connsiteY6" fmla="*/ 116920 h 116920"/>
                <a:gd name="connsiteX7" fmla="*/ 0 w 68894"/>
                <a:gd name="connsiteY7" fmla="*/ 4574 h 116920"/>
                <a:gd name="connsiteX8" fmla="*/ 18581 w 68894"/>
                <a:gd name="connsiteY8" fmla="*/ 0 h 116920"/>
                <a:gd name="connsiteX9" fmla="*/ 18581 w 68894"/>
                <a:gd name="connsiteY9" fmla="*/ 46596 h 116920"/>
                <a:gd name="connsiteX10" fmla="*/ 18867 w 68894"/>
                <a:gd name="connsiteY10" fmla="*/ 46596 h 116920"/>
                <a:gd name="connsiteX11" fmla="*/ 42308 w 68894"/>
                <a:gd name="connsiteY11" fmla="*/ 34876 h 116920"/>
                <a:gd name="connsiteX12" fmla="*/ 68608 w 68894"/>
                <a:gd name="connsiteY12" fmla="*/ 67179 h 116920"/>
                <a:gd name="connsiteX13" fmla="*/ 68608 w 68894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116920">
                  <a:moveTo>
                    <a:pt x="68894" y="116634"/>
                  </a:moveTo>
                  <a:lnTo>
                    <a:pt x="50313" y="116634"/>
                  </a:lnTo>
                  <a:lnTo>
                    <a:pt x="50313" y="70895"/>
                  </a:lnTo>
                  <a:cubicBezTo>
                    <a:pt x="50313" y="59175"/>
                    <a:pt x="46596" y="51456"/>
                    <a:pt x="35448" y="51456"/>
                  </a:cubicBezTo>
                  <a:cubicBezTo>
                    <a:pt x="22584" y="51456"/>
                    <a:pt x="18867" y="61748"/>
                    <a:pt x="18867" y="70895"/>
                  </a:cubicBezTo>
                  <a:lnTo>
                    <a:pt x="18867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09">
              <a:extLst>
                <a:ext uri="{FF2B5EF4-FFF2-40B4-BE49-F238E27FC236}">
                  <a16:creationId xmlns:a16="http://schemas.microsoft.com/office/drawing/2014/main" id="{63170764-934B-416D-B1CA-25406C862DD1}"/>
                </a:ext>
              </a:extLst>
            </p:cNvPr>
            <p:cNvSpPr/>
            <p:nvPr/>
          </p:nvSpPr>
          <p:spPr>
            <a:xfrm>
              <a:off x="2764083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6872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10">
              <a:extLst>
                <a:ext uri="{FF2B5EF4-FFF2-40B4-BE49-F238E27FC236}">
                  <a16:creationId xmlns:a16="http://schemas.microsoft.com/office/drawing/2014/main" id="{D3B62540-1579-45C1-B051-365C90BEF8DD}"/>
                </a:ext>
              </a:extLst>
            </p:cNvPr>
            <p:cNvSpPr/>
            <p:nvPr/>
          </p:nvSpPr>
          <p:spPr>
            <a:xfrm>
              <a:off x="2853274" y="237352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603 w 77184"/>
                <a:gd name="connsiteY5" fmla="*/ 42309 h 84045"/>
                <a:gd name="connsiteX6" fmla="*/ 38592 w 77184"/>
                <a:gd name="connsiteY6" fmla="*/ 17152 h 84045"/>
                <a:gd name="connsiteX7" fmla="*/ 18581 w 77184"/>
                <a:gd name="connsiteY7" fmla="*/ 42023 h 84045"/>
                <a:gd name="connsiteX8" fmla="*/ 38592 w 77184"/>
                <a:gd name="connsiteY8" fmla="*/ 67465 h 84045"/>
                <a:gd name="connsiteX9" fmla="*/ 58603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603" y="42309"/>
                  </a:moveTo>
                  <a:cubicBezTo>
                    <a:pt x="58603" y="26872"/>
                    <a:pt x="50884" y="17152"/>
                    <a:pt x="38592" y="17152"/>
                  </a:cubicBezTo>
                  <a:cubicBezTo>
                    <a:pt x="26300" y="17152"/>
                    <a:pt x="18581" y="26872"/>
                    <a:pt x="18581" y="42023"/>
                  </a:cubicBezTo>
                  <a:cubicBezTo>
                    <a:pt x="18581" y="57460"/>
                    <a:pt x="26300" y="67465"/>
                    <a:pt x="38592" y="67465"/>
                  </a:cubicBezTo>
                  <a:cubicBezTo>
                    <a:pt x="50884" y="67179"/>
                    <a:pt x="58603" y="57745"/>
                    <a:pt x="58603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11">
              <a:extLst>
                <a:ext uri="{FF2B5EF4-FFF2-40B4-BE49-F238E27FC236}">
                  <a16:creationId xmlns:a16="http://schemas.microsoft.com/office/drawing/2014/main" id="{50F532CF-5209-47B6-9476-F6C1639CC2EA}"/>
                </a:ext>
              </a:extLst>
            </p:cNvPr>
            <p:cNvSpPr/>
            <p:nvPr/>
          </p:nvSpPr>
          <p:spPr>
            <a:xfrm>
              <a:off x="2950755" y="202476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3" name="Freihandform: Form 212">
              <a:extLst>
                <a:ext uri="{FF2B5EF4-FFF2-40B4-BE49-F238E27FC236}">
                  <a16:creationId xmlns:a16="http://schemas.microsoft.com/office/drawing/2014/main" id="{A86BBC8C-B975-4C3A-A6C3-939E38040DAD}"/>
                </a:ext>
              </a:extLst>
            </p:cNvPr>
            <p:cNvSpPr/>
            <p:nvPr/>
          </p:nvSpPr>
          <p:spPr>
            <a:xfrm>
              <a:off x="2989633" y="237352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603 w 77184"/>
                <a:gd name="connsiteY5" fmla="*/ 42309 h 84045"/>
                <a:gd name="connsiteX6" fmla="*/ 38592 w 77184"/>
                <a:gd name="connsiteY6" fmla="*/ 17152 h 84045"/>
                <a:gd name="connsiteX7" fmla="*/ 18581 w 77184"/>
                <a:gd name="connsiteY7" fmla="*/ 42023 h 84045"/>
                <a:gd name="connsiteX8" fmla="*/ 38592 w 77184"/>
                <a:gd name="connsiteY8" fmla="*/ 67465 h 84045"/>
                <a:gd name="connsiteX9" fmla="*/ 58603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603" y="42309"/>
                  </a:moveTo>
                  <a:cubicBezTo>
                    <a:pt x="58603" y="26872"/>
                    <a:pt x="50884" y="17152"/>
                    <a:pt x="38592" y="17152"/>
                  </a:cubicBezTo>
                  <a:cubicBezTo>
                    <a:pt x="26300" y="17152"/>
                    <a:pt x="18581" y="26872"/>
                    <a:pt x="18581" y="42023"/>
                  </a:cubicBezTo>
                  <a:cubicBezTo>
                    <a:pt x="18581" y="57460"/>
                    <a:pt x="26300" y="67465"/>
                    <a:pt x="38592" y="67465"/>
                  </a:cubicBezTo>
                  <a:cubicBezTo>
                    <a:pt x="51170" y="67179"/>
                    <a:pt x="58603" y="57745"/>
                    <a:pt x="58603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4" name="Freihandform: Form 213">
              <a:extLst>
                <a:ext uri="{FF2B5EF4-FFF2-40B4-BE49-F238E27FC236}">
                  <a16:creationId xmlns:a16="http://schemas.microsoft.com/office/drawing/2014/main" id="{23784A70-4AB8-4801-9088-0E386F52911E}"/>
                </a:ext>
              </a:extLst>
            </p:cNvPr>
            <p:cNvSpPr/>
            <p:nvPr/>
          </p:nvSpPr>
          <p:spPr>
            <a:xfrm>
              <a:off x="3082826" y="237352"/>
              <a:ext cx="74611" cy="114347"/>
            </a:xfrm>
            <a:custGeom>
              <a:avLst/>
              <a:gdLst>
                <a:gd name="connsiteX0" fmla="*/ 21440 w 74611"/>
                <a:gd name="connsiteY0" fmla="*/ 99768 h 114347"/>
                <a:gd name="connsiteX1" fmla="*/ 25442 w 74611"/>
                <a:gd name="connsiteY1" fmla="*/ 99482 h 114347"/>
                <a:gd name="connsiteX2" fmla="*/ 56316 w 74611"/>
                <a:gd name="connsiteY2" fmla="*/ 76613 h 114347"/>
                <a:gd name="connsiteX3" fmla="*/ 56316 w 74611"/>
                <a:gd name="connsiteY3" fmla="*/ 71467 h 114347"/>
                <a:gd name="connsiteX4" fmla="*/ 56030 w 74611"/>
                <a:gd name="connsiteY4" fmla="*/ 71467 h 114347"/>
                <a:gd name="connsiteX5" fmla="*/ 31731 w 74611"/>
                <a:gd name="connsiteY5" fmla="*/ 82616 h 114347"/>
                <a:gd name="connsiteX6" fmla="*/ 0 w 74611"/>
                <a:gd name="connsiteY6" fmla="*/ 42023 h 114347"/>
                <a:gd name="connsiteX7" fmla="*/ 32589 w 74611"/>
                <a:gd name="connsiteY7" fmla="*/ 0 h 114347"/>
                <a:gd name="connsiteX8" fmla="*/ 56030 w 74611"/>
                <a:gd name="connsiteY8" fmla="*/ 11149 h 114347"/>
                <a:gd name="connsiteX9" fmla="*/ 56316 w 74611"/>
                <a:gd name="connsiteY9" fmla="*/ 11149 h 114347"/>
                <a:gd name="connsiteX10" fmla="*/ 56316 w 74611"/>
                <a:gd name="connsiteY10" fmla="*/ 2001 h 114347"/>
                <a:gd name="connsiteX11" fmla="*/ 74611 w 74611"/>
                <a:gd name="connsiteY11" fmla="*/ 2001 h 114347"/>
                <a:gd name="connsiteX12" fmla="*/ 74611 w 74611"/>
                <a:gd name="connsiteY12" fmla="*/ 73754 h 114347"/>
                <a:gd name="connsiteX13" fmla="*/ 26586 w 74611"/>
                <a:gd name="connsiteY13" fmla="*/ 114061 h 114347"/>
                <a:gd name="connsiteX14" fmla="*/ 22583 w 74611"/>
                <a:gd name="connsiteY14" fmla="*/ 114347 h 114347"/>
                <a:gd name="connsiteX15" fmla="*/ 21440 w 74611"/>
                <a:gd name="connsiteY15" fmla="*/ 99768 h 114347"/>
                <a:gd name="connsiteX16" fmla="*/ 18867 w 74611"/>
                <a:gd name="connsiteY16" fmla="*/ 41737 h 114347"/>
                <a:gd name="connsiteX17" fmla="*/ 37449 w 74611"/>
                <a:gd name="connsiteY17" fmla="*/ 66607 h 114347"/>
                <a:gd name="connsiteX18" fmla="*/ 56316 w 74611"/>
                <a:gd name="connsiteY18" fmla="*/ 56030 h 114347"/>
                <a:gd name="connsiteX19" fmla="*/ 56316 w 74611"/>
                <a:gd name="connsiteY19" fmla="*/ 27443 h 114347"/>
                <a:gd name="connsiteX20" fmla="*/ 37163 w 74611"/>
                <a:gd name="connsiteY20" fmla="*/ 16866 h 114347"/>
                <a:gd name="connsiteX21" fmla="*/ 18867 w 74611"/>
                <a:gd name="connsiteY21" fmla="*/ 41737 h 114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4611" h="114347">
                  <a:moveTo>
                    <a:pt x="21440" y="99768"/>
                  </a:moveTo>
                  <a:lnTo>
                    <a:pt x="25442" y="99482"/>
                  </a:lnTo>
                  <a:cubicBezTo>
                    <a:pt x="49455" y="98625"/>
                    <a:pt x="56316" y="91764"/>
                    <a:pt x="56316" y="76613"/>
                  </a:cubicBezTo>
                  <a:lnTo>
                    <a:pt x="56316" y="71467"/>
                  </a:lnTo>
                  <a:lnTo>
                    <a:pt x="56030" y="71467"/>
                  </a:lnTo>
                  <a:cubicBezTo>
                    <a:pt x="50313" y="78614"/>
                    <a:pt x="41451" y="82616"/>
                    <a:pt x="31731" y="82616"/>
                  </a:cubicBezTo>
                  <a:cubicBezTo>
                    <a:pt x="12292" y="82616"/>
                    <a:pt x="0" y="66607"/>
                    <a:pt x="0" y="42023"/>
                  </a:cubicBezTo>
                  <a:cubicBezTo>
                    <a:pt x="0" y="16580"/>
                    <a:pt x="13150" y="0"/>
                    <a:pt x="32589" y="0"/>
                  </a:cubicBezTo>
                  <a:cubicBezTo>
                    <a:pt x="42308" y="0"/>
                    <a:pt x="50884" y="4002"/>
                    <a:pt x="56030" y="11149"/>
                  </a:cubicBezTo>
                  <a:lnTo>
                    <a:pt x="56316" y="11149"/>
                  </a:lnTo>
                  <a:lnTo>
                    <a:pt x="56316" y="2001"/>
                  </a:lnTo>
                  <a:lnTo>
                    <a:pt x="74611" y="2001"/>
                  </a:lnTo>
                  <a:lnTo>
                    <a:pt x="74611" y="73754"/>
                  </a:lnTo>
                  <a:cubicBezTo>
                    <a:pt x="74611" y="99768"/>
                    <a:pt x="61462" y="112632"/>
                    <a:pt x="26586" y="114061"/>
                  </a:cubicBezTo>
                  <a:lnTo>
                    <a:pt x="22583" y="114347"/>
                  </a:lnTo>
                  <a:lnTo>
                    <a:pt x="21440" y="99768"/>
                  </a:lnTo>
                  <a:close/>
                  <a:moveTo>
                    <a:pt x="18867" y="41737"/>
                  </a:moveTo>
                  <a:cubicBezTo>
                    <a:pt x="18867" y="57460"/>
                    <a:pt x="25728" y="66607"/>
                    <a:pt x="37449" y="66607"/>
                  </a:cubicBezTo>
                  <a:cubicBezTo>
                    <a:pt x="44595" y="66607"/>
                    <a:pt x="50599" y="63177"/>
                    <a:pt x="56316" y="56030"/>
                  </a:cubicBezTo>
                  <a:lnTo>
                    <a:pt x="56316" y="27443"/>
                  </a:lnTo>
                  <a:cubicBezTo>
                    <a:pt x="50884" y="20583"/>
                    <a:pt x="44595" y="16866"/>
                    <a:pt x="37163" y="16866"/>
                  </a:cubicBezTo>
                  <a:cubicBezTo>
                    <a:pt x="25728" y="16866"/>
                    <a:pt x="18867" y="26014"/>
                    <a:pt x="18867" y="41737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5" name="Freihandform: Form 214">
              <a:extLst>
                <a:ext uri="{FF2B5EF4-FFF2-40B4-BE49-F238E27FC236}">
                  <a16:creationId xmlns:a16="http://schemas.microsoft.com/office/drawing/2014/main" id="{044FDE6E-6E3F-492C-B773-6783BA96880D}"/>
                </a:ext>
              </a:extLst>
            </p:cNvPr>
            <p:cNvSpPr/>
            <p:nvPr/>
          </p:nvSpPr>
          <p:spPr>
            <a:xfrm>
              <a:off x="3180021" y="20390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5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5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6" name="Freihandform: Form 215">
              <a:extLst>
                <a:ext uri="{FF2B5EF4-FFF2-40B4-BE49-F238E27FC236}">
                  <a16:creationId xmlns:a16="http://schemas.microsoft.com/office/drawing/2014/main" id="{0B728CC6-C9F6-45BF-BD25-24F47F2EEDA6}"/>
                </a:ext>
              </a:extLst>
            </p:cNvPr>
            <p:cNvSpPr/>
            <p:nvPr/>
          </p:nvSpPr>
          <p:spPr>
            <a:xfrm>
              <a:off x="3220900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6871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0155482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B5FE-3D26-4358-90F6-7AB9A5E1C9C0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8EC489F-F71C-4659-9116-2F6E62F5F9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25613776-0F22-42BA-AE5A-1B73727AAD1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996659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72E87-E328-4AA7-9FBB-819618CB5E19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6329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59628F4C-9498-4F7E-80AA-A9A50B3818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6791738E-1095-45F8-98E2-D057FFD19CA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2952602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9290F-0861-4753-B56F-9A581B242AC7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18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07242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2780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E888C2E5-BE70-41A9-A2DE-FD8C4043AF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86333803-0B38-4F61-95AE-49DCFFD7FB8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3786305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8DBF3-D4DD-4EA7-B658-4F8AB62DCC5F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59628F4C-9498-4F7E-80AA-A9A50B3818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8D50DB04-91D7-4C23-96CE-09E0502D14C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267501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8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0DA98-05B9-4825-B695-5EBEEBA7F426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6331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59628F4C-9498-4F7E-80AA-A9A50B3818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C6D487A-3469-4A14-880C-0C0352BFC29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1027539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9" y="3431381"/>
            <a:ext cx="357120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6071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01517-4EF3-4295-8BC2-B8E6EDD6A512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1FE3678F-E977-4C19-90B6-B0E629A1CC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1115774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05EC4CE8-43C6-428F-9E62-CB38E0CE644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4125569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20406-0481-4416-AD1D-F3BE2E67ECB2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06331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BF87D6FE-3E8F-49D4-B36A-217C95B23AF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83A46EE5-DC32-47B3-BF0E-362CD67881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112982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1DE7E-47CA-436A-8591-D6CC8E5D2F7D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06305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12311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A7347480-9F70-4378-B138-B8B7C593F8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30755EEA-F577-4453-979C-19EC4B0E99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672040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BD078-B2DD-44FF-A34A-59601DE836FF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11155366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8739EF2C-11E0-4052-A222-7C9A717AF0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871562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A3C-CE31-4142-918D-57D4E45EDA68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06330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CD373DC4-B885-417D-8963-6BF7FDE59A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356965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1B6A-A224-4208-8152-3FE47B851742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4861" y="1631156"/>
            <a:ext cx="3571200" cy="456962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8317" y="1631157"/>
            <a:ext cx="7363752" cy="4569620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7CDDF36A-B7A5-4E95-A5D6-07C5FCED28B4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A26F7B9C-F022-4BB0-B562-B99FB018F60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416703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Gelb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18341" y="6634666"/>
            <a:ext cx="748603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354455-E16B-4C76-9364-5BFB761B97B2}" type="datetime4">
              <a:rPr lang="de-DE" smtClean="0"/>
              <a:pPr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2481" y="6634666"/>
            <a:ext cx="203582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925060-7FCF-4CBC-B0DA-0731E3E98579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BC19384B-1D95-4C0D-B3F0-61407A015F56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93DCB95B-459E-4AC2-8E4B-6C459242A95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9ECB07F-83AC-4A69-A930-C51459FBE5BA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EB6DF347-64CA-4BE1-8952-3E80EBD008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2628F6-8442-4626-962B-E947FDA8C0C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074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203DE-A5D5-4FFD-B13D-62D924C0DB93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18B908A7-A1D8-4FB7-9CB4-BDC3E20D2B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6D6A9334-FF1A-48E7-8B74-42F4FC8658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387059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2754B-ACA7-42C9-ABE9-AE5116FB41E0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/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„Mastertextformat bearbeiten“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F862885B-685B-4384-B9F0-6266AD0BDA7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84876CF4-2372-4CC0-99FA-483AD639C0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737500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167">
            <a:extLst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59" name="Bildplatzhalter 60">
            <a:extLst>
              <a:ext uri="{FF2B5EF4-FFF2-40B4-BE49-F238E27FC236}">
                <a16:creationId xmlns:a16="http://schemas.microsoft.com/office/drawing/2014/main" id="{92CE05A2-27DE-4191-8A63-5C7C7ACA37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CBD8B083-79E8-44E1-BA43-E993160F02E1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Vielen Dank</a:t>
            </a:r>
            <a:br>
              <a:rPr lang="de-DE" dirty="0"/>
            </a:br>
            <a:r>
              <a:rPr lang="de-DE" dirty="0"/>
              <a:t>für Ihre Aufmerksamkeit!</a:t>
            </a:r>
          </a:p>
        </p:txBody>
      </p:sp>
      <p:sp>
        <p:nvSpPr>
          <p:cNvPr id="58" name="Freihandform: Form 57">
            <a:extLst>
              <a:ext uri="{FF2B5EF4-FFF2-40B4-BE49-F238E27FC236}">
                <a16:creationId xmlns:a16="http://schemas.microsoft.com/office/drawing/2014/main" id="{1A7F7BEE-9A4B-44B2-960F-97720F4BC3DA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316A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3" name="Grafik 3">
            <a:extLst>
              <a:ext uri="{FF2B5EF4-FFF2-40B4-BE49-F238E27FC236}">
                <a16:creationId xmlns:a16="http://schemas.microsoft.com/office/drawing/2014/main" id="{7E4B01F7-E6A0-411E-9B52-963FFE045C73}"/>
              </a:ext>
            </a:extLst>
          </p:cNvPr>
          <p:cNvGrpSpPr/>
          <p:nvPr userDrawn="1"/>
        </p:nvGrpSpPr>
        <p:grpSpPr>
          <a:xfrm>
            <a:off x="520163" y="293688"/>
            <a:ext cx="2592820" cy="556499"/>
            <a:chOff x="1648912" y="-143138"/>
            <a:chExt cx="2305525" cy="494837"/>
          </a:xfrm>
          <a:solidFill>
            <a:srgbClr val="04316A"/>
          </a:solidFill>
        </p:grpSpPr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A565D70E-48E9-4A7C-92E8-0E0D01C46C00}"/>
                </a:ext>
              </a:extLst>
            </p:cNvPr>
            <p:cNvSpPr/>
            <p:nvPr/>
          </p:nvSpPr>
          <p:spPr>
            <a:xfrm>
              <a:off x="1648912" y="-137135"/>
              <a:ext cx="69751" cy="110916"/>
            </a:xfrm>
            <a:custGeom>
              <a:avLst/>
              <a:gdLst>
                <a:gd name="connsiteX0" fmla="*/ 69752 w 69751"/>
                <a:gd name="connsiteY0" fmla="*/ 18296 h 110916"/>
                <a:gd name="connsiteX1" fmla="*/ 19725 w 69751"/>
                <a:gd name="connsiteY1" fmla="*/ 18296 h 110916"/>
                <a:gd name="connsiteX2" fmla="*/ 19725 w 69751"/>
                <a:gd name="connsiteY2" fmla="*/ 45739 h 110916"/>
                <a:gd name="connsiteX3" fmla="*/ 56888 w 69751"/>
                <a:gd name="connsiteY3" fmla="*/ 45739 h 110916"/>
                <a:gd name="connsiteX4" fmla="*/ 56888 w 69751"/>
                <a:gd name="connsiteY4" fmla="*/ 63749 h 110916"/>
                <a:gd name="connsiteX5" fmla="*/ 19725 w 69751"/>
                <a:gd name="connsiteY5" fmla="*/ 63749 h 110916"/>
                <a:gd name="connsiteX6" fmla="*/ 19725 w 69751"/>
                <a:gd name="connsiteY6" fmla="*/ 110917 h 110916"/>
                <a:gd name="connsiteX7" fmla="*/ 0 w 69751"/>
                <a:gd name="connsiteY7" fmla="*/ 110917 h 110916"/>
                <a:gd name="connsiteX8" fmla="*/ 0 w 69751"/>
                <a:gd name="connsiteY8" fmla="*/ 0 h 110916"/>
                <a:gd name="connsiteX9" fmla="*/ 69466 w 69751"/>
                <a:gd name="connsiteY9" fmla="*/ 0 h 110916"/>
                <a:gd name="connsiteX10" fmla="*/ 69466 w 69751"/>
                <a:gd name="connsiteY10" fmla="*/ 18296 h 11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751" h="110916">
                  <a:moveTo>
                    <a:pt x="69752" y="18296"/>
                  </a:moveTo>
                  <a:lnTo>
                    <a:pt x="19725" y="18296"/>
                  </a:lnTo>
                  <a:lnTo>
                    <a:pt x="19725" y="45739"/>
                  </a:lnTo>
                  <a:lnTo>
                    <a:pt x="56888" y="45739"/>
                  </a:lnTo>
                  <a:lnTo>
                    <a:pt x="56888" y="63749"/>
                  </a:lnTo>
                  <a:lnTo>
                    <a:pt x="19725" y="63749"/>
                  </a:lnTo>
                  <a:lnTo>
                    <a:pt x="19725" y="110917"/>
                  </a:lnTo>
                  <a:lnTo>
                    <a:pt x="0" y="110917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29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DE755454-569D-4A24-B052-250BF7AF1B02}"/>
                </a:ext>
              </a:extLst>
            </p:cNvPr>
            <p:cNvSpPr/>
            <p:nvPr/>
          </p:nvSpPr>
          <p:spPr>
            <a:xfrm>
              <a:off x="1729527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A9B7A488-9DF4-4A39-B41E-7BF709A81808}"/>
                </a:ext>
              </a:extLst>
            </p:cNvPr>
            <p:cNvSpPr/>
            <p:nvPr/>
          </p:nvSpPr>
          <p:spPr>
            <a:xfrm>
              <a:off x="1790989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B3F6AB0F-8CCD-4767-A574-43CCC1786747}"/>
                </a:ext>
              </a:extLst>
            </p:cNvPr>
            <p:cNvSpPr/>
            <p:nvPr/>
          </p:nvSpPr>
          <p:spPr>
            <a:xfrm>
              <a:off x="1831868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581 w 72896"/>
                <a:gd name="connsiteY10" fmla="*/ 34590 h 83759"/>
                <a:gd name="connsiteX11" fmla="*/ 54887 w 72896"/>
                <a:gd name="connsiteY11" fmla="*/ 34590 h 83759"/>
                <a:gd name="connsiteX12" fmla="*/ 37163 w 72896"/>
                <a:gd name="connsiteY12" fmla="*/ 15151 h 83759"/>
                <a:gd name="connsiteX13" fmla="*/ 18581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581" y="34590"/>
                  </a:moveTo>
                  <a:lnTo>
                    <a:pt x="54887" y="34590"/>
                  </a:lnTo>
                  <a:cubicBezTo>
                    <a:pt x="54029" y="22298"/>
                    <a:pt x="47740" y="15151"/>
                    <a:pt x="37163" y="15151"/>
                  </a:cubicBezTo>
                  <a:cubicBezTo>
                    <a:pt x="26872" y="15151"/>
                    <a:pt x="20297" y="22298"/>
                    <a:pt x="18581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F0305C3D-2CBC-4736-8D8A-2BFEB5B6B41B}"/>
                </a:ext>
              </a:extLst>
            </p:cNvPr>
            <p:cNvSpPr/>
            <p:nvPr/>
          </p:nvSpPr>
          <p:spPr>
            <a:xfrm>
              <a:off x="1921344" y="-143138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296 w 74611"/>
                <a:gd name="connsiteY12" fmla="*/ 76613 h 118921"/>
                <a:gd name="connsiteX13" fmla="*/ 36877 w 74611"/>
                <a:gd name="connsiteY13" fmla="*/ 102341 h 118921"/>
                <a:gd name="connsiteX14" fmla="*/ 56030 w 74611"/>
                <a:gd name="connsiteY14" fmla="*/ 91764 h 118921"/>
                <a:gd name="connsiteX15" fmla="*/ 56030 w 74611"/>
                <a:gd name="connsiteY15" fmla="*/ 62319 h 118921"/>
                <a:gd name="connsiteX16" fmla="*/ 36877 w 74611"/>
                <a:gd name="connsiteY16" fmla="*/ 51742 h 118921"/>
                <a:gd name="connsiteX17" fmla="*/ 18296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296" y="76613"/>
                  </a:moveTo>
                  <a:cubicBezTo>
                    <a:pt x="18296" y="92907"/>
                    <a:pt x="25156" y="102341"/>
                    <a:pt x="36877" y="102341"/>
                  </a:cubicBezTo>
                  <a:cubicBezTo>
                    <a:pt x="44024" y="102341"/>
                    <a:pt x="50027" y="98910"/>
                    <a:pt x="56030" y="91764"/>
                  </a:cubicBezTo>
                  <a:lnTo>
                    <a:pt x="56030" y="62319"/>
                  </a:lnTo>
                  <a:cubicBezTo>
                    <a:pt x="50599" y="55173"/>
                    <a:pt x="44595" y="51742"/>
                    <a:pt x="36877" y="51742"/>
                  </a:cubicBezTo>
                  <a:cubicBezTo>
                    <a:pt x="24871" y="51742"/>
                    <a:pt x="18296" y="60604"/>
                    <a:pt x="18296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B71643BC-9B46-4580-8889-D8099D3A4C0A}"/>
                </a:ext>
              </a:extLst>
            </p:cNvPr>
            <p:cNvSpPr/>
            <p:nvPr/>
          </p:nvSpPr>
          <p:spPr>
            <a:xfrm>
              <a:off x="2020826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700178AB-232D-4D5A-ACAD-DABEF1A4DD9B}"/>
                </a:ext>
              </a:extLst>
            </p:cNvPr>
            <p:cNvSpPr/>
            <p:nvPr/>
          </p:nvSpPr>
          <p:spPr>
            <a:xfrm>
              <a:off x="2082002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440 w 23727"/>
                <a:gd name="connsiteY5" fmla="*/ 115491 h 115490"/>
                <a:gd name="connsiteX6" fmla="*/ 2859 w 23727"/>
                <a:gd name="connsiteY6" fmla="*/ 115491 h 115490"/>
                <a:gd name="connsiteX7" fmla="*/ 2859 w 23727"/>
                <a:gd name="connsiteY7" fmla="*/ 35448 h 115490"/>
                <a:gd name="connsiteX8" fmla="*/ 21440 w 23727"/>
                <a:gd name="connsiteY8" fmla="*/ 35448 h 115490"/>
                <a:gd name="connsiteX9" fmla="*/ 21440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581" y="0"/>
                    <a:pt x="23727" y="4860"/>
                    <a:pt x="23727" y="11435"/>
                  </a:cubicBezTo>
                  <a:close/>
                  <a:moveTo>
                    <a:pt x="21440" y="115491"/>
                  </a:moveTo>
                  <a:lnTo>
                    <a:pt x="2859" y="115491"/>
                  </a:lnTo>
                  <a:lnTo>
                    <a:pt x="2859" y="35448"/>
                  </a:lnTo>
                  <a:lnTo>
                    <a:pt x="21440" y="35448"/>
                  </a:lnTo>
                  <a:lnTo>
                    <a:pt x="21440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E2ADD62A-6877-414D-BAEC-EA2065214D96}"/>
                </a:ext>
              </a:extLst>
            </p:cNvPr>
            <p:cNvSpPr/>
            <p:nvPr/>
          </p:nvSpPr>
          <p:spPr>
            <a:xfrm>
              <a:off x="2123453" y="-108548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8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8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4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27AF9E26-EF63-4541-8C2D-2407580A7059}"/>
                </a:ext>
              </a:extLst>
            </p:cNvPr>
            <p:cNvSpPr/>
            <p:nvPr/>
          </p:nvSpPr>
          <p:spPr>
            <a:xfrm>
              <a:off x="2206927" y="-143138"/>
              <a:ext cx="68894" cy="116920"/>
            </a:xfrm>
            <a:custGeom>
              <a:avLst/>
              <a:gdLst>
                <a:gd name="connsiteX0" fmla="*/ 68894 w 68894"/>
                <a:gd name="connsiteY0" fmla="*/ 116634 h 116920"/>
                <a:gd name="connsiteX1" fmla="*/ 50313 w 68894"/>
                <a:gd name="connsiteY1" fmla="*/ 116634 h 116920"/>
                <a:gd name="connsiteX2" fmla="*/ 50313 w 68894"/>
                <a:gd name="connsiteY2" fmla="*/ 70895 h 116920"/>
                <a:gd name="connsiteX3" fmla="*/ 35448 w 68894"/>
                <a:gd name="connsiteY3" fmla="*/ 51456 h 116920"/>
                <a:gd name="connsiteX4" fmla="*/ 18867 w 68894"/>
                <a:gd name="connsiteY4" fmla="*/ 70895 h 116920"/>
                <a:gd name="connsiteX5" fmla="*/ 18867 w 68894"/>
                <a:gd name="connsiteY5" fmla="*/ 116920 h 116920"/>
                <a:gd name="connsiteX6" fmla="*/ 0 w 68894"/>
                <a:gd name="connsiteY6" fmla="*/ 116920 h 116920"/>
                <a:gd name="connsiteX7" fmla="*/ 0 w 68894"/>
                <a:gd name="connsiteY7" fmla="*/ 4574 h 116920"/>
                <a:gd name="connsiteX8" fmla="*/ 18581 w 68894"/>
                <a:gd name="connsiteY8" fmla="*/ 0 h 116920"/>
                <a:gd name="connsiteX9" fmla="*/ 18581 w 68894"/>
                <a:gd name="connsiteY9" fmla="*/ 46597 h 116920"/>
                <a:gd name="connsiteX10" fmla="*/ 18867 w 68894"/>
                <a:gd name="connsiteY10" fmla="*/ 46597 h 116920"/>
                <a:gd name="connsiteX11" fmla="*/ 42308 w 68894"/>
                <a:gd name="connsiteY11" fmla="*/ 34876 h 116920"/>
                <a:gd name="connsiteX12" fmla="*/ 68608 w 68894"/>
                <a:gd name="connsiteY12" fmla="*/ 67179 h 116920"/>
                <a:gd name="connsiteX13" fmla="*/ 68608 w 68894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116920">
                  <a:moveTo>
                    <a:pt x="68894" y="116634"/>
                  </a:moveTo>
                  <a:lnTo>
                    <a:pt x="50313" y="116634"/>
                  </a:lnTo>
                  <a:lnTo>
                    <a:pt x="50313" y="70895"/>
                  </a:lnTo>
                  <a:cubicBezTo>
                    <a:pt x="50313" y="59175"/>
                    <a:pt x="46596" y="51456"/>
                    <a:pt x="35448" y="51456"/>
                  </a:cubicBezTo>
                  <a:cubicBezTo>
                    <a:pt x="22584" y="51456"/>
                    <a:pt x="18867" y="61748"/>
                    <a:pt x="18867" y="70895"/>
                  </a:cubicBezTo>
                  <a:lnTo>
                    <a:pt x="18867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80E1DA89-9BDE-4FB2-A195-2ED3CAF52BF9}"/>
                </a:ext>
              </a:extLst>
            </p:cNvPr>
            <p:cNvSpPr/>
            <p:nvPr/>
          </p:nvSpPr>
          <p:spPr>
            <a:xfrm>
              <a:off x="2297261" y="-84249"/>
              <a:ext cx="39163" cy="17723"/>
            </a:xfrm>
            <a:custGeom>
              <a:avLst/>
              <a:gdLst>
                <a:gd name="connsiteX0" fmla="*/ 39164 w 39163"/>
                <a:gd name="connsiteY0" fmla="*/ 17724 h 17723"/>
                <a:gd name="connsiteX1" fmla="*/ 0 w 39163"/>
                <a:gd name="connsiteY1" fmla="*/ 17724 h 17723"/>
                <a:gd name="connsiteX2" fmla="*/ 0 w 39163"/>
                <a:gd name="connsiteY2" fmla="*/ 0 h 17723"/>
                <a:gd name="connsiteX3" fmla="*/ 39164 w 39163"/>
                <a:gd name="connsiteY3" fmla="*/ 0 h 17723"/>
                <a:gd name="connsiteX4" fmla="*/ 39164 w 39163"/>
                <a:gd name="connsiteY4" fmla="*/ 17724 h 17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63" h="17723">
                  <a:moveTo>
                    <a:pt x="39164" y="17724"/>
                  </a:moveTo>
                  <a:lnTo>
                    <a:pt x="0" y="17724"/>
                  </a:lnTo>
                  <a:lnTo>
                    <a:pt x="0" y="0"/>
                  </a:lnTo>
                  <a:lnTo>
                    <a:pt x="39164" y="0"/>
                  </a:lnTo>
                  <a:lnTo>
                    <a:pt x="39164" y="1772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1BB7BD4C-F348-4F03-AD58-08BF195485B2}"/>
                </a:ext>
              </a:extLst>
            </p:cNvPr>
            <p:cNvSpPr/>
            <p:nvPr/>
          </p:nvSpPr>
          <p:spPr>
            <a:xfrm>
              <a:off x="2346430" y="-137135"/>
              <a:ext cx="102912" cy="110630"/>
            </a:xfrm>
            <a:custGeom>
              <a:avLst/>
              <a:gdLst>
                <a:gd name="connsiteX0" fmla="*/ 40879 w 102912"/>
                <a:gd name="connsiteY0" fmla="*/ 0 h 110630"/>
                <a:gd name="connsiteX1" fmla="*/ 61748 w 102912"/>
                <a:gd name="connsiteY1" fmla="*/ 0 h 110630"/>
                <a:gd name="connsiteX2" fmla="*/ 102912 w 102912"/>
                <a:gd name="connsiteY2" fmla="*/ 110631 h 110630"/>
                <a:gd name="connsiteX3" fmla="*/ 81472 w 102912"/>
                <a:gd name="connsiteY3" fmla="*/ 110631 h 110630"/>
                <a:gd name="connsiteX4" fmla="*/ 73468 w 102912"/>
                <a:gd name="connsiteY4" fmla="*/ 87190 h 110630"/>
                <a:gd name="connsiteX5" fmla="*/ 28873 w 102912"/>
                <a:gd name="connsiteY5" fmla="*/ 87190 h 110630"/>
                <a:gd name="connsiteX6" fmla="*/ 20868 w 102912"/>
                <a:gd name="connsiteY6" fmla="*/ 110631 h 110630"/>
                <a:gd name="connsiteX7" fmla="*/ 0 w 102912"/>
                <a:gd name="connsiteY7" fmla="*/ 110631 h 110630"/>
                <a:gd name="connsiteX8" fmla="*/ 40879 w 102912"/>
                <a:gd name="connsiteY8" fmla="*/ 0 h 110630"/>
                <a:gd name="connsiteX9" fmla="*/ 34876 w 102912"/>
                <a:gd name="connsiteY9" fmla="*/ 69466 h 110630"/>
                <a:gd name="connsiteX10" fmla="*/ 67179 w 102912"/>
                <a:gd name="connsiteY10" fmla="*/ 69466 h 110630"/>
                <a:gd name="connsiteX11" fmla="*/ 51170 w 102912"/>
                <a:gd name="connsiteY11" fmla="*/ 22584 h 110630"/>
                <a:gd name="connsiteX12" fmla="*/ 50885 w 102912"/>
                <a:gd name="connsiteY12" fmla="*/ 22584 h 110630"/>
                <a:gd name="connsiteX13" fmla="*/ 34876 w 102912"/>
                <a:gd name="connsiteY13" fmla="*/ 69466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2912" h="110630">
                  <a:moveTo>
                    <a:pt x="40879" y="0"/>
                  </a:moveTo>
                  <a:lnTo>
                    <a:pt x="61748" y="0"/>
                  </a:lnTo>
                  <a:lnTo>
                    <a:pt x="102912" y="110631"/>
                  </a:lnTo>
                  <a:lnTo>
                    <a:pt x="81472" y="110631"/>
                  </a:lnTo>
                  <a:lnTo>
                    <a:pt x="73468" y="87190"/>
                  </a:lnTo>
                  <a:lnTo>
                    <a:pt x="28873" y="87190"/>
                  </a:lnTo>
                  <a:lnTo>
                    <a:pt x="20868" y="110631"/>
                  </a:lnTo>
                  <a:lnTo>
                    <a:pt x="0" y="110631"/>
                  </a:lnTo>
                  <a:lnTo>
                    <a:pt x="40879" y="0"/>
                  </a:lnTo>
                  <a:close/>
                  <a:moveTo>
                    <a:pt x="34876" y="69466"/>
                  </a:moveTo>
                  <a:lnTo>
                    <a:pt x="67179" y="69466"/>
                  </a:lnTo>
                  <a:lnTo>
                    <a:pt x="51170" y="22584"/>
                  </a:lnTo>
                  <a:lnTo>
                    <a:pt x="50885" y="22584"/>
                  </a:lnTo>
                  <a:lnTo>
                    <a:pt x="34876" y="6946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B17508DC-5682-49AF-A5CA-4F2FF0820766}"/>
                </a:ext>
              </a:extLst>
            </p:cNvPr>
            <p:cNvSpPr/>
            <p:nvPr/>
          </p:nvSpPr>
          <p:spPr>
            <a:xfrm>
              <a:off x="2465923" y="-143138"/>
              <a:ext cx="18581" cy="116634"/>
            </a:xfrm>
            <a:custGeom>
              <a:avLst/>
              <a:gdLst>
                <a:gd name="connsiteX0" fmla="*/ 18581 w 18581"/>
                <a:gd name="connsiteY0" fmla="*/ 116634 h 116634"/>
                <a:gd name="connsiteX1" fmla="*/ 0 w 18581"/>
                <a:gd name="connsiteY1" fmla="*/ 116634 h 116634"/>
                <a:gd name="connsiteX2" fmla="*/ 0 w 18581"/>
                <a:gd name="connsiteY2" fmla="*/ 4288 h 116634"/>
                <a:gd name="connsiteX3" fmla="*/ 18581 w 18581"/>
                <a:gd name="connsiteY3" fmla="*/ 0 h 116634"/>
                <a:gd name="connsiteX4" fmla="*/ 18581 w 18581"/>
                <a:gd name="connsiteY4" fmla="*/ 116634 h 116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634">
                  <a:moveTo>
                    <a:pt x="18581" y="116634"/>
                  </a:moveTo>
                  <a:lnTo>
                    <a:pt x="0" y="116634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D5EB0492-5AB3-492C-B8C3-86512B8BBF74}"/>
                </a:ext>
              </a:extLst>
            </p:cNvPr>
            <p:cNvSpPr/>
            <p:nvPr/>
          </p:nvSpPr>
          <p:spPr>
            <a:xfrm>
              <a:off x="2504515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2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8987D67E-556F-4FFA-A6EC-32CD431726D7}"/>
                </a:ext>
              </a:extLst>
            </p:cNvPr>
            <p:cNvSpPr/>
            <p:nvPr/>
          </p:nvSpPr>
          <p:spPr>
            <a:xfrm>
              <a:off x="2587703" y="-106547"/>
              <a:ext cx="76612" cy="80043"/>
            </a:xfrm>
            <a:custGeom>
              <a:avLst/>
              <a:gdLst>
                <a:gd name="connsiteX0" fmla="*/ 76613 w 76612"/>
                <a:gd name="connsiteY0" fmla="*/ 80043 h 80043"/>
                <a:gd name="connsiteX1" fmla="*/ 55172 w 76612"/>
                <a:gd name="connsiteY1" fmla="*/ 80043 h 80043"/>
                <a:gd name="connsiteX2" fmla="*/ 38020 w 76612"/>
                <a:gd name="connsiteY2" fmla="*/ 52314 h 80043"/>
                <a:gd name="connsiteX3" fmla="*/ 37735 w 76612"/>
                <a:gd name="connsiteY3" fmla="*/ 52314 h 80043"/>
                <a:gd name="connsiteX4" fmla="*/ 21154 w 76612"/>
                <a:gd name="connsiteY4" fmla="*/ 80043 h 80043"/>
                <a:gd name="connsiteX5" fmla="*/ 0 w 76612"/>
                <a:gd name="connsiteY5" fmla="*/ 80043 h 80043"/>
                <a:gd name="connsiteX6" fmla="*/ 27443 w 76612"/>
                <a:gd name="connsiteY6" fmla="*/ 38592 h 80043"/>
                <a:gd name="connsiteX7" fmla="*/ 2001 w 76612"/>
                <a:gd name="connsiteY7" fmla="*/ 0 h 80043"/>
                <a:gd name="connsiteX8" fmla="*/ 23155 w 76612"/>
                <a:gd name="connsiteY8" fmla="*/ 0 h 80043"/>
                <a:gd name="connsiteX9" fmla="*/ 38306 w 76612"/>
                <a:gd name="connsiteY9" fmla="*/ 24585 h 80043"/>
                <a:gd name="connsiteX10" fmla="*/ 38592 w 76612"/>
                <a:gd name="connsiteY10" fmla="*/ 24585 h 80043"/>
                <a:gd name="connsiteX11" fmla="*/ 53457 w 76612"/>
                <a:gd name="connsiteY11" fmla="*/ 0 h 80043"/>
                <a:gd name="connsiteX12" fmla="*/ 74326 w 76612"/>
                <a:gd name="connsiteY12" fmla="*/ 0 h 80043"/>
                <a:gd name="connsiteX13" fmla="*/ 49169 w 76612"/>
                <a:gd name="connsiteY13" fmla="*/ 38306 h 80043"/>
                <a:gd name="connsiteX14" fmla="*/ 76613 w 76612"/>
                <a:gd name="connsiteY14" fmla="*/ 80043 h 8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612" h="80043">
                  <a:moveTo>
                    <a:pt x="76613" y="80043"/>
                  </a:moveTo>
                  <a:lnTo>
                    <a:pt x="55172" y="80043"/>
                  </a:lnTo>
                  <a:lnTo>
                    <a:pt x="38020" y="52314"/>
                  </a:lnTo>
                  <a:lnTo>
                    <a:pt x="37735" y="52314"/>
                  </a:lnTo>
                  <a:lnTo>
                    <a:pt x="21154" y="80043"/>
                  </a:lnTo>
                  <a:lnTo>
                    <a:pt x="0" y="80043"/>
                  </a:lnTo>
                  <a:lnTo>
                    <a:pt x="27443" y="38592"/>
                  </a:lnTo>
                  <a:lnTo>
                    <a:pt x="2001" y="0"/>
                  </a:lnTo>
                  <a:lnTo>
                    <a:pt x="23155" y="0"/>
                  </a:lnTo>
                  <a:lnTo>
                    <a:pt x="38306" y="24585"/>
                  </a:lnTo>
                  <a:lnTo>
                    <a:pt x="38592" y="24585"/>
                  </a:lnTo>
                  <a:lnTo>
                    <a:pt x="53457" y="0"/>
                  </a:lnTo>
                  <a:lnTo>
                    <a:pt x="74326" y="0"/>
                  </a:lnTo>
                  <a:lnTo>
                    <a:pt x="49169" y="38306"/>
                  </a:lnTo>
                  <a:lnTo>
                    <a:pt x="76613" y="80043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ABAF2B12-1C5A-4BB0-AB4B-03B735E8EDF1}"/>
                </a:ext>
              </a:extLst>
            </p:cNvPr>
            <p:cNvSpPr/>
            <p:nvPr/>
          </p:nvSpPr>
          <p:spPr>
            <a:xfrm>
              <a:off x="2674316" y="-108262"/>
              <a:ext cx="67755" cy="83759"/>
            </a:xfrm>
            <a:custGeom>
              <a:avLst/>
              <a:gdLst>
                <a:gd name="connsiteX0" fmla="*/ 34309 w 67755"/>
                <a:gd name="connsiteY0" fmla="*/ 32303 h 83759"/>
                <a:gd name="connsiteX1" fmla="*/ 49460 w 67755"/>
                <a:gd name="connsiteY1" fmla="*/ 34018 h 83759"/>
                <a:gd name="connsiteX2" fmla="*/ 49460 w 67755"/>
                <a:gd name="connsiteY2" fmla="*/ 31160 h 83759"/>
                <a:gd name="connsiteX3" fmla="*/ 31736 w 67755"/>
                <a:gd name="connsiteY3" fmla="*/ 15723 h 83759"/>
                <a:gd name="connsiteX4" fmla="*/ 11440 w 67755"/>
                <a:gd name="connsiteY4" fmla="*/ 20297 h 83759"/>
                <a:gd name="connsiteX5" fmla="*/ 7438 w 67755"/>
                <a:gd name="connsiteY5" fmla="*/ 4574 h 83759"/>
                <a:gd name="connsiteX6" fmla="*/ 33737 w 67755"/>
                <a:gd name="connsiteY6" fmla="*/ 0 h 83759"/>
                <a:gd name="connsiteX7" fmla="*/ 67756 w 67755"/>
                <a:gd name="connsiteY7" fmla="*/ 30874 h 83759"/>
                <a:gd name="connsiteX8" fmla="*/ 67756 w 67755"/>
                <a:gd name="connsiteY8" fmla="*/ 82044 h 83759"/>
                <a:gd name="connsiteX9" fmla="*/ 50032 w 67755"/>
                <a:gd name="connsiteY9" fmla="*/ 82044 h 83759"/>
                <a:gd name="connsiteX10" fmla="*/ 50032 w 67755"/>
                <a:gd name="connsiteY10" fmla="*/ 73468 h 83759"/>
                <a:gd name="connsiteX11" fmla="*/ 49746 w 67755"/>
                <a:gd name="connsiteY11" fmla="*/ 73468 h 83759"/>
                <a:gd name="connsiteX12" fmla="*/ 26305 w 67755"/>
                <a:gd name="connsiteY12" fmla="*/ 83759 h 83759"/>
                <a:gd name="connsiteX13" fmla="*/ 5 w 67755"/>
                <a:gd name="connsiteY13" fmla="*/ 58317 h 83759"/>
                <a:gd name="connsiteX14" fmla="*/ 34309 w 67755"/>
                <a:gd name="connsiteY14" fmla="*/ 32303 h 83759"/>
                <a:gd name="connsiteX15" fmla="*/ 31165 w 67755"/>
                <a:gd name="connsiteY15" fmla="*/ 69752 h 83759"/>
                <a:gd name="connsiteX16" fmla="*/ 49460 w 67755"/>
                <a:gd name="connsiteY16" fmla="*/ 60032 h 83759"/>
                <a:gd name="connsiteX17" fmla="*/ 49460 w 67755"/>
                <a:gd name="connsiteY17" fmla="*/ 46311 h 83759"/>
                <a:gd name="connsiteX18" fmla="*/ 36310 w 67755"/>
                <a:gd name="connsiteY18" fmla="*/ 44881 h 83759"/>
                <a:gd name="connsiteX19" fmla="*/ 17729 w 67755"/>
                <a:gd name="connsiteY19" fmla="*/ 58031 h 83759"/>
                <a:gd name="connsiteX20" fmla="*/ 31165 w 67755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5" h="83759">
                  <a:moveTo>
                    <a:pt x="34309" y="32303"/>
                  </a:moveTo>
                  <a:cubicBezTo>
                    <a:pt x="39455" y="32303"/>
                    <a:pt x="44315" y="32589"/>
                    <a:pt x="49460" y="34018"/>
                  </a:cubicBezTo>
                  <a:lnTo>
                    <a:pt x="49460" y="31160"/>
                  </a:lnTo>
                  <a:cubicBezTo>
                    <a:pt x="49460" y="20868"/>
                    <a:pt x="43457" y="15723"/>
                    <a:pt x="31736" y="15723"/>
                  </a:cubicBezTo>
                  <a:cubicBezTo>
                    <a:pt x="25161" y="15723"/>
                    <a:pt x="18015" y="17152"/>
                    <a:pt x="11440" y="20297"/>
                  </a:cubicBezTo>
                  <a:lnTo>
                    <a:pt x="7438" y="4574"/>
                  </a:lnTo>
                  <a:cubicBezTo>
                    <a:pt x="14870" y="1715"/>
                    <a:pt x="24590" y="0"/>
                    <a:pt x="33737" y="0"/>
                  </a:cubicBezTo>
                  <a:cubicBezTo>
                    <a:pt x="56321" y="0"/>
                    <a:pt x="67756" y="10577"/>
                    <a:pt x="67756" y="30874"/>
                  </a:cubicBezTo>
                  <a:lnTo>
                    <a:pt x="67756" y="82044"/>
                  </a:lnTo>
                  <a:lnTo>
                    <a:pt x="50032" y="82044"/>
                  </a:lnTo>
                  <a:lnTo>
                    <a:pt x="50032" y="73468"/>
                  </a:lnTo>
                  <a:lnTo>
                    <a:pt x="49746" y="73468"/>
                  </a:lnTo>
                  <a:cubicBezTo>
                    <a:pt x="42885" y="80615"/>
                    <a:pt x="35738" y="83759"/>
                    <a:pt x="26305" y="83759"/>
                  </a:cubicBezTo>
                  <a:cubicBezTo>
                    <a:pt x="10296" y="83759"/>
                    <a:pt x="5" y="73754"/>
                    <a:pt x="5" y="58317"/>
                  </a:cubicBezTo>
                  <a:cubicBezTo>
                    <a:pt x="-281" y="41451"/>
                    <a:pt x="11726" y="32303"/>
                    <a:pt x="34309" y="32303"/>
                  </a:cubicBezTo>
                  <a:close/>
                  <a:moveTo>
                    <a:pt x="31165" y="69752"/>
                  </a:moveTo>
                  <a:cubicBezTo>
                    <a:pt x="38025" y="69752"/>
                    <a:pt x="44315" y="66321"/>
                    <a:pt x="49460" y="60032"/>
                  </a:cubicBezTo>
                  <a:lnTo>
                    <a:pt x="49460" y="46311"/>
                  </a:lnTo>
                  <a:cubicBezTo>
                    <a:pt x="45172" y="45167"/>
                    <a:pt x="40598" y="44881"/>
                    <a:pt x="36310" y="44881"/>
                  </a:cubicBezTo>
                  <a:cubicBezTo>
                    <a:pt x="24590" y="44881"/>
                    <a:pt x="17729" y="49455"/>
                    <a:pt x="17729" y="58031"/>
                  </a:cubicBezTo>
                  <a:cubicBezTo>
                    <a:pt x="17729" y="65178"/>
                    <a:pt x="22874" y="69752"/>
                    <a:pt x="31165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1886E551-8FE5-4116-9E54-46EEADB0B4E4}"/>
                </a:ext>
              </a:extLst>
            </p:cNvPr>
            <p:cNvSpPr/>
            <p:nvPr/>
          </p:nvSpPr>
          <p:spPr>
            <a:xfrm>
              <a:off x="2765799" y="-108262"/>
              <a:ext cx="68894" cy="82044"/>
            </a:xfrm>
            <a:custGeom>
              <a:avLst/>
              <a:gdLst>
                <a:gd name="connsiteX0" fmla="*/ 68894 w 68894"/>
                <a:gd name="connsiteY0" fmla="*/ 81758 h 82044"/>
                <a:gd name="connsiteX1" fmla="*/ 50027 w 68894"/>
                <a:gd name="connsiteY1" fmla="*/ 81758 h 82044"/>
                <a:gd name="connsiteX2" fmla="*/ 50027 w 68894"/>
                <a:gd name="connsiteY2" fmla="*/ 36019 h 82044"/>
                <a:gd name="connsiteX3" fmla="*/ 35162 w 68894"/>
                <a:gd name="connsiteY3" fmla="*/ 16580 h 82044"/>
                <a:gd name="connsiteX4" fmla="*/ 18581 w 68894"/>
                <a:gd name="connsiteY4" fmla="*/ 36019 h 82044"/>
                <a:gd name="connsiteX5" fmla="*/ 18581 w 68894"/>
                <a:gd name="connsiteY5" fmla="*/ 82044 h 82044"/>
                <a:gd name="connsiteX6" fmla="*/ 0 w 68894"/>
                <a:gd name="connsiteY6" fmla="*/ 82044 h 82044"/>
                <a:gd name="connsiteX7" fmla="*/ 0 w 68894"/>
                <a:gd name="connsiteY7" fmla="*/ 2001 h 82044"/>
                <a:gd name="connsiteX8" fmla="*/ 18581 w 68894"/>
                <a:gd name="connsiteY8" fmla="*/ 2001 h 82044"/>
                <a:gd name="connsiteX9" fmla="*/ 18581 w 68894"/>
                <a:gd name="connsiteY9" fmla="*/ 11721 h 82044"/>
                <a:gd name="connsiteX10" fmla="*/ 18867 w 68894"/>
                <a:gd name="connsiteY10" fmla="*/ 11721 h 82044"/>
                <a:gd name="connsiteX11" fmla="*/ 42308 w 68894"/>
                <a:gd name="connsiteY11" fmla="*/ 0 h 82044"/>
                <a:gd name="connsiteX12" fmla="*/ 68608 w 68894"/>
                <a:gd name="connsiteY12" fmla="*/ 32303 h 82044"/>
                <a:gd name="connsiteX13" fmla="*/ 68608 w 68894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82044">
                  <a:moveTo>
                    <a:pt x="68894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6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8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CEDAD2DB-4066-41C3-90B1-4A3A8343F4DE}"/>
                </a:ext>
              </a:extLst>
            </p:cNvPr>
            <p:cNvSpPr/>
            <p:nvPr/>
          </p:nvSpPr>
          <p:spPr>
            <a:xfrm>
              <a:off x="2854418" y="-143138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581 w 74611"/>
                <a:gd name="connsiteY12" fmla="*/ 76613 h 118921"/>
                <a:gd name="connsiteX13" fmla="*/ 37163 w 74611"/>
                <a:gd name="connsiteY13" fmla="*/ 102341 h 118921"/>
                <a:gd name="connsiteX14" fmla="*/ 56316 w 74611"/>
                <a:gd name="connsiteY14" fmla="*/ 91764 h 118921"/>
                <a:gd name="connsiteX15" fmla="*/ 56316 w 74611"/>
                <a:gd name="connsiteY15" fmla="*/ 62319 h 118921"/>
                <a:gd name="connsiteX16" fmla="*/ 37163 w 74611"/>
                <a:gd name="connsiteY16" fmla="*/ 51742 h 118921"/>
                <a:gd name="connsiteX17" fmla="*/ 18581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581" y="76613"/>
                  </a:moveTo>
                  <a:cubicBezTo>
                    <a:pt x="18581" y="92907"/>
                    <a:pt x="25442" y="102341"/>
                    <a:pt x="37163" y="102341"/>
                  </a:cubicBezTo>
                  <a:cubicBezTo>
                    <a:pt x="44310" y="102341"/>
                    <a:pt x="50313" y="98910"/>
                    <a:pt x="56316" y="91764"/>
                  </a:cubicBezTo>
                  <a:lnTo>
                    <a:pt x="56316" y="62319"/>
                  </a:lnTo>
                  <a:cubicBezTo>
                    <a:pt x="50884" y="55173"/>
                    <a:pt x="44881" y="51742"/>
                    <a:pt x="37163" y="51742"/>
                  </a:cubicBezTo>
                  <a:cubicBezTo>
                    <a:pt x="24871" y="51742"/>
                    <a:pt x="18581" y="60604"/>
                    <a:pt x="18581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2D4815F3-7902-4E48-97B0-6DC7C19707FE}"/>
                </a:ext>
              </a:extLst>
            </p:cNvPr>
            <p:cNvSpPr/>
            <p:nvPr/>
          </p:nvSpPr>
          <p:spPr>
            <a:xfrm>
              <a:off x="2949326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2" name="Freihandform: Form 111">
              <a:extLst>
                <a:ext uri="{FF2B5EF4-FFF2-40B4-BE49-F238E27FC236}">
                  <a16:creationId xmlns:a16="http://schemas.microsoft.com/office/drawing/2014/main" id="{2B2F00D4-968A-452C-AF4B-1E4684C6C40D}"/>
                </a:ext>
              </a:extLst>
            </p:cNvPr>
            <p:cNvSpPr/>
            <p:nvPr/>
          </p:nvSpPr>
          <p:spPr>
            <a:xfrm>
              <a:off x="3043376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9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3" name="Freihandform: Form 112">
              <a:extLst>
                <a:ext uri="{FF2B5EF4-FFF2-40B4-BE49-F238E27FC236}">
                  <a16:creationId xmlns:a16="http://schemas.microsoft.com/office/drawing/2014/main" id="{2B7EB169-B440-4481-B1C1-70AD33F7BBAC}"/>
                </a:ext>
              </a:extLst>
            </p:cNvPr>
            <p:cNvSpPr/>
            <p:nvPr/>
          </p:nvSpPr>
          <p:spPr>
            <a:xfrm>
              <a:off x="3103123" y="-84249"/>
              <a:ext cx="39163" cy="17723"/>
            </a:xfrm>
            <a:custGeom>
              <a:avLst/>
              <a:gdLst>
                <a:gd name="connsiteX0" fmla="*/ 39164 w 39163"/>
                <a:gd name="connsiteY0" fmla="*/ 17724 h 17723"/>
                <a:gd name="connsiteX1" fmla="*/ 0 w 39163"/>
                <a:gd name="connsiteY1" fmla="*/ 17724 h 17723"/>
                <a:gd name="connsiteX2" fmla="*/ 0 w 39163"/>
                <a:gd name="connsiteY2" fmla="*/ 0 h 17723"/>
                <a:gd name="connsiteX3" fmla="*/ 39164 w 39163"/>
                <a:gd name="connsiteY3" fmla="*/ 0 h 17723"/>
                <a:gd name="connsiteX4" fmla="*/ 39164 w 39163"/>
                <a:gd name="connsiteY4" fmla="*/ 17724 h 17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63" h="17723">
                  <a:moveTo>
                    <a:pt x="39164" y="17724"/>
                  </a:moveTo>
                  <a:lnTo>
                    <a:pt x="0" y="17724"/>
                  </a:lnTo>
                  <a:lnTo>
                    <a:pt x="0" y="0"/>
                  </a:lnTo>
                  <a:lnTo>
                    <a:pt x="39164" y="0"/>
                  </a:lnTo>
                  <a:lnTo>
                    <a:pt x="39164" y="1772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3A8BE52F-FCE7-4571-B2C2-F617EFF332E5}"/>
                </a:ext>
              </a:extLst>
            </p:cNvPr>
            <p:cNvSpPr/>
            <p:nvPr/>
          </p:nvSpPr>
          <p:spPr>
            <a:xfrm>
              <a:off x="3166014" y="-137135"/>
              <a:ext cx="86617" cy="112632"/>
            </a:xfrm>
            <a:custGeom>
              <a:avLst/>
              <a:gdLst>
                <a:gd name="connsiteX0" fmla="*/ 86618 w 86617"/>
                <a:gd name="connsiteY0" fmla="*/ 66893 h 112632"/>
                <a:gd name="connsiteX1" fmla="*/ 43166 w 86617"/>
                <a:gd name="connsiteY1" fmla="*/ 112632 h 112632"/>
                <a:gd name="connsiteX2" fmla="*/ 0 w 86617"/>
                <a:gd name="connsiteY2" fmla="*/ 66893 h 112632"/>
                <a:gd name="connsiteX3" fmla="*/ 0 w 86617"/>
                <a:gd name="connsiteY3" fmla="*/ 0 h 112632"/>
                <a:gd name="connsiteX4" fmla="*/ 20011 w 86617"/>
                <a:gd name="connsiteY4" fmla="*/ 0 h 112632"/>
                <a:gd name="connsiteX5" fmla="*/ 20011 w 86617"/>
                <a:gd name="connsiteY5" fmla="*/ 65750 h 112632"/>
                <a:gd name="connsiteX6" fmla="*/ 43452 w 86617"/>
                <a:gd name="connsiteY6" fmla="*/ 93765 h 112632"/>
                <a:gd name="connsiteX7" fmla="*/ 66321 w 86617"/>
                <a:gd name="connsiteY7" fmla="*/ 65750 h 112632"/>
                <a:gd name="connsiteX8" fmla="*/ 66321 w 86617"/>
                <a:gd name="connsiteY8" fmla="*/ 0 h 112632"/>
                <a:gd name="connsiteX9" fmla="*/ 86332 w 86617"/>
                <a:gd name="connsiteY9" fmla="*/ 0 h 112632"/>
                <a:gd name="connsiteX10" fmla="*/ 86332 w 86617"/>
                <a:gd name="connsiteY10" fmla="*/ 66893 h 112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6617" h="112632">
                  <a:moveTo>
                    <a:pt x="86618" y="66893"/>
                  </a:moveTo>
                  <a:cubicBezTo>
                    <a:pt x="86618" y="93479"/>
                    <a:pt x="72896" y="112632"/>
                    <a:pt x="43166" y="112632"/>
                  </a:cubicBezTo>
                  <a:cubicBezTo>
                    <a:pt x="13722" y="112632"/>
                    <a:pt x="0" y="93765"/>
                    <a:pt x="0" y="66893"/>
                  </a:cubicBezTo>
                  <a:lnTo>
                    <a:pt x="0" y="0"/>
                  </a:lnTo>
                  <a:lnTo>
                    <a:pt x="20011" y="0"/>
                  </a:lnTo>
                  <a:lnTo>
                    <a:pt x="20011" y="65750"/>
                  </a:lnTo>
                  <a:cubicBezTo>
                    <a:pt x="20011" y="82330"/>
                    <a:pt x="27157" y="93765"/>
                    <a:pt x="43452" y="93765"/>
                  </a:cubicBezTo>
                  <a:cubicBezTo>
                    <a:pt x="59746" y="93765"/>
                    <a:pt x="66321" y="82616"/>
                    <a:pt x="66321" y="65750"/>
                  </a:cubicBezTo>
                  <a:lnTo>
                    <a:pt x="66321" y="0"/>
                  </a:lnTo>
                  <a:lnTo>
                    <a:pt x="86332" y="0"/>
                  </a:lnTo>
                  <a:lnTo>
                    <a:pt x="86332" y="66893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EBC57D1E-1BFE-49FF-8B8B-D1A476895338}"/>
                </a:ext>
              </a:extLst>
            </p:cNvPr>
            <p:cNvSpPr/>
            <p:nvPr/>
          </p:nvSpPr>
          <p:spPr>
            <a:xfrm>
              <a:off x="3277788" y="-108262"/>
              <a:ext cx="68608" cy="82044"/>
            </a:xfrm>
            <a:custGeom>
              <a:avLst/>
              <a:gdLst>
                <a:gd name="connsiteX0" fmla="*/ 68608 w 68608"/>
                <a:gd name="connsiteY0" fmla="*/ 81758 h 82044"/>
                <a:gd name="connsiteX1" fmla="*/ 50027 w 68608"/>
                <a:gd name="connsiteY1" fmla="*/ 81758 h 82044"/>
                <a:gd name="connsiteX2" fmla="*/ 50027 w 68608"/>
                <a:gd name="connsiteY2" fmla="*/ 36019 h 82044"/>
                <a:gd name="connsiteX3" fmla="*/ 35162 w 68608"/>
                <a:gd name="connsiteY3" fmla="*/ 16580 h 82044"/>
                <a:gd name="connsiteX4" fmla="*/ 18581 w 68608"/>
                <a:gd name="connsiteY4" fmla="*/ 36019 h 82044"/>
                <a:gd name="connsiteX5" fmla="*/ 18581 w 68608"/>
                <a:gd name="connsiteY5" fmla="*/ 82044 h 82044"/>
                <a:gd name="connsiteX6" fmla="*/ 0 w 68608"/>
                <a:gd name="connsiteY6" fmla="*/ 82044 h 82044"/>
                <a:gd name="connsiteX7" fmla="*/ 0 w 68608"/>
                <a:gd name="connsiteY7" fmla="*/ 2001 h 82044"/>
                <a:gd name="connsiteX8" fmla="*/ 18581 w 68608"/>
                <a:gd name="connsiteY8" fmla="*/ 2001 h 82044"/>
                <a:gd name="connsiteX9" fmla="*/ 18581 w 68608"/>
                <a:gd name="connsiteY9" fmla="*/ 11721 h 82044"/>
                <a:gd name="connsiteX10" fmla="*/ 18867 w 68608"/>
                <a:gd name="connsiteY10" fmla="*/ 11721 h 82044"/>
                <a:gd name="connsiteX11" fmla="*/ 42309 w 68608"/>
                <a:gd name="connsiteY11" fmla="*/ 0 h 82044"/>
                <a:gd name="connsiteX12" fmla="*/ 68608 w 68608"/>
                <a:gd name="connsiteY12" fmla="*/ 32303 h 82044"/>
                <a:gd name="connsiteX13" fmla="*/ 68608 w 68608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82044">
                  <a:moveTo>
                    <a:pt x="68608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7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9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ED7B1C71-DDF6-41C3-A66A-77C32ADF9674}"/>
                </a:ext>
              </a:extLst>
            </p:cNvPr>
            <p:cNvSpPr/>
            <p:nvPr/>
          </p:nvSpPr>
          <p:spPr>
            <a:xfrm>
              <a:off x="3367551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2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B6EC8814-B5EB-46C2-9FAE-8261321637F6}"/>
                </a:ext>
              </a:extLst>
            </p:cNvPr>
            <p:cNvSpPr/>
            <p:nvPr/>
          </p:nvSpPr>
          <p:spPr>
            <a:xfrm>
              <a:off x="3404428" y="-106261"/>
              <a:ext cx="77755" cy="80043"/>
            </a:xfrm>
            <a:custGeom>
              <a:avLst/>
              <a:gdLst>
                <a:gd name="connsiteX0" fmla="*/ 77756 w 77755"/>
                <a:gd name="connsiteY0" fmla="*/ 0 h 80043"/>
                <a:gd name="connsiteX1" fmla="*/ 48598 w 77755"/>
                <a:gd name="connsiteY1" fmla="*/ 80043 h 80043"/>
                <a:gd name="connsiteX2" fmla="*/ 29158 w 77755"/>
                <a:gd name="connsiteY2" fmla="*/ 80043 h 80043"/>
                <a:gd name="connsiteX3" fmla="*/ 0 w 77755"/>
                <a:gd name="connsiteY3" fmla="*/ 0 h 80043"/>
                <a:gd name="connsiteX4" fmla="*/ 20582 w 77755"/>
                <a:gd name="connsiteY4" fmla="*/ 0 h 80043"/>
                <a:gd name="connsiteX5" fmla="*/ 38878 w 77755"/>
                <a:gd name="connsiteY5" fmla="*/ 58031 h 80043"/>
                <a:gd name="connsiteX6" fmla="*/ 39164 w 77755"/>
                <a:gd name="connsiteY6" fmla="*/ 58031 h 80043"/>
                <a:gd name="connsiteX7" fmla="*/ 57459 w 77755"/>
                <a:gd name="connsiteY7" fmla="*/ 0 h 80043"/>
                <a:gd name="connsiteX8" fmla="*/ 77756 w 77755"/>
                <a:gd name="connsiteY8" fmla="*/ 0 h 8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7755" h="80043">
                  <a:moveTo>
                    <a:pt x="77756" y="0"/>
                  </a:moveTo>
                  <a:lnTo>
                    <a:pt x="48598" y="80043"/>
                  </a:lnTo>
                  <a:lnTo>
                    <a:pt x="29158" y="80043"/>
                  </a:lnTo>
                  <a:lnTo>
                    <a:pt x="0" y="0"/>
                  </a:lnTo>
                  <a:lnTo>
                    <a:pt x="20582" y="0"/>
                  </a:lnTo>
                  <a:lnTo>
                    <a:pt x="38878" y="58031"/>
                  </a:lnTo>
                  <a:lnTo>
                    <a:pt x="39164" y="58031"/>
                  </a:lnTo>
                  <a:lnTo>
                    <a:pt x="57459" y="0"/>
                  </a:lnTo>
                  <a:lnTo>
                    <a:pt x="77756" y="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FAE679D0-850D-4B66-9747-AE6C9C29B626}"/>
                </a:ext>
              </a:extLst>
            </p:cNvPr>
            <p:cNvSpPr/>
            <p:nvPr/>
          </p:nvSpPr>
          <p:spPr>
            <a:xfrm>
              <a:off x="3490760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9" y="60604"/>
                    <a:pt x="28301" y="67751"/>
                    <a:pt x="39736" y="67751"/>
                  </a:cubicBezTo>
                  <a:cubicBezTo>
                    <a:pt x="47168" y="67751"/>
                    <a:pt x="53172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E79ED9BA-7ADC-44DB-ACD1-768C0D80A27A}"/>
                </a:ext>
              </a:extLst>
            </p:cNvPr>
            <p:cNvSpPr/>
            <p:nvPr/>
          </p:nvSpPr>
          <p:spPr>
            <a:xfrm>
              <a:off x="3584810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535B2E40-5185-4931-ADD0-4942629E3028}"/>
                </a:ext>
              </a:extLst>
            </p:cNvPr>
            <p:cNvSpPr/>
            <p:nvPr/>
          </p:nvSpPr>
          <p:spPr>
            <a:xfrm>
              <a:off x="3641698" y="-108548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2 h 84045"/>
                <a:gd name="connsiteX2" fmla="*/ 43166 w 61747"/>
                <a:gd name="connsiteY2" fmla="*/ 60318 h 84045"/>
                <a:gd name="connsiteX3" fmla="*/ 3144 w 61747"/>
                <a:gd name="connsiteY3" fmla="*/ 24871 h 84045"/>
                <a:gd name="connsiteX4" fmla="*/ 33446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7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866" y="65464"/>
                    <a:pt x="24299" y="68322"/>
                    <a:pt x="31445" y="68322"/>
                  </a:cubicBezTo>
                  <a:cubicBezTo>
                    <a:pt x="38306" y="68322"/>
                    <a:pt x="43166" y="65178"/>
                    <a:pt x="43166" y="60318"/>
                  </a:cubicBezTo>
                  <a:cubicBezTo>
                    <a:pt x="43166" y="46597"/>
                    <a:pt x="3144" y="51456"/>
                    <a:pt x="3144" y="24871"/>
                  </a:cubicBezTo>
                  <a:cubicBezTo>
                    <a:pt x="3144" y="10005"/>
                    <a:pt x="15437" y="0"/>
                    <a:pt x="33446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7" y="31731"/>
                    <a:pt x="61747" y="58603"/>
                  </a:cubicBezTo>
                  <a:cubicBezTo>
                    <a:pt x="61747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0976CCBC-91D3-4C1C-A658-C18612120031}"/>
                </a:ext>
              </a:extLst>
            </p:cNvPr>
            <p:cNvSpPr/>
            <p:nvPr/>
          </p:nvSpPr>
          <p:spPr>
            <a:xfrm>
              <a:off x="3720884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2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035AA111-8BF2-4A02-965B-10CB5928B8E6}"/>
                </a:ext>
              </a:extLst>
            </p:cNvPr>
            <p:cNvSpPr/>
            <p:nvPr/>
          </p:nvSpPr>
          <p:spPr>
            <a:xfrm>
              <a:off x="3758046" y="-131989"/>
              <a:ext cx="49741" cy="107486"/>
            </a:xfrm>
            <a:custGeom>
              <a:avLst/>
              <a:gdLst>
                <a:gd name="connsiteX0" fmla="*/ 49741 w 49741"/>
                <a:gd name="connsiteY0" fmla="*/ 88619 h 107486"/>
                <a:gd name="connsiteX1" fmla="*/ 49741 w 49741"/>
                <a:gd name="connsiteY1" fmla="*/ 104628 h 107486"/>
                <a:gd name="connsiteX2" fmla="*/ 34018 w 49741"/>
                <a:gd name="connsiteY2" fmla="*/ 107486 h 107486"/>
                <a:gd name="connsiteX3" fmla="*/ 12292 w 49741"/>
                <a:gd name="connsiteY3" fmla="*/ 84903 h 107486"/>
                <a:gd name="connsiteX4" fmla="*/ 12292 w 49741"/>
                <a:gd name="connsiteY4" fmla="*/ 41165 h 107486"/>
                <a:gd name="connsiteX5" fmla="*/ 0 w 49741"/>
                <a:gd name="connsiteY5" fmla="*/ 41165 h 107486"/>
                <a:gd name="connsiteX6" fmla="*/ 0 w 49741"/>
                <a:gd name="connsiteY6" fmla="*/ 25728 h 107486"/>
                <a:gd name="connsiteX7" fmla="*/ 12006 w 49741"/>
                <a:gd name="connsiteY7" fmla="*/ 25728 h 107486"/>
                <a:gd name="connsiteX8" fmla="*/ 12006 w 49741"/>
                <a:gd name="connsiteY8" fmla="*/ 4002 h 107486"/>
                <a:gd name="connsiteX9" fmla="*/ 30588 w 49741"/>
                <a:gd name="connsiteY9" fmla="*/ 0 h 107486"/>
                <a:gd name="connsiteX10" fmla="*/ 30588 w 49741"/>
                <a:gd name="connsiteY10" fmla="*/ 26014 h 107486"/>
                <a:gd name="connsiteX11" fmla="*/ 49741 w 49741"/>
                <a:gd name="connsiteY11" fmla="*/ 26014 h 107486"/>
                <a:gd name="connsiteX12" fmla="*/ 49741 w 49741"/>
                <a:gd name="connsiteY12" fmla="*/ 41451 h 107486"/>
                <a:gd name="connsiteX13" fmla="*/ 30588 w 49741"/>
                <a:gd name="connsiteY13" fmla="*/ 41451 h 107486"/>
                <a:gd name="connsiteX14" fmla="*/ 30588 w 49741"/>
                <a:gd name="connsiteY14" fmla="*/ 80901 h 107486"/>
                <a:gd name="connsiteX15" fmla="*/ 39164 w 49741"/>
                <a:gd name="connsiteY15" fmla="*/ 91478 h 107486"/>
                <a:gd name="connsiteX16" fmla="*/ 49741 w 49741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1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594" y="91192"/>
                    <a:pt x="46597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E30D49FB-3B99-401D-8FF3-F44F3B1B2497}"/>
                </a:ext>
              </a:extLst>
            </p:cNvPr>
            <p:cNvSpPr/>
            <p:nvPr/>
          </p:nvSpPr>
          <p:spPr>
            <a:xfrm>
              <a:off x="3822367" y="-140565"/>
              <a:ext cx="67750" cy="116062"/>
            </a:xfrm>
            <a:custGeom>
              <a:avLst/>
              <a:gdLst>
                <a:gd name="connsiteX0" fmla="*/ 34304 w 67750"/>
                <a:gd name="connsiteY0" fmla="*/ 64606 h 116062"/>
                <a:gd name="connsiteX1" fmla="*/ 49455 w 67750"/>
                <a:gd name="connsiteY1" fmla="*/ 66321 h 116062"/>
                <a:gd name="connsiteX2" fmla="*/ 49455 w 67750"/>
                <a:gd name="connsiteY2" fmla="*/ 63463 h 116062"/>
                <a:gd name="connsiteX3" fmla="*/ 31731 w 67750"/>
                <a:gd name="connsiteY3" fmla="*/ 48026 h 116062"/>
                <a:gd name="connsiteX4" fmla="*/ 11435 w 67750"/>
                <a:gd name="connsiteY4" fmla="*/ 52600 h 116062"/>
                <a:gd name="connsiteX5" fmla="*/ 7433 w 67750"/>
                <a:gd name="connsiteY5" fmla="*/ 36877 h 116062"/>
                <a:gd name="connsiteX6" fmla="*/ 33733 w 67750"/>
                <a:gd name="connsiteY6" fmla="*/ 32303 h 116062"/>
                <a:gd name="connsiteX7" fmla="*/ 67751 w 67750"/>
                <a:gd name="connsiteY7" fmla="*/ 63177 h 116062"/>
                <a:gd name="connsiteX8" fmla="*/ 67751 w 67750"/>
                <a:gd name="connsiteY8" fmla="*/ 114347 h 116062"/>
                <a:gd name="connsiteX9" fmla="*/ 50027 w 67750"/>
                <a:gd name="connsiteY9" fmla="*/ 114347 h 116062"/>
                <a:gd name="connsiteX10" fmla="*/ 50027 w 67750"/>
                <a:gd name="connsiteY10" fmla="*/ 105771 h 116062"/>
                <a:gd name="connsiteX11" fmla="*/ 49741 w 67750"/>
                <a:gd name="connsiteY11" fmla="*/ 105771 h 116062"/>
                <a:gd name="connsiteX12" fmla="*/ 26300 w 67750"/>
                <a:gd name="connsiteY12" fmla="*/ 116062 h 116062"/>
                <a:gd name="connsiteX13" fmla="*/ 0 w 67750"/>
                <a:gd name="connsiteY13" fmla="*/ 90620 h 116062"/>
                <a:gd name="connsiteX14" fmla="*/ 34304 w 67750"/>
                <a:gd name="connsiteY14" fmla="*/ 64606 h 116062"/>
                <a:gd name="connsiteX15" fmla="*/ 19153 w 67750"/>
                <a:gd name="connsiteY15" fmla="*/ 21726 h 116062"/>
                <a:gd name="connsiteX16" fmla="*/ 8004 w 67750"/>
                <a:gd name="connsiteY16" fmla="*/ 10863 h 116062"/>
                <a:gd name="connsiteX17" fmla="*/ 19153 w 67750"/>
                <a:gd name="connsiteY17" fmla="*/ 0 h 116062"/>
                <a:gd name="connsiteX18" fmla="*/ 30302 w 67750"/>
                <a:gd name="connsiteY18" fmla="*/ 10863 h 116062"/>
                <a:gd name="connsiteX19" fmla="*/ 19153 w 67750"/>
                <a:gd name="connsiteY19" fmla="*/ 21726 h 116062"/>
                <a:gd name="connsiteX20" fmla="*/ 31160 w 67750"/>
                <a:gd name="connsiteY20" fmla="*/ 102055 h 116062"/>
                <a:gd name="connsiteX21" fmla="*/ 49455 w 67750"/>
                <a:gd name="connsiteY21" fmla="*/ 92335 h 116062"/>
                <a:gd name="connsiteX22" fmla="*/ 49455 w 67750"/>
                <a:gd name="connsiteY22" fmla="*/ 78614 h 116062"/>
                <a:gd name="connsiteX23" fmla="*/ 36305 w 67750"/>
                <a:gd name="connsiteY23" fmla="*/ 77184 h 116062"/>
                <a:gd name="connsiteX24" fmla="*/ 17724 w 67750"/>
                <a:gd name="connsiteY24" fmla="*/ 90334 h 116062"/>
                <a:gd name="connsiteX25" fmla="*/ 31160 w 67750"/>
                <a:gd name="connsiteY25" fmla="*/ 102055 h 116062"/>
                <a:gd name="connsiteX26" fmla="*/ 51742 w 67750"/>
                <a:gd name="connsiteY26" fmla="*/ 21726 h 116062"/>
                <a:gd name="connsiteX27" fmla="*/ 40593 w 67750"/>
                <a:gd name="connsiteY27" fmla="*/ 10863 h 116062"/>
                <a:gd name="connsiteX28" fmla="*/ 51742 w 67750"/>
                <a:gd name="connsiteY28" fmla="*/ 0 h 116062"/>
                <a:gd name="connsiteX29" fmla="*/ 62891 w 67750"/>
                <a:gd name="connsiteY29" fmla="*/ 10863 h 116062"/>
                <a:gd name="connsiteX30" fmla="*/ 51742 w 67750"/>
                <a:gd name="connsiteY30" fmla="*/ 21726 h 116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750" h="116062">
                  <a:moveTo>
                    <a:pt x="34304" y="64606"/>
                  </a:moveTo>
                  <a:cubicBezTo>
                    <a:pt x="39450" y="64606"/>
                    <a:pt x="44310" y="64892"/>
                    <a:pt x="49455" y="66321"/>
                  </a:cubicBezTo>
                  <a:lnTo>
                    <a:pt x="49455" y="63463"/>
                  </a:lnTo>
                  <a:cubicBezTo>
                    <a:pt x="49455" y="53171"/>
                    <a:pt x="43452" y="48026"/>
                    <a:pt x="31731" y="48026"/>
                  </a:cubicBezTo>
                  <a:cubicBezTo>
                    <a:pt x="25157" y="48026"/>
                    <a:pt x="18010" y="49455"/>
                    <a:pt x="11435" y="52600"/>
                  </a:cubicBezTo>
                  <a:lnTo>
                    <a:pt x="7433" y="36877"/>
                  </a:lnTo>
                  <a:cubicBezTo>
                    <a:pt x="14865" y="34018"/>
                    <a:pt x="24585" y="32303"/>
                    <a:pt x="33733" y="32303"/>
                  </a:cubicBezTo>
                  <a:cubicBezTo>
                    <a:pt x="56316" y="32303"/>
                    <a:pt x="67751" y="42880"/>
                    <a:pt x="67751" y="63177"/>
                  </a:cubicBezTo>
                  <a:lnTo>
                    <a:pt x="67751" y="114347"/>
                  </a:lnTo>
                  <a:lnTo>
                    <a:pt x="50027" y="114347"/>
                  </a:lnTo>
                  <a:lnTo>
                    <a:pt x="50027" y="105771"/>
                  </a:lnTo>
                  <a:lnTo>
                    <a:pt x="49741" y="105771"/>
                  </a:lnTo>
                  <a:cubicBezTo>
                    <a:pt x="42880" y="112918"/>
                    <a:pt x="35734" y="116062"/>
                    <a:pt x="26300" y="116062"/>
                  </a:cubicBezTo>
                  <a:cubicBezTo>
                    <a:pt x="10291" y="116062"/>
                    <a:pt x="0" y="106057"/>
                    <a:pt x="0" y="90620"/>
                  </a:cubicBezTo>
                  <a:cubicBezTo>
                    <a:pt x="0" y="73754"/>
                    <a:pt x="12006" y="64606"/>
                    <a:pt x="34304" y="64606"/>
                  </a:cubicBezTo>
                  <a:close/>
                  <a:moveTo>
                    <a:pt x="19153" y="21726"/>
                  </a:moveTo>
                  <a:cubicBezTo>
                    <a:pt x="13150" y="21726"/>
                    <a:pt x="8004" y="16580"/>
                    <a:pt x="8004" y="10863"/>
                  </a:cubicBezTo>
                  <a:cubicBezTo>
                    <a:pt x="8004" y="5146"/>
                    <a:pt x="13150" y="0"/>
                    <a:pt x="19153" y="0"/>
                  </a:cubicBezTo>
                  <a:cubicBezTo>
                    <a:pt x="25157" y="0"/>
                    <a:pt x="30302" y="5146"/>
                    <a:pt x="30302" y="10863"/>
                  </a:cubicBezTo>
                  <a:cubicBezTo>
                    <a:pt x="30302" y="16866"/>
                    <a:pt x="25157" y="21726"/>
                    <a:pt x="19153" y="21726"/>
                  </a:cubicBezTo>
                  <a:close/>
                  <a:moveTo>
                    <a:pt x="31160" y="102055"/>
                  </a:moveTo>
                  <a:cubicBezTo>
                    <a:pt x="38021" y="102055"/>
                    <a:pt x="44310" y="98625"/>
                    <a:pt x="49455" y="92335"/>
                  </a:cubicBezTo>
                  <a:lnTo>
                    <a:pt x="49455" y="78614"/>
                  </a:lnTo>
                  <a:cubicBezTo>
                    <a:pt x="45167" y="77470"/>
                    <a:pt x="40593" y="77184"/>
                    <a:pt x="36305" y="77184"/>
                  </a:cubicBezTo>
                  <a:cubicBezTo>
                    <a:pt x="24585" y="77184"/>
                    <a:pt x="17724" y="81758"/>
                    <a:pt x="17724" y="90334"/>
                  </a:cubicBezTo>
                  <a:cubicBezTo>
                    <a:pt x="17724" y="97481"/>
                    <a:pt x="22869" y="102055"/>
                    <a:pt x="31160" y="102055"/>
                  </a:cubicBezTo>
                  <a:close/>
                  <a:moveTo>
                    <a:pt x="51742" y="21726"/>
                  </a:moveTo>
                  <a:cubicBezTo>
                    <a:pt x="45739" y="21726"/>
                    <a:pt x="40593" y="16580"/>
                    <a:pt x="40593" y="10863"/>
                  </a:cubicBezTo>
                  <a:cubicBezTo>
                    <a:pt x="40593" y="5146"/>
                    <a:pt x="45739" y="0"/>
                    <a:pt x="51742" y="0"/>
                  </a:cubicBezTo>
                  <a:cubicBezTo>
                    <a:pt x="57745" y="0"/>
                    <a:pt x="62891" y="5146"/>
                    <a:pt x="62891" y="10863"/>
                  </a:cubicBezTo>
                  <a:cubicBezTo>
                    <a:pt x="62891" y="16866"/>
                    <a:pt x="57745" y="21726"/>
                    <a:pt x="51742" y="217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93C372F5-6FE4-4768-92C0-35A768942164}"/>
                </a:ext>
              </a:extLst>
            </p:cNvPr>
            <p:cNvSpPr/>
            <p:nvPr/>
          </p:nvSpPr>
          <p:spPr>
            <a:xfrm>
              <a:off x="3904697" y="-131989"/>
              <a:ext cx="49740" cy="107486"/>
            </a:xfrm>
            <a:custGeom>
              <a:avLst/>
              <a:gdLst>
                <a:gd name="connsiteX0" fmla="*/ 49741 w 49740"/>
                <a:gd name="connsiteY0" fmla="*/ 88619 h 107486"/>
                <a:gd name="connsiteX1" fmla="*/ 49741 w 49740"/>
                <a:gd name="connsiteY1" fmla="*/ 104628 h 107486"/>
                <a:gd name="connsiteX2" fmla="*/ 34018 w 49740"/>
                <a:gd name="connsiteY2" fmla="*/ 107486 h 107486"/>
                <a:gd name="connsiteX3" fmla="*/ 12292 w 49740"/>
                <a:gd name="connsiteY3" fmla="*/ 84903 h 107486"/>
                <a:gd name="connsiteX4" fmla="*/ 12292 w 49740"/>
                <a:gd name="connsiteY4" fmla="*/ 41165 h 107486"/>
                <a:gd name="connsiteX5" fmla="*/ 0 w 49740"/>
                <a:gd name="connsiteY5" fmla="*/ 41165 h 107486"/>
                <a:gd name="connsiteX6" fmla="*/ 0 w 49740"/>
                <a:gd name="connsiteY6" fmla="*/ 25728 h 107486"/>
                <a:gd name="connsiteX7" fmla="*/ 12006 w 49740"/>
                <a:gd name="connsiteY7" fmla="*/ 25728 h 107486"/>
                <a:gd name="connsiteX8" fmla="*/ 12006 w 49740"/>
                <a:gd name="connsiteY8" fmla="*/ 4002 h 107486"/>
                <a:gd name="connsiteX9" fmla="*/ 30588 w 49740"/>
                <a:gd name="connsiteY9" fmla="*/ 0 h 107486"/>
                <a:gd name="connsiteX10" fmla="*/ 30588 w 49740"/>
                <a:gd name="connsiteY10" fmla="*/ 26014 h 107486"/>
                <a:gd name="connsiteX11" fmla="*/ 49741 w 49740"/>
                <a:gd name="connsiteY11" fmla="*/ 26014 h 107486"/>
                <a:gd name="connsiteX12" fmla="*/ 49741 w 49740"/>
                <a:gd name="connsiteY12" fmla="*/ 41451 h 107486"/>
                <a:gd name="connsiteX13" fmla="*/ 30588 w 49740"/>
                <a:gd name="connsiteY13" fmla="*/ 41451 h 107486"/>
                <a:gd name="connsiteX14" fmla="*/ 30588 w 49740"/>
                <a:gd name="connsiteY14" fmla="*/ 80901 h 107486"/>
                <a:gd name="connsiteX15" fmla="*/ 39164 w 49740"/>
                <a:gd name="connsiteY15" fmla="*/ 91478 h 107486"/>
                <a:gd name="connsiteX16" fmla="*/ 49741 w 49740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0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6ECAFD3F-DC1A-49C8-BBAE-CCE1DED8C939}"/>
                </a:ext>
              </a:extLst>
            </p:cNvPr>
            <p:cNvSpPr/>
            <p:nvPr/>
          </p:nvSpPr>
          <p:spPr>
            <a:xfrm>
              <a:off x="1649198" y="35815"/>
              <a:ext cx="77756" cy="110630"/>
            </a:xfrm>
            <a:custGeom>
              <a:avLst/>
              <a:gdLst>
                <a:gd name="connsiteX0" fmla="*/ 77756 w 77756"/>
                <a:gd name="connsiteY0" fmla="*/ 33447 h 110630"/>
                <a:gd name="connsiteX1" fmla="*/ 38020 w 77756"/>
                <a:gd name="connsiteY1" fmla="*/ 68323 h 110630"/>
                <a:gd name="connsiteX2" fmla="*/ 19725 w 77756"/>
                <a:gd name="connsiteY2" fmla="*/ 68323 h 110630"/>
                <a:gd name="connsiteX3" fmla="*/ 19725 w 77756"/>
                <a:gd name="connsiteY3" fmla="*/ 110631 h 110630"/>
                <a:gd name="connsiteX4" fmla="*/ 0 w 77756"/>
                <a:gd name="connsiteY4" fmla="*/ 110631 h 110630"/>
                <a:gd name="connsiteX5" fmla="*/ 0 w 77756"/>
                <a:gd name="connsiteY5" fmla="*/ 0 h 110630"/>
                <a:gd name="connsiteX6" fmla="*/ 39164 w 77756"/>
                <a:gd name="connsiteY6" fmla="*/ 0 h 110630"/>
                <a:gd name="connsiteX7" fmla="*/ 77756 w 77756"/>
                <a:gd name="connsiteY7" fmla="*/ 33447 h 110630"/>
                <a:gd name="connsiteX8" fmla="*/ 58031 w 77756"/>
                <a:gd name="connsiteY8" fmla="*/ 34304 h 110630"/>
                <a:gd name="connsiteX9" fmla="*/ 38306 w 77756"/>
                <a:gd name="connsiteY9" fmla="*/ 17438 h 110630"/>
                <a:gd name="connsiteX10" fmla="*/ 19725 w 77756"/>
                <a:gd name="connsiteY10" fmla="*/ 17438 h 110630"/>
                <a:gd name="connsiteX11" fmla="*/ 19725 w 77756"/>
                <a:gd name="connsiteY11" fmla="*/ 51170 h 110630"/>
                <a:gd name="connsiteX12" fmla="*/ 37735 w 77756"/>
                <a:gd name="connsiteY12" fmla="*/ 51170 h 110630"/>
                <a:gd name="connsiteX13" fmla="*/ 58031 w 77756"/>
                <a:gd name="connsiteY13" fmla="*/ 34304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7756" h="110630">
                  <a:moveTo>
                    <a:pt x="77756" y="33447"/>
                  </a:moveTo>
                  <a:cubicBezTo>
                    <a:pt x="77756" y="57460"/>
                    <a:pt x="61176" y="68323"/>
                    <a:pt x="38020" y="68323"/>
                  </a:cubicBezTo>
                  <a:lnTo>
                    <a:pt x="19725" y="6832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39164" y="0"/>
                  </a:lnTo>
                  <a:cubicBezTo>
                    <a:pt x="61462" y="0"/>
                    <a:pt x="77756" y="9720"/>
                    <a:pt x="77756" y="33447"/>
                  </a:cubicBezTo>
                  <a:close/>
                  <a:moveTo>
                    <a:pt x="58031" y="34304"/>
                  </a:moveTo>
                  <a:cubicBezTo>
                    <a:pt x="58031" y="22869"/>
                    <a:pt x="50884" y="17438"/>
                    <a:pt x="38306" y="17438"/>
                  </a:cubicBezTo>
                  <a:lnTo>
                    <a:pt x="19725" y="17438"/>
                  </a:lnTo>
                  <a:lnTo>
                    <a:pt x="19725" y="51170"/>
                  </a:lnTo>
                  <a:lnTo>
                    <a:pt x="37735" y="51170"/>
                  </a:lnTo>
                  <a:cubicBezTo>
                    <a:pt x="50884" y="51170"/>
                    <a:pt x="58031" y="45453"/>
                    <a:pt x="58031" y="34304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48A36F42-3BFC-491C-BE5A-6519DC868322}"/>
                </a:ext>
              </a:extLst>
            </p:cNvPr>
            <p:cNvSpPr/>
            <p:nvPr/>
          </p:nvSpPr>
          <p:spPr>
            <a:xfrm>
              <a:off x="1744678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3693DCE3-71A5-4A47-9738-CD4D659B4EE3}"/>
                </a:ext>
              </a:extLst>
            </p:cNvPr>
            <p:cNvSpPr/>
            <p:nvPr/>
          </p:nvSpPr>
          <p:spPr>
            <a:xfrm>
              <a:off x="1834440" y="3095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21364D41-7C1D-4357-8DC8-A2DD8A499D59}"/>
                </a:ext>
              </a:extLst>
            </p:cNvPr>
            <p:cNvSpPr/>
            <p:nvPr/>
          </p:nvSpPr>
          <p:spPr>
            <a:xfrm>
              <a:off x="1880465" y="29525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87EBE9B0-9706-4D68-B820-45821EF38E6B}"/>
                </a:ext>
              </a:extLst>
            </p:cNvPr>
            <p:cNvSpPr/>
            <p:nvPr/>
          </p:nvSpPr>
          <p:spPr>
            <a:xfrm>
              <a:off x="1919343" y="64401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317 w 77184"/>
                <a:gd name="connsiteY5" fmla="*/ 42309 h 84045"/>
                <a:gd name="connsiteX6" fmla="*/ 38306 w 77184"/>
                <a:gd name="connsiteY6" fmla="*/ 17152 h 84045"/>
                <a:gd name="connsiteX7" fmla="*/ 18296 w 77184"/>
                <a:gd name="connsiteY7" fmla="*/ 42023 h 84045"/>
                <a:gd name="connsiteX8" fmla="*/ 38306 w 77184"/>
                <a:gd name="connsiteY8" fmla="*/ 67465 h 84045"/>
                <a:gd name="connsiteX9" fmla="*/ 58317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317" y="42309"/>
                  </a:moveTo>
                  <a:cubicBezTo>
                    <a:pt x="58317" y="26872"/>
                    <a:pt x="50599" y="17152"/>
                    <a:pt x="38306" y="17152"/>
                  </a:cubicBezTo>
                  <a:cubicBezTo>
                    <a:pt x="26014" y="17152"/>
                    <a:pt x="18296" y="26872"/>
                    <a:pt x="18296" y="42023"/>
                  </a:cubicBezTo>
                  <a:cubicBezTo>
                    <a:pt x="18296" y="57460"/>
                    <a:pt x="26014" y="67465"/>
                    <a:pt x="38306" y="67465"/>
                  </a:cubicBezTo>
                  <a:cubicBezTo>
                    <a:pt x="50885" y="67179"/>
                    <a:pt x="58317" y="57745"/>
                    <a:pt x="58317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A16E2C14-CB51-498C-8A0A-7E74DA2FC22D}"/>
                </a:ext>
              </a:extLst>
            </p:cNvPr>
            <p:cNvSpPr/>
            <p:nvPr/>
          </p:nvSpPr>
          <p:spPr>
            <a:xfrm>
              <a:off x="2008534" y="64401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3 h 84045"/>
                <a:gd name="connsiteX2" fmla="*/ 43166 w 61747"/>
                <a:gd name="connsiteY2" fmla="*/ 60318 h 84045"/>
                <a:gd name="connsiteX3" fmla="*/ 3145 w 61747"/>
                <a:gd name="connsiteY3" fmla="*/ 24871 h 84045"/>
                <a:gd name="connsiteX4" fmla="*/ 33447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7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580" y="65464"/>
                    <a:pt x="24299" y="68323"/>
                    <a:pt x="31445" y="68323"/>
                  </a:cubicBezTo>
                  <a:cubicBezTo>
                    <a:pt x="38306" y="68323"/>
                    <a:pt x="43166" y="65178"/>
                    <a:pt x="43166" y="60318"/>
                  </a:cubicBezTo>
                  <a:cubicBezTo>
                    <a:pt x="43166" y="46597"/>
                    <a:pt x="3145" y="51456"/>
                    <a:pt x="3145" y="24871"/>
                  </a:cubicBezTo>
                  <a:cubicBezTo>
                    <a:pt x="3145" y="10005"/>
                    <a:pt x="15437" y="0"/>
                    <a:pt x="33447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7" y="31731"/>
                    <a:pt x="61747" y="58603"/>
                  </a:cubicBezTo>
                  <a:cubicBezTo>
                    <a:pt x="61747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D5C32CF5-EEF3-4940-AC0D-840D455384A6}"/>
                </a:ext>
              </a:extLst>
            </p:cNvPr>
            <p:cNvSpPr/>
            <p:nvPr/>
          </p:nvSpPr>
          <p:spPr>
            <a:xfrm>
              <a:off x="2085433" y="64401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317 w 77184"/>
                <a:gd name="connsiteY5" fmla="*/ 42309 h 84045"/>
                <a:gd name="connsiteX6" fmla="*/ 38306 w 77184"/>
                <a:gd name="connsiteY6" fmla="*/ 17152 h 84045"/>
                <a:gd name="connsiteX7" fmla="*/ 18296 w 77184"/>
                <a:gd name="connsiteY7" fmla="*/ 42023 h 84045"/>
                <a:gd name="connsiteX8" fmla="*/ 38306 w 77184"/>
                <a:gd name="connsiteY8" fmla="*/ 67465 h 84045"/>
                <a:gd name="connsiteX9" fmla="*/ 58317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317" y="42309"/>
                  </a:moveTo>
                  <a:cubicBezTo>
                    <a:pt x="58317" y="26872"/>
                    <a:pt x="50599" y="17152"/>
                    <a:pt x="38306" y="17152"/>
                  </a:cubicBezTo>
                  <a:cubicBezTo>
                    <a:pt x="26014" y="17152"/>
                    <a:pt x="18296" y="26872"/>
                    <a:pt x="18296" y="42023"/>
                  </a:cubicBezTo>
                  <a:cubicBezTo>
                    <a:pt x="18296" y="57460"/>
                    <a:pt x="26014" y="67465"/>
                    <a:pt x="38306" y="67465"/>
                  </a:cubicBezTo>
                  <a:cubicBezTo>
                    <a:pt x="50885" y="67179"/>
                    <a:pt x="58317" y="57745"/>
                    <a:pt x="58317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EDEC4895-2A5F-4C38-BAFB-222DA913F600}"/>
                </a:ext>
              </a:extLst>
            </p:cNvPr>
            <p:cNvSpPr/>
            <p:nvPr/>
          </p:nvSpPr>
          <p:spPr>
            <a:xfrm>
              <a:off x="2182914" y="64683"/>
              <a:ext cx="74611" cy="114065"/>
            </a:xfrm>
            <a:custGeom>
              <a:avLst/>
              <a:gdLst>
                <a:gd name="connsiteX0" fmla="*/ 74612 w 74611"/>
                <a:gd name="connsiteY0" fmla="*/ 41455 h 114065"/>
                <a:gd name="connsiteX1" fmla="*/ 42023 w 74611"/>
                <a:gd name="connsiteY1" fmla="*/ 83763 h 114065"/>
                <a:gd name="connsiteX2" fmla="*/ 18867 w 74611"/>
                <a:gd name="connsiteY2" fmla="*/ 73186 h 114065"/>
                <a:gd name="connsiteX3" fmla="*/ 18581 w 74611"/>
                <a:gd name="connsiteY3" fmla="*/ 73186 h 114065"/>
                <a:gd name="connsiteX4" fmla="*/ 18581 w 74611"/>
                <a:gd name="connsiteY4" fmla="*/ 109491 h 114065"/>
                <a:gd name="connsiteX5" fmla="*/ 0 w 74611"/>
                <a:gd name="connsiteY5" fmla="*/ 114065 h 114065"/>
                <a:gd name="connsiteX6" fmla="*/ 0 w 74611"/>
                <a:gd name="connsiteY6" fmla="*/ 2005 h 114065"/>
                <a:gd name="connsiteX7" fmla="*/ 18296 w 74611"/>
                <a:gd name="connsiteY7" fmla="*/ 2005 h 114065"/>
                <a:gd name="connsiteX8" fmla="*/ 18296 w 74611"/>
                <a:gd name="connsiteY8" fmla="*/ 11724 h 114065"/>
                <a:gd name="connsiteX9" fmla="*/ 18581 w 74611"/>
                <a:gd name="connsiteY9" fmla="*/ 11724 h 114065"/>
                <a:gd name="connsiteX10" fmla="*/ 42880 w 74611"/>
                <a:gd name="connsiteY10" fmla="*/ 4 h 114065"/>
                <a:gd name="connsiteX11" fmla="*/ 74612 w 74611"/>
                <a:gd name="connsiteY11" fmla="*/ 41455 h 114065"/>
                <a:gd name="connsiteX12" fmla="*/ 56030 w 74611"/>
                <a:gd name="connsiteY12" fmla="*/ 42026 h 114065"/>
                <a:gd name="connsiteX13" fmla="*/ 37449 w 74611"/>
                <a:gd name="connsiteY13" fmla="*/ 16584 h 114065"/>
                <a:gd name="connsiteX14" fmla="*/ 18581 w 74611"/>
                <a:gd name="connsiteY14" fmla="*/ 26875 h 114065"/>
                <a:gd name="connsiteX15" fmla="*/ 18581 w 74611"/>
                <a:gd name="connsiteY15" fmla="*/ 56320 h 114065"/>
                <a:gd name="connsiteX16" fmla="*/ 37735 w 74611"/>
                <a:gd name="connsiteY16" fmla="*/ 67183 h 114065"/>
                <a:gd name="connsiteX17" fmla="*/ 56030 w 74611"/>
                <a:gd name="connsiteY17" fmla="*/ 42026 h 1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4065">
                  <a:moveTo>
                    <a:pt x="74612" y="41455"/>
                  </a:moveTo>
                  <a:cubicBezTo>
                    <a:pt x="74612" y="67469"/>
                    <a:pt x="61462" y="83763"/>
                    <a:pt x="42023" y="83763"/>
                  </a:cubicBezTo>
                  <a:cubicBezTo>
                    <a:pt x="32303" y="83763"/>
                    <a:pt x="24013" y="79475"/>
                    <a:pt x="18867" y="73186"/>
                  </a:cubicBezTo>
                  <a:lnTo>
                    <a:pt x="18581" y="73186"/>
                  </a:lnTo>
                  <a:lnTo>
                    <a:pt x="18581" y="109491"/>
                  </a:lnTo>
                  <a:lnTo>
                    <a:pt x="0" y="114065"/>
                  </a:lnTo>
                  <a:lnTo>
                    <a:pt x="0" y="2005"/>
                  </a:lnTo>
                  <a:lnTo>
                    <a:pt x="18296" y="2005"/>
                  </a:lnTo>
                  <a:lnTo>
                    <a:pt x="18296" y="11724"/>
                  </a:lnTo>
                  <a:lnTo>
                    <a:pt x="18581" y="11724"/>
                  </a:lnTo>
                  <a:cubicBezTo>
                    <a:pt x="24299" y="4578"/>
                    <a:pt x="32875" y="4"/>
                    <a:pt x="42880" y="4"/>
                  </a:cubicBezTo>
                  <a:cubicBezTo>
                    <a:pt x="61462" y="-282"/>
                    <a:pt x="74612" y="15441"/>
                    <a:pt x="74612" y="41455"/>
                  </a:cubicBezTo>
                  <a:close/>
                  <a:moveTo>
                    <a:pt x="56030" y="42026"/>
                  </a:moveTo>
                  <a:cubicBezTo>
                    <a:pt x="56030" y="25446"/>
                    <a:pt x="49455" y="16584"/>
                    <a:pt x="37449" y="16584"/>
                  </a:cubicBezTo>
                  <a:cubicBezTo>
                    <a:pt x="30302" y="16584"/>
                    <a:pt x="24585" y="19729"/>
                    <a:pt x="18581" y="26875"/>
                  </a:cubicBezTo>
                  <a:lnTo>
                    <a:pt x="18581" y="56320"/>
                  </a:lnTo>
                  <a:cubicBezTo>
                    <a:pt x="24013" y="63467"/>
                    <a:pt x="30016" y="67183"/>
                    <a:pt x="37735" y="67183"/>
                  </a:cubicBezTo>
                  <a:cubicBezTo>
                    <a:pt x="49741" y="67183"/>
                    <a:pt x="56030" y="57749"/>
                    <a:pt x="56030" y="420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79ED392A-C69A-4600-B7D4-6713794E005D}"/>
                </a:ext>
              </a:extLst>
            </p:cNvPr>
            <p:cNvSpPr/>
            <p:nvPr/>
          </p:nvSpPr>
          <p:spPr>
            <a:xfrm>
              <a:off x="2278394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096FE5BB-864C-4A4A-A3B1-E7628824E12E}"/>
                </a:ext>
              </a:extLst>
            </p:cNvPr>
            <p:cNvSpPr/>
            <p:nvPr/>
          </p:nvSpPr>
          <p:spPr>
            <a:xfrm>
              <a:off x="2368156" y="3095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2279A58E-7ED4-40A0-841E-1EE84B394CCE}"/>
                </a:ext>
              </a:extLst>
            </p:cNvPr>
            <p:cNvSpPr/>
            <p:nvPr/>
          </p:nvSpPr>
          <p:spPr>
            <a:xfrm>
              <a:off x="2406748" y="64401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3 h 84045"/>
                <a:gd name="connsiteX2" fmla="*/ 43166 w 61747"/>
                <a:gd name="connsiteY2" fmla="*/ 60318 h 84045"/>
                <a:gd name="connsiteX3" fmla="*/ 3145 w 61747"/>
                <a:gd name="connsiteY3" fmla="*/ 24871 h 84045"/>
                <a:gd name="connsiteX4" fmla="*/ 33447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8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866" y="65464"/>
                    <a:pt x="24299" y="68323"/>
                    <a:pt x="31445" y="68323"/>
                  </a:cubicBezTo>
                  <a:cubicBezTo>
                    <a:pt x="38306" y="68323"/>
                    <a:pt x="43166" y="65178"/>
                    <a:pt x="43166" y="60318"/>
                  </a:cubicBezTo>
                  <a:cubicBezTo>
                    <a:pt x="43166" y="46597"/>
                    <a:pt x="3145" y="51456"/>
                    <a:pt x="3145" y="24871"/>
                  </a:cubicBezTo>
                  <a:cubicBezTo>
                    <a:pt x="3145" y="10005"/>
                    <a:pt x="15437" y="0"/>
                    <a:pt x="33447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8" y="31731"/>
                    <a:pt x="61748" y="58603"/>
                  </a:cubicBezTo>
                  <a:cubicBezTo>
                    <a:pt x="61748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B566F93C-F565-4D5E-B0B4-8B6C2777D246}"/>
                </a:ext>
              </a:extLst>
            </p:cNvPr>
            <p:cNvSpPr/>
            <p:nvPr/>
          </p:nvSpPr>
          <p:spPr>
            <a:xfrm>
              <a:off x="2483647" y="64401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93E6C7E8-8E3A-4B02-8C67-5C1EB06EBA8C}"/>
                </a:ext>
              </a:extLst>
            </p:cNvPr>
            <p:cNvSpPr/>
            <p:nvPr/>
          </p:nvSpPr>
          <p:spPr>
            <a:xfrm>
              <a:off x="2567120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2B654EBB-788B-48AE-B7ED-396BCD8B220A}"/>
                </a:ext>
              </a:extLst>
            </p:cNvPr>
            <p:cNvSpPr/>
            <p:nvPr/>
          </p:nvSpPr>
          <p:spPr>
            <a:xfrm>
              <a:off x="2655168" y="64687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8DA75145-D387-4DC2-9454-DD755F2064DD}"/>
                </a:ext>
              </a:extLst>
            </p:cNvPr>
            <p:cNvSpPr/>
            <p:nvPr/>
          </p:nvSpPr>
          <p:spPr>
            <a:xfrm>
              <a:off x="2796386" y="36100"/>
              <a:ext cx="69465" cy="110630"/>
            </a:xfrm>
            <a:custGeom>
              <a:avLst/>
              <a:gdLst>
                <a:gd name="connsiteX0" fmla="*/ 69466 w 69465"/>
                <a:gd name="connsiteY0" fmla="*/ 18010 h 110630"/>
                <a:gd name="connsiteX1" fmla="*/ 19725 w 69465"/>
                <a:gd name="connsiteY1" fmla="*/ 18010 h 110630"/>
                <a:gd name="connsiteX2" fmla="*/ 19725 w 69465"/>
                <a:gd name="connsiteY2" fmla="*/ 45453 h 110630"/>
                <a:gd name="connsiteX3" fmla="*/ 56888 w 69465"/>
                <a:gd name="connsiteY3" fmla="*/ 45453 h 110630"/>
                <a:gd name="connsiteX4" fmla="*/ 56888 w 69465"/>
                <a:gd name="connsiteY4" fmla="*/ 63463 h 110630"/>
                <a:gd name="connsiteX5" fmla="*/ 19725 w 69465"/>
                <a:gd name="connsiteY5" fmla="*/ 63463 h 110630"/>
                <a:gd name="connsiteX6" fmla="*/ 19725 w 69465"/>
                <a:gd name="connsiteY6" fmla="*/ 110631 h 110630"/>
                <a:gd name="connsiteX7" fmla="*/ 0 w 69465"/>
                <a:gd name="connsiteY7" fmla="*/ 110631 h 110630"/>
                <a:gd name="connsiteX8" fmla="*/ 0 w 69465"/>
                <a:gd name="connsiteY8" fmla="*/ 0 h 110630"/>
                <a:gd name="connsiteX9" fmla="*/ 69466 w 69465"/>
                <a:gd name="connsiteY9" fmla="*/ 0 h 110630"/>
                <a:gd name="connsiteX10" fmla="*/ 69466 w 69465"/>
                <a:gd name="connsiteY10" fmla="*/ 18010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465" h="110630">
                  <a:moveTo>
                    <a:pt x="69466" y="18010"/>
                  </a:moveTo>
                  <a:lnTo>
                    <a:pt x="19725" y="18010"/>
                  </a:lnTo>
                  <a:lnTo>
                    <a:pt x="19725" y="45453"/>
                  </a:lnTo>
                  <a:lnTo>
                    <a:pt x="56888" y="45453"/>
                  </a:lnTo>
                  <a:lnTo>
                    <a:pt x="56888" y="63463"/>
                  </a:lnTo>
                  <a:lnTo>
                    <a:pt x="19725" y="6346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01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45567739-E6F9-48AF-B14C-A364C113AD6A}"/>
                </a:ext>
              </a:extLst>
            </p:cNvPr>
            <p:cNvSpPr/>
            <p:nvPr/>
          </p:nvSpPr>
          <p:spPr>
            <a:xfrm>
              <a:off x="2869569" y="64687"/>
              <a:ext cx="67750" cy="83759"/>
            </a:xfrm>
            <a:custGeom>
              <a:avLst/>
              <a:gdLst>
                <a:gd name="connsiteX0" fmla="*/ 34304 w 67750"/>
                <a:gd name="connsiteY0" fmla="*/ 32303 h 83759"/>
                <a:gd name="connsiteX1" fmla="*/ 49455 w 67750"/>
                <a:gd name="connsiteY1" fmla="*/ 34018 h 83759"/>
                <a:gd name="connsiteX2" fmla="*/ 49455 w 67750"/>
                <a:gd name="connsiteY2" fmla="*/ 31160 h 83759"/>
                <a:gd name="connsiteX3" fmla="*/ 31731 w 67750"/>
                <a:gd name="connsiteY3" fmla="*/ 15723 h 83759"/>
                <a:gd name="connsiteX4" fmla="*/ 11435 w 67750"/>
                <a:gd name="connsiteY4" fmla="*/ 20297 h 83759"/>
                <a:gd name="connsiteX5" fmla="*/ 7433 w 67750"/>
                <a:gd name="connsiteY5" fmla="*/ 4574 h 83759"/>
                <a:gd name="connsiteX6" fmla="*/ 33732 w 67750"/>
                <a:gd name="connsiteY6" fmla="*/ 0 h 83759"/>
                <a:gd name="connsiteX7" fmla="*/ 67751 w 67750"/>
                <a:gd name="connsiteY7" fmla="*/ 30874 h 83759"/>
                <a:gd name="connsiteX8" fmla="*/ 67751 w 67750"/>
                <a:gd name="connsiteY8" fmla="*/ 82044 h 83759"/>
                <a:gd name="connsiteX9" fmla="*/ 50027 w 67750"/>
                <a:gd name="connsiteY9" fmla="*/ 82044 h 83759"/>
                <a:gd name="connsiteX10" fmla="*/ 50027 w 67750"/>
                <a:gd name="connsiteY10" fmla="*/ 73468 h 83759"/>
                <a:gd name="connsiteX11" fmla="*/ 49741 w 67750"/>
                <a:gd name="connsiteY11" fmla="*/ 73468 h 83759"/>
                <a:gd name="connsiteX12" fmla="*/ 26300 w 67750"/>
                <a:gd name="connsiteY12" fmla="*/ 83759 h 83759"/>
                <a:gd name="connsiteX13" fmla="*/ 0 w 67750"/>
                <a:gd name="connsiteY13" fmla="*/ 58317 h 83759"/>
                <a:gd name="connsiteX14" fmla="*/ 34304 w 67750"/>
                <a:gd name="connsiteY14" fmla="*/ 32303 h 83759"/>
                <a:gd name="connsiteX15" fmla="*/ 31160 w 67750"/>
                <a:gd name="connsiteY15" fmla="*/ 69752 h 83759"/>
                <a:gd name="connsiteX16" fmla="*/ 49455 w 67750"/>
                <a:gd name="connsiteY16" fmla="*/ 60032 h 83759"/>
                <a:gd name="connsiteX17" fmla="*/ 49455 w 67750"/>
                <a:gd name="connsiteY17" fmla="*/ 46025 h 83759"/>
                <a:gd name="connsiteX18" fmla="*/ 36305 w 67750"/>
                <a:gd name="connsiteY18" fmla="*/ 44595 h 83759"/>
                <a:gd name="connsiteX19" fmla="*/ 17724 w 67750"/>
                <a:gd name="connsiteY19" fmla="*/ 57745 h 83759"/>
                <a:gd name="connsiteX20" fmla="*/ 31160 w 67750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0" h="83759">
                  <a:moveTo>
                    <a:pt x="34304" y="32303"/>
                  </a:moveTo>
                  <a:cubicBezTo>
                    <a:pt x="39450" y="32303"/>
                    <a:pt x="44310" y="32589"/>
                    <a:pt x="49455" y="34018"/>
                  </a:cubicBezTo>
                  <a:lnTo>
                    <a:pt x="49455" y="31160"/>
                  </a:lnTo>
                  <a:cubicBezTo>
                    <a:pt x="49455" y="20868"/>
                    <a:pt x="43452" y="15723"/>
                    <a:pt x="31731" y="15723"/>
                  </a:cubicBezTo>
                  <a:cubicBezTo>
                    <a:pt x="25156" y="15723"/>
                    <a:pt x="18010" y="17152"/>
                    <a:pt x="11435" y="20297"/>
                  </a:cubicBezTo>
                  <a:lnTo>
                    <a:pt x="7433" y="4574"/>
                  </a:lnTo>
                  <a:cubicBezTo>
                    <a:pt x="14865" y="1715"/>
                    <a:pt x="24585" y="0"/>
                    <a:pt x="33732" y="0"/>
                  </a:cubicBezTo>
                  <a:cubicBezTo>
                    <a:pt x="56316" y="0"/>
                    <a:pt x="67751" y="10577"/>
                    <a:pt x="67751" y="30874"/>
                  </a:cubicBezTo>
                  <a:lnTo>
                    <a:pt x="67751" y="82044"/>
                  </a:lnTo>
                  <a:lnTo>
                    <a:pt x="50027" y="82044"/>
                  </a:lnTo>
                  <a:lnTo>
                    <a:pt x="50027" y="73468"/>
                  </a:lnTo>
                  <a:lnTo>
                    <a:pt x="49741" y="73468"/>
                  </a:lnTo>
                  <a:cubicBezTo>
                    <a:pt x="42880" y="80615"/>
                    <a:pt x="35734" y="83759"/>
                    <a:pt x="26300" y="83759"/>
                  </a:cubicBezTo>
                  <a:cubicBezTo>
                    <a:pt x="10291" y="83759"/>
                    <a:pt x="0" y="73754"/>
                    <a:pt x="0" y="58317"/>
                  </a:cubicBezTo>
                  <a:cubicBezTo>
                    <a:pt x="0" y="41451"/>
                    <a:pt x="12006" y="32303"/>
                    <a:pt x="34304" y="32303"/>
                  </a:cubicBezTo>
                  <a:close/>
                  <a:moveTo>
                    <a:pt x="31160" y="69752"/>
                  </a:moveTo>
                  <a:cubicBezTo>
                    <a:pt x="38021" y="69752"/>
                    <a:pt x="44310" y="66321"/>
                    <a:pt x="49455" y="60032"/>
                  </a:cubicBezTo>
                  <a:lnTo>
                    <a:pt x="49455" y="46025"/>
                  </a:lnTo>
                  <a:cubicBezTo>
                    <a:pt x="45167" y="44881"/>
                    <a:pt x="40593" y="44595"/>
                    <a:pt x="36305" y="44595"/>
                  </a:cubicBezTo>
                  <a:cubicBezTo>
                    <a:pt x="24585" y="44595"/>
                    <a:pt x="17724" y="49169"/>
                    <a:pt x="17724" y="57745"/>
                  </a:cubicBezTo>
                  <a:cubicBezTo>
                    <a:pt x="17724" y="65178"/>
                    <a:pt x="22869" y="69752"/>
                    <a:pt x="31160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D88D85A3-1320-4E5A-956A-C7CC10288354}"/>
                </a:ext>
              </a:extLst>
            </p:cNvPr>
            <p:cNvSpPr/>
            <p:nvPr/>
          </p:nvSpPr>
          <p:spPr>
            <a:xfrm>
              <a:off x="2961046" y="29811"/>
              <a:ext cx="70323" cy="116920"/>
            </a:xfrm>
            <a:custGeom>
              <a:avLst/>
              <a:gdLst>
                <a:gd name="connsiteX0" fmla="*/ 0 w 70323"/>
                <a:gd name="connsiteY0" fmla="*/ 4574 h 116920"/>
                <a:gd name="connsiteX1" fmla="*/ 18581 w 70323"/>
                <a:gd name="connsiteY1" fmla="*/ 0 h 116920"/>
                <a:gd name="connsiteX2" fmla="*/ 18581 w 70323"/>
                <a:gd name="connsiteY2" fmla="*/ 70324 h 116920"/>
                <a:gd name="connsiteX3" fmla="*/ 18867 w 70323"/>
                <a:gd name="connsiteY3" fmla="*/ 70324 h 116920"/>
                <a:gd name="connsiteX4" fmla="*/ 45167 w 70323"/>
                <a:gd name="connsiteY4" fmla="*/ 36877 h 116920"/>
                <a:gd name="connsiteX5" fmla="*/ 67465 w 70323"/>
                <a:gd name="connsiteY5" fmla="*/ 36877 h 116920"/>
                <a:gd name="connsiteX6" fmla="*/ 41165 w 70323"/>
                <a:gd name="connsiteY6" fmla="*/ 68323 h 116920"/>
                <a:gd name="connsiteX7" fmla="*/ 70324 w 70323"/>
                <a:gd name="connsiteY7" fmla="*/ 116920 h 116920"/>
                <a:gd name="connsiteX8" fmla="*/ 48026 w 70323"/>
                <a:gd name="connsiteY8" fmla="*/ 116920 h 116920"/>
                <a:gd name="connsiteX9" fmla="*/ 28015 w 70323"/>
                <a:gd name="connsiteY9" fmla="*/ 82330 h 116920"/>
                <a:gd name="connsiteX10" fmla="*/ 18867 w 70323"/>
                <a:gd name="connsiteY10" fmla="*/ 92621 h 116920"/>
                <a:gd name="connsiteX11" fmla="*/ 18867 w 70323"/>
                <a:gd name="connsiteY11" fmla="*/ 116920 h 116920"/>
                <a:gd name="connsiteX12" fmla="*/ 286 w 70323"/>
                <a:gd name="connsiteY12" fmla="*/ 116920 h 116920"/>
                <a:gd name="connsiteX13" fmla="*/ 286 w 70323"/>
                <a:gd name="connsiteY13" fmla="*/ 457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0323" h="116920">
                  <a:moveTo>
                    <a:pt x="0" y="4574"/>
                  </a:moveTo>
                  <a:lnTo>
                    <a:pt x="18581" y="0"/>
                  </a:lnTo>
                  <a:lnTo>
                    <a:pt x="18581" y="70324"/>
                  </a:lnTo>
                  <a:lnTo>
                    <a:pt x="18867" y="70324"/>
                  </a:lnTo>
                  <a:lnTo>
                    <a:pt x="45167" y="36877"/>
                  </a:lnTo>
                  <a:lnTo>
                    <a:pt x="67465" y="36877"/>
                  </a:lnTo>
                  <a:lnTo>
                    <a:pt x="41165" y="68323"/>
                  </a:lnTo>
                  <a:lnTo>
                    <a:pt x="70324" y="116920"/>
                  </a:lnTo>
                  <a:lnTo>
                    <a:pt x="48026" y="116920"/>
                  </a:lnTo>
                  <a:lnTo>
                    <a:pt x="28015" y="82330"/>
                  </a:lnTo>
                  <a:lnTo>
                    <a:pt x="18867" y="92621"/>
                  </a:lnTo>
                  <a:lnTo>
                    <a:pt x="18867" y="116920"/>
                  </a:lnTo>
                  <a:lnTo>
                    <a:pt x="286" y="116920"/>
                  </a:lnTo>
                  <a:lnTo>
                    <a:pt x="286" y="457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D03D3903-8646-42DA-9C9F-28869ED06F7D}"/>
                </a:ext>
              </a:extLst>
            </p:cNvPr>
            <p:cNvSpPr/>
            <p:nvPr/>
          </p:nvSpPr>
          <p:spPr>
            <a:xfrm>
              <a:off x="3045092" y="66688"/>
              <a:ext cx="68894" cy="82044"/>
            </a:xfrm>
            <a:custGeom>
              <a:avLst/>
              <a:gdLst>
                <a:gd name="connsiteX0" fmla="*/ 18867 w 68894"/>
                <a:gd name="connsiteY0" fmla="*/ 48026 h 82044"/>
                <a:gd name="connsiteX1" fmla="*/ 34876 w 68894"/>
                <a:gd name="connsiteY1" fmla="*/ 64892 h 82044"/>
                <a:gd name="connsiteX2" fmla="*/ 50313 w 68894"/>
                <a:gd name="connsiteY2" fmla="*/ 48026 h 82044"/>
                <a:gd name="connsiteX3" fmla="*/ 50313 w 68894"/>
                <a:gd name="connsiteY3" fmla="*/ 0 h 82044"/>
                <a:gd name="connsiteX4" fmla="*/ 68894 w 68894"/>
                <a:gd name="connsiteY4" fmla="*/ 0 h 82044"/>
                <a:gd name="connsiteX5" fmla="*/ 68894 w 68894"/>
                <a:gd name="connsiteY5" fmla="*/ 48598 h 82044"/>
                <a:gd name="connsiteX6" fmla="*/ 35162 w 68894"/>
                <a:gd name="connsiteY6" fmla="*/ 82044 h 82044"/>
                <a:gd name="connsiteX7" fmla="*/ 0 w 68894"/>
                <a:gd name="connsiteY7" fmla="*/ 48883 h 82044"/>
                <a:gd name="connsiteX8" fmla="*/ 0 w 68894"/>
                <a:gd name="connsiteY8" fmla="*/ 286 h 82044"/>
                <a:gd name="connsiteX9" fmla="*/ 18581 w 68894"/>
                <a:gd name="connsiteY9" fmla="*/ 286 h 82044"/>
                <a:gd name="connsiteX10" fmla="*/ 18581 w 68894"/>
                <a:gd name="connsiteY10" fmla="*/ 48026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894" h="82044">
                  <a:moveTo>
                    <a:pt x="18867" y="48026"/>
                  </a:moveTo>
                  <a:cubicBezTo>
                    <a:pt x="18867" y="58889"/>
                    <a:pt x="24299" y="64892"/>
                    <a:pt x="34876" y="64892"/>
                  </a:cubicBezTo>
                  <a:cubicBezTo>
                    <a:pt x="45167" y="64892"/>
                    <a:pt x="50313" y="59175"/>
                    <a:pt x="50313" y="48026"/>
                  </a:cubicBezTo>
                  <a:lnTo>
                    <a:pt x="50313" y="0"/>
                  </a:lnTo>
                  <a:lnTo>
                    <a:pt x="68894" y="0"/>
                  </a:lnTo>
                  <a:lnTo>
                    <a:pt x="68894" y="48598"/>
                  </a:lnTo>
                  <a:cubicBezTo>
                    <a:pt x="68894" y="69752"/>
                    <a:pt x="57174" y="82044"/>
                    <a:pt x="35162" y="82044"/>
                  </a:cubicBezTo>
                  <a:cubicBezTo>
                    <a:pt x="13436" y="82044"/>
                    <a:pt x="0" y="69752"/>
                    <a:pt x="0" y="48883"/>
                  </a:cubicBezTo>
                  <a:lnTo>
                    <a:pt x="0" y="286"/>
                  </a:lnTo>
                  <a:lnTo>
                    <a:pt x="18581" y="286"/>
                  </a:lnTo>
                  <a:lnTo>
                    <a:pt x="18581" y="4802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6A41A2EA-CF5E-4FD2-AAFC-6B26378E9AED}"/>
                </a:ext>
              </a:extLst>
            </p:cNvPr>
            <p:cNvSpPr/>
            <p:nvPr/>
          </p:nvSpPr>
          <p:spPr>
            <a:xfrm>
              <a:off x="3138285" y="29525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B9F5D600-DE00-4D21-8B19-5303749B3740}"/>
                </a:ext>
              </a:extLst>
            </p:cNvPr>
            <p:cNvSpPr/>
            <p:nvPr/>
          </p:nvSpPr>
          <p:spPr>
            <a:xfrm>
              <a:off x="3173160" y="40960"/>
              <a:ext cx="49741" cy="107486"/>
            </a:xfrm>
            <a:custGeom>
              <a:avLst/>
              <a:gdLst>
                <a:gd name="connsiteX0" fmla="*/ 49741 w 49741"/>
                <a:gd name="connsiteY0" fmla="*/ 88619 h 107486"/>
                <a:gd name="connsiteX1" fmla="*/ 49741 w 49741"/>
                <a:gd name="connsiteY1" fmla="*/ 104628 h 107486"/>
                <a:gd name="connsiteX2" fmla="*/ 34018 w 49741"/>
                <a:gd name="connsiteY2" fmla="*/ 107486 h 107486"/>
                <a:gd name="connsiteX3" fmla="*/ 12292 w 49741"/>
                <a:gd name="connsiteY3" fmla="*/ 84903 h 107486"/>
                <a:gd name="connsiteX4" fmla="*/ 12292 w 49741"/>
                <a:gd name="connsiteY4" fmla="*/ 41165 h 107486"/>
                <a:gd name="connsiteX5" fmla="*/ 0 w 49741"/>
                <a:gd name="connsiteY5" fmla="*/ 41165 h 107486"/>
                <a:gd name="connsiteX6" fmla="*/ 0 w 49741"/>
                <a:gd name="connsiteY6" fmla="*/ 25728 h 107486"/>
                <a:gd name="connsiteX7" fmla="*/ 12006 w 49741"/>
                <a:gd name="connsiteY7" fmla="*/ 25728 h 107486"/>
                <a:gd name="connsiteX8" fmla="*/ 12006 w 49741"/>
                <a:gd name="connsiteY8" fmla="*/ 4002 h 107486"/>
                <a:gd name="connsiteX9" fmla="*/ 30588 w 49741"/>
                <a:gd name="connsiteY9" fmla="*/ 0 h 107486"/>
                <a:gd name="connsiteX10" fmla="*/ 30588 w 49741"/>
                <a:gd name="connsiteY10" fmla="*/ 26014 h 107486"/>
                <a:gd name="connsiteX11" fmla="*/ 49741 w 49741"/>
                <a:gd name="connsiteY11" fmla="*/ 26014 h 107486"/>
                <a:gd name="connsiteX12" fmla="*/ 49741 w 49741"/>
                <a:gd name="connsiteY12" fmla="*/ 41451 h 107486"/>
                <a:gd name="connsiteX13" fmla="*/ 30588 w 49741"/>
                <a:gd name="connsiteY13" fmla="*/ 41451 h 107486"/>
                <a:gd name="connsiteX14" fmla="*/ 30588 w 49741"/>
                <a:gd name="connsiteY14" fmla="*/ 80901 h 107486"/>
                <a:gd name="connsiteX15" fmla="*/ 39164 w 49741"/>
                <a:gd name="connsiteY15" fmla="*/ 91478 h 107486"/>
                <a:gd name="connsiteX16" fmla="*/ 49741 w 49741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1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19F06A48-DF8D-4CE0-A7D2-FE0E314ABB76}"/>
                </a:ext>
              </a:extLst>
            </p:cNvPr>
            <p:cNvSpPr/>
            <p:nvPr/>
          </p:nvSpPr>
          <p:spPr>
            <a:xfrm>
              <a:off x="3237481" y="32384"/>
              <a:ext cx="67750" cy="116062"/>
            </a:xfrm>
            <a:custGeom>
              <a:avLst/>
              <a:gdLst>
                <a:gd name="connsiteX0" fmla="*/ 34304 w 67750"/>
                <a:gd name="connsiteY0" fmla="*/ 64606 h 116062"/>
                <a:gd name="connsiteX1" fmla="*/ 49455 w 67750"/>
                <a:gd name="connsiteY1" fmla="*/ 66321 h 116062"/>
                <a:gd name="connsiteX2" fmla="*/ 49455 w 67750"/>
                <a:gd name="connsiteY2" fmla="*/ 63463 h 116062"/>
                <a:gd name="connsiteX3" fmla="*/ 31731 w 67750"/>
                <a:gd name="connsiteY3" fmla="*/ 48026 h 116062"/>
                <a:gd name="connsiteX4" fmla="*/ 11435 w 67750"/>
                <a:gd name="connsiteY4" fmla="*/ 52600 h 116062"/>
                <a:gd name="connsiteX5" fmla="*/ 7432 w 67750"/>
                <a:gd name="connsiteY5" fmla="*/ 36877 h 116062"/>
                <a:gd name="connsiteX6" fmla="*/ 33732 w 67750"/>
                <a:gd name="connsiteY6" fmla="*/ 32303 h 116062"/>
                <a:gd name="connsiteX7" fmla="*/ 67751 w 67750"/>
                <a:gd name="connsiteY7" fmla="*/ 63177 h 116062"/>
                <a:gd name="connsiteX8" fmla="*/ 67751 w 67750"/>
                <a:gd name="connsiteY8" fmla="*/ 114347 h 116062"/>
                <a:gd name="connsiteX9" fmla="*/ 50027 w 67750"/>
                <a:gd name="connsiteY9" fmla="*/ 114347 h 116062"/>
                <a:gd name="connsiteX10" fmla="*/ 50027 w 67750"/>
                <a:gd name="connsiteY10" fmla="*/ 105771 h 116062"/>
                <a:gd name="connsiteX11" fmla="*/ 49741 w 67750"/>
                <a:gd name="connsiteY11" fmla="*/ 105771 h 116062"/>
                <a:gd name="connsiteX12" fmla="*/ 26300 w 67750"/>
                <a:gd name="connsiteY12" fmla="*/ 116063 h 116062"/>
                <a:gd name="connsiteX13" fmla="*/ 0 w 67750"/>
                <a:gd name="connsiteY13" fmla="*/ 90620 h 116062"/>
                <a:gd name="connsiteX14" fmla="*/ 34304 w 67750"/>
                <a:gd name="connsiteY14" fmla="*/ 64606 h 116062"/>
                <a:gd name="connsiteX15" fmla="*/ 19153 w 67750"/>
                <a:gd name="connsiteY15" fmla="*/ 21726 h 116062"/>
                <a:gd name="connsiteX16" fmla="*/ 8004 w 67750"/>
                <a:gd name="connsiteY16" fmla="*/ 10863 h 116062"/>
                <a:gd name="connsiteX17" fmla="*/ 19153 w 67750"/>
                <a:gd name="connsiteY17" fmla="*/ 0 h 116062"/>
                <a:gd name="connsiteX18" fmla="*/ 30302 w 67750"/>
                <a:gd name="connsiteY18" fmla="*/ 10863 h 116062"/>
                <a:gd name="connsiteX19" fmla="*/ 19153 w 67750"/>
                <a:gd name="connsiteY19" fmla="*/ 21726 h 116062"/>
                <a:gd name="connsiteX20" fmla="*/ 31160 w 67750"/>
                <a:gd name="connsiteY20" fmla="*/ 102055 h 116062"/>
                <a:gd name="connsiteX21" fmla="*/ 49455 w 67750"/>
                <a:gd name="connsiteY21" fmla="*/ 92335 h 116062"/>
                <a:gd name="connsiteX22" fmla="*/ 49455 w 67750"/>
                <a:gd name="connsiteY22" fmla="*/ 78328 h 116062"/>
                <a:gd name="connsiteX23" fmla="*/ 36305 w 67750"/>
                <a:gd name="connsiteY23" fmla="*/ 76899 h 116062"/>
                <a:gd name="connsiteX24" fmla="*/ 17724 w 67750"/>
                <a:gd name="connsiteY24" fmla="*/ 90048 h 116062"/>
                <a:gd name="connsiteX25" fmla="*/ 31160 w 67750"/>
                <a:gd name="connsiteY25" fmla="*/ 102055 h 116062"/>
                <a:gd name="connsiteX26" fmla="*/ 52028 w 67750"/>
                <a:gd name="connsiteY26" fmla="*/ 21726 h 116062"/>
                <a:gd name="connsiteX27" fmla="*/ 40879 w 67750"/>
                <a:gd name="connsiteY27" fmla="*/ 10863 h 116062"/>
                <a:gd name="connsiteX28" fmla="*/ 52028 w 67750"/>
                <a:gd name="connsiteY28" fmla="*/ 0 h 116062"/>
                <a:gd name="connsiteX29" fmla="*/ 63177 w 67750"/>
                <a:gd name="connsiteY29" fmla="*/ 10863 h 116062"/>
                <a:gd name="connsiteX30" fmla="*/ 52028 w 67750"/>
                <a:gd name="connsiteY30" fmla="*/ 21726 h 116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750" h="116062">
                  <a:moveTo>
                    <a:pt x="34304" y="64606"/>
                  </a:moveTo>
                  <a:cubicBezTo>
                    <a:pt x="39450" y="64606"/>
                    <a:pt x="44310" y="64892"/>
                    <a:pt x="49455" y="66321"/>
                  </a:cubicBezTo>
                  <a:lnTo>
                    <a:pt x="49455" y="63463"/>
                  </a:lnTo>
                  <a:cubicBezTo>
                    <a:pt x="49455" y="53171"/>
                    <a:pt x="43452" y="48026"/>
                    <a:pt x="31731" y="48026"/>
                  </a:cubicBezTo>
                  <a:cubicBezTo>
                    <a:pt x="25156" y="48026"/>
                    <a:pt x="18010" y="49455"/>
                    <a:pt x="11435" y="52600"/>
                  </a:cubicBezTo>
                  <a:lnTo>
                    <a:pt x="7432" y="36877"/>
                  </a:lnTo>
                  <a:cubicBezTo>
                    <a:pt x="14865" y="34018"/>
                    <a:pt x="24585" y="32303"/>
                    <a:pt x="33732" y="32303"/>
                  </a:cubicBezTo>
                  <a:cubicBezTo>
                    <a:pt x="56316" y="32303"/>
                    <a:pt x="67751" y="42880"/>
                    <a:pt x="67751" y="63177"/>
                  </a:cubicBezTo>
                  <a:lnTo>
                    <a:pt x="67751" y="114347"/>
                  </a:lnTo>
                  <a:lnTo>
                    <a:pt x="50027" y="114347"/>
                  </a:lnTo>
                  <a:lnTo>
                    <a:pt x="50027" y="105771"/>
                  </a:lnTo>
                  <a:lnTo>
                    <a:pt x="49741" y="105771"/>
                  </a:lnTo>
                  <a:cubicBezTo>
                    <a:pt x="42880" y="112918"/>
                    <a:pt x="35734" y="116063"/>
                    <a:pt x="26300" y="116063"/>
                  </a:cubicBezTo>
                  <a:cubicBezTo>
                    <a:pt x="10291" y="116063"/>
                    <a:pt x="0" y="106057"/>
                    <a:pt x="0" y="90620"/>
                  </a:cubicBezTo>
                  <a:cubicBezTo>
                    <a:pt x="0" y="73754"/>
                    <a:pt x="12006" y="64606"/>
                    <a:pt x="34304" y="64606"/>
                  </a:cubicBezTo>
                  <a:close/>
                  <a:moveTo>
                    <a:pt x="19153" y="21726"/>
                  </a:moveTo>
                  <a:cubicBezTo>
                    <a:pt x="13150" y="21726"/>
                    <a:pt x="8004" y="16580"/>
                    <a:pt x="8004" y="10863"/>
                  </a:cubicBezTo>
                  <a:cubicBezTo>
                    <a:pt x="8004" y="5146"/>
                    <a:pt x="13150" y="0"/>
                    <a:pt x="19153" y="0"/>
                  </a:cubicBezTo>
                  <a:cubicBezTo>
                    <a:pt x="25156" y="0"/>
                    <a:pt x="30302" y="5146"/>
                    <a:pt x="30302" y="10863"/>
                  </a:cubicBezTo>
                  <a:cubicBezTo>
                    <a:pt x="30302" y="16866"/>
                    <a:pt x="25156" y="21726"/>
                    <a:pt x="19153" y="21726"/>
                  </a:cubicBezTo>
                  <a:close/>
                  <a:moveTo>
                    <a:pt x="31160" y="102055"/>
                  </a:moveTo>
                  <a:cubicBezTo>
                    <a:pt x="38020" y="102055"/>
                    <a:pt x="44310" y="98625"/>
                    <a:pt x="49455" y="92335"/>
                  </a:cubicBezTo>
                  <a:lnTo>
                    <a:pt x="49455" y="78328"/>
                  </a:lnTo>
                  <a:cubicBezTo>
                    <a:pt x="45167" y="77184"/>
                    <a:pt x="40593" y="76899"/>
                    <a:pt x="36305" y="76899"/>
                  </a:cubicBezTo>
                  <a:cubicBezTo>
                    <a:pt x="24585" y="76899"/>
                    <a:pt x="17724" y="81472"/>
                    <a:pt x="17724" y="90048"/>
                  </a:cubicBezTo>
                  <a:cubicBezTo>
                    <a:pt x="18010" y="97481"/>
                    <a:pt x="23155" y="102055"/>
                    <a:pt x="31160" y="102055"/>
                  </a:cubicBezTo>
                  <a:close/>
                  <a:moveTo>
                    <a:pt x="52028" y="21726"/>
                  </a:moveTo>
                  <a:cubicBezTo>
                    <a:pt x="46025" y="21726"/>
                    <a:pt x="40879" y="16580"/>
                    <a:pt x="40879" y="10863"/>
                  </a:cubicBezTo>
                  <a:cubicBezTo>
                    <a:pt x="40879" y="5146"/>
                    <a:pt x="46025" y="0"/>
                    <a:pt x="52028" y="0"/>
                  </a:cubicBezTo>
                  <a:cubicBezTo>
                    <a:pt x="58031" y="0"/>
                    <a:pt x="63177" y="5146"/>
                    <a:pt x="63177" y="10863"/>
                  </a:cubicBezTo>
                  <a:cubicBezTo>
                    <a:pt x="63177" y="16866"/>
                    <a:pt x="57745" y="21726"/>
                    <a:pt x="52028" y="217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E76C37E2-19C3-4FEB-AD05-35C355ACC271}"/>
                </a:ext>
              </a:extLst>
            </p:cNvPr>
            <p:cNvSpPr/>
            <p:nvPr/>
          </p:nvSpPr>
          <p:spPr>
            <a:xfrm>
              <a:off x="3320097" y="40960"/>
              <a:ext cx="49740" cy="107486"/>
            </a:xfrm>
            <a:custGeom>
              <a:avLst/>
              <a:gdLst>
                <a:gd name="connsiteX0" fmla="*/ 49741 w 49740"/>
                <a:gd name="connsiteY0" fmla="*/ 88619 h 107486"/>
                <a:gd name="connsiteX1" fmla="*/ 49741 w 49740"/>
                <a:gd name="connsiteY1" fmla="*/ 104628 h 107486"/>
                <a:gd name="connsiteX2" fmla="*/ 34018 w 49740"/>
                <a:gd name="connsiteY2" fmla="*/ 107486 h 107486"/>
                <a:gd name="connsiteX3" fmla="*/ 12292 w 49740"/>
                <a:gd name="connsiteY3" fmla="*/ 84903 h 107486"/>
                <a:gd name="connsiteX4" fmla="*/ 12292 w 49740"/>
                <a:gd name="connsiteY4" fmla="*/ 41165 h 107486"/>
                <a:gd name="connsiteX5" fmla="*/ 0 w 49740"/>
                <a:gd name="connsiteY5" fmla="*/ 41165 h 107486"/>
                <a:gd name="connsiteX6" fmla="*/ 0 w 49740"/>
                <a:gd name="connsiteY6" fmla="*/ 25728 h 107486"/>
                <a:gd name="connsiteX7" fmla="*/ 12006 w 49740"/>
                <a:gd name="connsiteY7" fmla="*/ 25728 h 107486"/>
                <a:gd name="connsiteX8" fmla="*/ 12006 w 49740"/>
                <a:gd name="connsiteY8" fmla="*/ 4002 h 107486"/>
                <a:gd name="connsiteX9" fmla="*/ 30588 w 49740"/>
                <a:gd name="connsiteY9" fmla="*/ 0 h 107486"/>
                <a:gd name="connsiteX10" fmla="*/ 30588 w 49740"/>
                <a:gd name="connsiteY10" fmla="*/ 26014 h 107486"/>
                <a:gd name="connsiteX11" fmla="*/ 49741 w 49740"/>
                <a:gd name="connsiteY11" fmla="*/ 26014 h 107486"/>
                <a:gd name="connsiteX12" fmla="*/ 49741 w 49740"/>
                <a:gd name="connsiteY12" fmla="*/ 41451 h 107486"/>
                <a:gd name="connsiteX13" fmla="*/ 30588 w 49740"/>
                <a:gd name="connsiteY13" fmla="*/ 41451 h 107486"/>
                <a:gd name="connsiteX14" fmla="*/ 30588 w 49740"/>
                <a:gd name="connsiteY14" fmla="*/ 80901 h 107486"/>
                <a:gd name="connsiteX15" fmla="*/ 39164 w 49740"/>
                <a:gd name="connsiteY15" fmla="*/ 91478 h 107486"/>
                <a:gd name="connsiteX16" fmla="*/ 49741 w 49740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0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1B071317-7674-418D-B895-174740E887AC}"/>
                </a:ext>
              </a:extLst>
            </p:cNvPr>
            <p:cNvSpPr/>
            <p:nvPr/>
          </p:nvSpPr>
          <p:spPr>
            <a:xfrm>
              <a:off x="3433872" y="66688"/>
              <a:ext cx="68894" cy="82044"/>
            </a:xfrm>
            <a:custGeom>
              <a:avLst/>
              <a:gdLst>
                <a:gd name="connsiteX0" fmla="*/ 18867 w 68894"/>
                <a:gd name="connsiteY0" fmla="*/ 48026 h 82044"/>
                <a:gd name="connsiteX1" fmla="*/ 34876 w 68894"/>
                <a:gd name="connsiteY1" fmla="*/ 64892 h 82044"/>
                <a:gd name="connsiteX2" fmla="*/ 50313 w 68894"/>
                <a:gd name="connsiteY2" fmla="*/ 48026 h 82044"/>
                <a:gd name="connsiteX3" fmla="*/ 50313 w 68894"/>
                <a:gd name="connsiteY3" fmla="*/ 0 h 82044"/>
                <a:gd name="connsiteX4" fmla="*/ 68894 w 68894"/>
                <a:gd name="connsiteY4" fmla="*/ 0 h 82044"/>
                <a:gd name="connsiteX5" fmla="*/ 68894 w 68894"/>
                <a:gd name="connsiteY5" fmla="*/ 48598 h 82044"/>
                <a:gd name="connsiteX6" fmla="*/ 35162 w 68894"/>
                <a:gd name="connsiteY6" fmla="*/ 82044 h 82044"/>
                <a:gd name="connsiteX7" fmla="*/ 0 w 68894"/>
                <a:gd name="connsiteY7" fmla="*/ 48883 h 82044"/>
                <a:gd name="connsiteX8" fmla="*/ 0 w 68894"/>
                <a:gd name="connsiteY8" fmla="*/ 286 h 82044"/>
                <a:gd name="connsiteX9" fmla="*/ 18581 w 68894"/>
                <a:gd name="connsiteY9" fmla="*/ 286 h 82044"/>
                <a:gd name="connsiteX10" fmla="*/ 18581 w 68894"/>
                <a:gd name="connsiteY10" fmla="*/ 48026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894" h="82044">
                  <a:moveTo>
                    <a:pt x="18867" y="48026"/>
                  </a:moveTo>
                  <a:cubicBezTo>
                    <a:pt x="18867" y="58889"/>
                    <a:pt x="24299" y="64892"/>
                    <a:pt x="34876" y="64892"/>
                  </a:cubicBezTo>
                  <a:cubicBezTo>
                    <a:pt x="45167" y="64892"/>
                    <a:pt x="50313" y="59175"/>
                    <a:pt x="50313" y="48026"/>
                  </a:cubicBezTo>
                  <a:lnTo>
                    <a:pt x="50313" y="0"/>
                  </a:lnTo>
                  <a:lnTo>
                    <a:pt x="68894" y="0"/>
                  </a:lnTo>
                  <a:lnTo>
                    <a:pt x="68894" y="48598"/>
                  </a:lnTo>
                  <a:cubicBezTo>
                    <a:pt x="68894" y="69752"/>
                    <a:pt x="57174" y="82044"/>
                    <a:pt x="35162" y="82044"/>
                  </a:cubicBezTo>
                  <a:cubicBezTo>
                    <a:pt x="13436" y="82044"/>
                    <a:pt x="0" y="69752"/>
                    <a:pt x="0" y="48883"/>
                  </a:cubicBezTo>
                  <a:lnTo>
                    <a:pt x="0" y="286"/>
                  </a:lnTo>
                  <a:lnTo>
                    <a:pt x="18581" y="286"/>
                  </a:lnTo>
                  <a:lnTo>
                    <a:pt x="18581" y="4802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4205895C-C798-479F-B85E-6DD6EA25ECEC}"/>
                </a:ext>
              </a:extLst>
            </p:cNvPr>
            <p:cNvSpPr/>
            <p:nvPr/>
          </p:nvSpPr>
          <p:spPr>
            <a:xfrm>
              <a:off x="3526779" y="64687"/>
              <a:ext cx="68608" cy="82044"/>
            </a:xfrm>
            <a:custGeom>
              <a:avLst/>
              <a:gdLst>
                <a:gd name="connsiteX0" fmla="*/ 68608 w 68608"/>
                <a:gd name="connsiteY0" fmla="*/ 81758 h 82044"/>
                <a:gd name="connsiteX1" fmla="*/ 50027 w 68608"/>
                <a:gd name="connsiteY1" fmla="*/ 81758 h 82044"/>
                <a:gd name="connsiteX2" fmla="*/ 50027 w 68608"/>
                <a:gd name="connsiteY2" fmla="*/ 36019 h 82044"/>
                <a:gd name="connsiteX3" fmla="*/ 35162 w 68608"/>
                <a:gd name="connsiteY3" fmla="*/ 16580 h 82044"/>
                <a:gd name="connsiteX4" fmla="*/ 18581 w 68608"/>
                <a:gd name="connsiteY4" fmla="*/ 36019 h 82044"/>
                <a:gd name="connsiteX5" fmla="*/ 18581 w 68608"/>
                <a:gd name="connsiteY5" fmla="*/ 82044 h 82044"/>
                <a:gd name="connsiteX6" fmla="*/ 0 w 68608"/>
                <a:gd name="connsiteY6" fmla="*/ 82044 h 82044"/>
                <a:gd name="connsiteX7" fmla="*/ 0 w 68608"/>
                <a:gd name="connsiteY7" fmla="*/ 2001 h 82044"/>
                <a:gd name="connsiteX8" fmla="*/ 18581 w 68608"/>
                <a:gd name="connsiteY8" fmla="*/ 2001 h 82044"/>
                <a:gd name="connsiteX9" fmla="*/ 18581 w 68608"/>
                <a:gd name="connsiteY9" fmla="*/ 11721 h 82044"/>
                <a:gd name="connsiteX10" fmla="*/ 18867 w 68608"/>
                <a:gd name="connsiteY10" fmla="*/ 11721 h 82044"/>
                <a:gd name="connsiteX11" fmla="*/ 42308 w 68608"/>
                <a:gd name="connsiteY11" fmla="*/ 0 h 82044"/>
                <a:gd name="connsiteX12" fmla="*/ 68608 w 68608"/>
                <a:gd name="connsiteY12" fmla="*/ 32303 h 82044"/>
                <a:gd name="connsiteX13" fmla="*/ 68608 w 68608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82044">
                  <a:moveTo>
                    <a:pt x="68608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6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8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A2FC205B-F480-4DBC-A765-0A475834F3A1}"/>
                </a:ext>
              </a:extLst>
            </p:cNvPr>
            <p:cNvSpPr/>
            <p:nvPr/>
          </p:nvSpPr>
          <p:spPr>
            <a:xfrm>
              <a:off x="3615112" y="29811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581 w 74611"/>
                <a:gd name="connsiteY12" fmla="*/ 76613 h 118921"/>
                <a:gd name="connsiteX13" fmla="*/ 37163 w 74611"/>
                <a:gd name="connsiteY13" fmla="*/ 102341 h 118921"/>
                <a:gd name="connsiteX14" fmla="*/ 56316 w 74611"/>
                <a:gd name="connsiteY14" fmla="*/ 91764 h 118921"/>
                <a:gd name="connsiteX15" fmla="*/ 56316 w 74611"/>
                <a:gd name="connsiteY15" fmla="*/ 62605 h 118921"/>
                <a:gd name="connsiteX16" fmla="*/ 37163 w 74611"/>
                <a:gd name="connsiteY16" fmla="*/ 52028 h 118921"/>
                <a:gd name="connsiteX17" fmla="*/ 18581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581" y="76613"/>
                  </a:moveTo>
                  <a:cubicBezTo>
                    <a:pt x="18581" y="92907"/>
                    <a:pt x="25442" y="102341"/>
                    <a:pt x="37163" y="102341"/>
                  </a:cubicBezTo>
                  <a:cubicBezTo>
                    <a:pt x="44310" y="102341"/>
                    <a:pt x="50313" y="98910"/>
                    <a:pt x="56316" y="91764"/>
                  </a:cubicBezTo>
                  <a:lnTo>
                    <a:pt x="56316" y="62605"/>
                  </a:lnTo>
                  <a:cubicBezTo>
                    <a:pt x="50885" y="55458"/>
                    <a:pt x="44881" y="52028"/>
                    <a:pt x="37163" y="52028"/>
                  </a:cubicBezTo>
                  <a:cubicBezTo>
                    <a:pt x="25157" y="51742"/>
                    <a:pt x="18581" y="60604"/>
                    <a:pt x="18581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69AE56F4-0BAC-4631-8D60-8514867BA36A}"/>
                </a:ext>
              </a:extLst>
            </p:cNvPr>
            <p:cNvSpPr/>
            <p:nvPr/>
          </p:nvSpPr>
          <p:spPr>
            <a:xfrm>
              <a:off x="1648912" y="209051"/>
              <a:ext cx="69751" cy="110630"/>
            </a:xfrm>
            <a:custGeom>
              <a:avLst/>
              <a:gdLst>
                <a:gd name="connsiteX0" fmla="*/ 69752 w 69751"/>
                <a:gd name="connsiteY0" fmla="*/ 18010 h 110630"/>
                <a:gd name="connsiteX1" fmla="*/ 19725 w 69751"/>
                <a:gd name="connsiteY1" fmla="*/ 18010 h 110630"/>
                <a:gd name="connsiteX2" fmla="*/ 19725 w 69751"/>
                <a:gd name="connsiteY2" fmla="*/ 45453 h 110630"/>
                <a:gd name="connsiteX3" fmla="*/ 56888 w 69751"/>
                <a:gd name="connsiteY3" fmla="*/ 45453 h 110630"/>
                <a:gd name="connsiteX4" fmla="*/ 56888 w 69751"/>
                <a:gd name="connsiteY4" fmla="*/ 63463 h 110630"/>
                <a:gd name="connsiteX5" fmla="*/ 19725 w 69751"/>
                <a:gd name="connsiteY5" fmla="*/ 63463 h 110630"/>
                <a:gd name="connsiteX6" fmla="*/ 19725 w 69751"/>
                <a:gd name="connsiteY6" fmla="*/ 110631 h 110630"/>
                <a:gd name="connsiteX7" fmla="*/ 0 w 69751"/>
                <a:gd name="connsiteY7" fmla="*/ 110631 h 110630"/>
                <a:gd name="connsiteX8" fmla="*/ 0 w 69751"/>
                <a:gd name="connsiteY8" fmla="*/ 0 h 110630"/>
                <a:gd name="connsiteX9" fmla="*/ 69466 w 69751"/>
                <a:gd name="connsiteY9" fmla="*/ 0 h 110630"/>
                <a:gd name="connsiteX10" fmla="*/ 69466 w 69751"/>
                <a:gd name="connsiteY10" fmla="*/ 18010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751" h="110630">
                  <a:moveTo>
                    <a:pt x="69752" y="18010"/>
                  </a:moveTo>
                  <a:lnTo>
                    <a:pt x="19725" y="18010"/>
                  </a:lnTo>
                  <a:lnTo>
                    <a:pt x="19725" y="45453"/>
                  </a:lnTo>
                  <a:lnTo>
                    <a:pt x="56888" y="45453"/>
                  </a:lnTo>
                  <a:lnTo>
                    <a:pt x="56888" y="63463"/>
                  </a:lnTo>
                  <a:lnTo>
                    <a:pt x="19725" y="6346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01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267635ED-45CA-4D7D-BDE1-B603E9C8DC74}"/>
                </a:ext>
              </a:extLst>
            </p:cNvPr>
            <p:cNvSpPr/>
            <p:nvPr/>
          </p:nvSpPr>
          <p:spPr>
            <a:xfrm>
              <a:off x="1722094" y="237638"/>
              <a:ext cx="67750" cy="83759"/>
            </a:xfrm>
            <a:custGeom>
              <a:avLst/>
              <a:gdLst>
                <a:gd name="connsiteX0" fmla="*/ 34304 w 67750"/>
                <a:gd name="connsiteY0" fmla="*/ 32303 h 83759"/>
                <a:gd name="connsiteX1" fmla="*/ 49455 w 67750"/>
                <a:gd name="connsiteY1" fmla="*/ 34018 h 83759"/>
                <a:gd name="connsiteX2" fmla="*/ 49455 w 67750"/>
                <a:gd name="connsiteY2" fmla="*/ 31160 h 83759"/>
                <a:gd name="connsiteX3" fmla="*/ 31731 w 67750"/>
                <a:gd name="connsiteY3" fmla="*/ 15723 h 83759"/>
                <a:gd name="connsiteX4" fmla="*/ 11435 w 67750"/>
                <a:gd name="connsiteY4" fmla="*/ 20297 h 83759"/>
                <a:gd name="connsiteX5" fmla="*/ 7433 w 67750"/>
                <a:gd name="connsiteY5" fmla="*/ 4574 h 83759"/>
                <a:gd name="connsiteX6" fmla="*/ 33732 w 67750"/>
                <a:gd name="connsiteY6" fmla="*/ 0 h 83759"/>
                <a:gd name="connsiteX7" fmla="*/ 67751 w 67750"/>
                <a:gd name="connsiteY7" fmla="*/ 30874 h 83759"/>
                <a:gd name="connsiteX8" fmla="*/ 67751 w 67750"/>
                <a:gd name="connsiteY8" fmla="*/ 82044 h 83759"/>
                <a:gd name="connsiteX9" fmla="*/ 50027 w 67750"/>
                <a:gd name="connsiteY9" fmla="*/ 82044 h 83759"/>
                <a:gd name="connsiteX10" fmla="*/ 50027 w 67750"/>
                <a:gd name="connsiteY10" fmla="*/ 73468 h 83759"/>
                <a:gd name="connsiteX11" fmla="*/ 49741 w 67750"/>
                <a:gd name="connsiteY11" fmla="*/ 73468 h 83759"/>
                <a:gd name="connsiteX12" fmla="*/ 26300 w 67750"/>
                <a:gd name="connsiteY12" fmla="*/ 83759 h 83759"/>
                <a:gd name="connsiteX13" fmla="*/ 0 w 67750"/>
                <a:gd name="connsiteY13" fmla="*/ 58317 h 83759"/>
                <a:gd name="connsiteX14" fmla="*/ 34304 w 67750"/>
                <a:gd name="connsiteY14" fmla="*/ 32303 h 83759"/>
                <a:gd name="connsiteX15" fmla="*/ 31160 w 67750"/>
                <a:gd name="connsiteY15" fmla="*/ 69752 h 83759"/>
                <a:gd name="connsiteX16" fmla="*/ 49455 w 67750"/>
                <a:gd name="connsiteY16" fmla="*/ 60032 h 83759"/>
                <a:gd name="connsiteX17" fmla="*/ 49455 w 67750"/>
                <a:gd name="connsiteY17" fmla="*/ 46311 h 83759"/>
                <a:gd name="connsiteX18" fmla="*/ 36305 w 67750"/>
                <a:gd name="connsiteY18" fmla="*/ 44881 h 83759"/>
                <a:gd name="connsiteX19" fmla="*/ 17724 w 67750"/>
                <a:gd name="connsiteY19" fmla="*/ 58031 h 83759"/>
                <a:gd name="connsiteX20" fmla="*/ 31160 w 67750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0" h="83759">
                  <a:moveTo>
                    <a:pt x="34304" y="32303"/>
                  </a:moveTo>
                  <a:cubicBezTo>
                    <a:pt x="39450" y="32303"/>
                    <a:pt x="44310" y="32589"/>
                    <a:pt x="49455" y="34018"/>
                  </a:cubicBezTo>
                  <a:lnTo>
                    <a:pt x="49455" y="31160"/>
                  </a:lnTo>
                  <a:cubicBezTo>
                    <a:pt x="49455" y="20868"/>
                    <a:pt x="43452" y="15723"/>
                    <a:pt x="31731" y="15723"/>
                  </a:cubicBezTo>
                  <a:cubicBezTo>
                    <a:pt x="25156" y="15723"/>
                    <a:pt x="18010" y="17152"/>
                    <a:pt x="11435" y="20297"/>
                  </a:cubicBezTo>
                  <a:lnTo>
                    <a:pt x="7433" y="4574"/>
                  </a:lnTo>
                  <a:cubicBezTo>
                    <a:pt x="14865" y="1715"/>
                    <a:pt x="24585" y="0"/>
                    <a:pt x="33732" y="0"/>
                  </a:cubicBezTo>
                  <a:cubicBezTo>
                    <a:pt x="56316" y="0"/>
                    <a:pt x="67751" y="10577"/>
                    <a:pt x="67751" y="30874"/>
                  </a:cubicBezTo>
                  <a:lnTo>
                    <a:pt x="67751" y="82044"/>
                  </a:lnTo>
                  <a:lnTo>
                    <a:pt x="50027" y="82044"/>
                  </a:lnTo>
                  <a:lnTo>
                    <a:pt x="50027" y="73468"/>
                  </a:lnTo>
                  <a:lnTo>
                    <a:pt x="49741" y="73468"/>
                  </a:lnTo>
                  <a:cubicBezTo>
                    <a:pt x="42880" y="80615"/>
                    <a:pt x="35734" y="83759"/>
                    <a:pt x="26300" y="83759"/>
                  </a:cubicBezTo>
                  <a:cubicBezTo>
                    <a:pt x="10291" y="83759"/>
                    <a:pt x="0" y="73754"/>
                    <a:pt x="0" y="58317"/>
                  </a:cubicBezTo>
                  <a:cubicBezTo>
                    <a:pt x="0" y="41451"/>
                    <a:pt x="12006" y="32303"/>
                    <a:pt x="34304" y="32303"/>
                  </a:cubicBezTo>
                  <a:close/>
                  <a:moveTo>
                    <a:pt x="31160" y="69752"/>
                  </a:moveTo>
                  <a:cubicBezTo>
                    <a:pt x="38020" y="69752"/>
                    <a:pt x="44310" y="66321"/>
                    <a:pt x="49455" y="60032"/>
                  </a:cubicBezTo>
                  <a:lnTo>
                    <a:pt x="49455" y="46311"/>
                  </a:lnTo>
                  <a:cubicBezTo>
                    <a:pt x="45167" y="45167"/>
                    <a:pt x="40593" y="44881"/>
                    <a:pt x="36305" y="44881"/>
                  </a:cubicBezTo>
                  <a:cubicBezTo>
                    <a:pt x="24585" y="44881"/>
                    <a:pt x="17724" y="49455"/>
                    <a:pt x="17724" y="58031"/>
                  </a:cubicBezTo>
                  <a:cubicBezTo>
                    <a:pt x="18010" y="65178"/>
                    <a:pt x="23155" y="69752"/>
                    <a:pt x="31160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4E65E35C-CC48-4B60-A5C5-9B54FD845568}"/>
                </a:ext>
              </a:extLst>
            </p:cNvPr>
            <p:cNvSpPr/>
            <p:nvPr/>
          </p:nvSpPr>
          <p:spPr>
            <a:xfrm>
              <a:off x="1809570" y="237352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528ED8B8-344F-4ED7-810A-21695244E5AD}"/>
                </a:ext>
              </a:extLst>
            </p:cNvPr>
            <p:cNvSpPr/>
            <p:nvPr/>
          </p:nvSpPr>
          <p:spPr>
            <a:xfrm>
              <a:off x="1893329" y="202762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6 h 116920"/>
                <a:gd name="connsiteX10" fmla="*/ 18867 w 68608"/>
                <a:gd name="connsiteY10" fmla="*/ 46596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0381C199-12C5-4DFC-A594-30891ED44429}"/>
                </a:ext>
              </a:extLst>
            </p:cNvPr>
            <p:cNvSpPr/>
            <p:nvPr/>
          </p:nvSpPr>
          <p:spPr>
            <a:xfrm>
              <a:off x="1985665" y="202476"/>
              <a:ext cx="74611" cy="118921"/>
            </a:xfrm>
            <a:custGeom>
              <a:avLst/>
              <a:gdLst>
                <a:gd name="connsiteX0" fmla="*/ 74612 w 74611"/>
                <a:gd name="connsiteY0" fmla="*/ 76613 h 118921"/>
                <a:gd name="connsiteX1" fmla="*/ 42023 w 74611"/>
                <a:gd name="connsiteY1" fmla="*/ 118921 h 118921"/>
                <a:gd name="connsiteX2" fmla="*/ 18296 w 74611"/>
                <a:gd name="connsiteY2" fmla="*/ 107772 h 118921"/>
                <a:gd name="connsiteX3" fmla="*/ 18010 w 74611"/>
                <a:gd name="connsiteY3" fmla="*/ 107772 h 118921"/>
                <a:gd name="connsiteX4" fmla="*/ 18010 w 74611"/>
                <a:gd name="connsiteY4" fmla="*/ 116920 h 118921"/>
                <a:gd name="connsiteX5" fmla="*/ 0 w 74611"/>
                <a:gd name="connsiteY5" fmla="*/ 116920 h 118921"/>
                <a:gd name="connsiteX6" fmla="*/ 0 w 74611"/>
                <a:gd name="connsiteY6" fmla="*/ 4574 h 118921"/>
                <a:gd name="connsiteX7" fmla="*/ 18581 w 74611"/>
                <a:gd name="connsiteY7" fmla="*/ 0 h 118921"/>
                <a:gd name="connsiteX8" fmla="*/ 18581 w 74611"/>
                <a:gd name="connsiteY8" fmla="*/ 46311 h 118921"/>
                <a:gd name="connsiteX9" fmla="*/ 18867 w 74611"/>
                <a:gd name="connsiteY9" fmla="*/ 46311 h 118921"/>
                <a:gd name="connsiteX10" fmla="*/ 42308 w 74611"/>
                <a:gd name="connsiteY10" fmla="*/ 34876 h 118921"/>
                <a:gd name="connsiteX11" fmla="*/ 74612 w 74611"/>
                <a:gd name="connsiteY11" fmla="*/ 76613 h 118921"/>
                <a:gd name="connsiteX12" fmla="*/ 56316 w 74611"/>
                <a:gd name="connsiteY12" fmla="*/ 76899 h 118921"/>
                <a:gd name="connsiteX13" fmla="*/ 37735 w 74611"/>
                <a:gd name="connsiteY13" fmla="*/ 51742 h 118921"/>
                <a:gd name="connsiteX14" fmla="*/ 18867 w 74611"/>
                <a:gd name="connsiteY14" fmla="*/ 62033 h 118921"/>
                <a:gd name="connsiteX15" fmla="*/ 18867 w 74611"/>
                <a:gd name="connsiteY15" fmla="*/ 91192 h 118921"/>
                <a:gd name="connsiteX16" fmla="*/ 38020 w 74611"/>
                <a:gd name="connsiteY16" fmla="*/ 102055 h 118921"/>
                <a:gd name="connsiteX17" fmla="*/ 56316 w 74611"/>
                <a:gd name="connsiteY17" fmla="*/ 76899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74612" y="76613"/>
                  </a:moveTo>
                  <a:cubicBezTo>
                    <a:pt x="74612" y="102341"/>
                    <a:pt x="61462" y="118921"/>
                    <a:pt x="42023" y="118921"/>
                  </a:cubicBezTo>
                  <a:cubicBezTo>
                    <a:pt x="32017" y="118921"/>
                    <a:pt x="23727" y="114633"/>
                    <a:pt x="18296" y="107772"/>
                  </a:cubicBezTo>
                  <a:lnTo>
                    <a:pt x="18010" y="107772"/>
                  </a:lnTo>
                  <a:lnTo>
                    <a:pt x="18010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311"/>
                  </a:lnTo>
                  <a:lnTo>
                    <a:pt x="18867" y="46311"/>
                  </a:lnTo>
                  <a:cubicBezTo>
                    <a:pt x="24299" y="39164"/>
                    <a:pt x="32303" y="34876"/>
                    <a:pt x="42308" y="34876"/>
                  </a:cubicBezTo>
                  <a:cubicBezTo>
                    <a:pt x="61747" y="34876"/>
                    <a:pt x="74612" y="50599"/>
                    <a:pt x="74612" y="76613"/>
                  </a:cubicBezTo>
                  <a:close/>
                  <a:moveTo>
                    <a:pt x="56316" y="76899"/>
                  </a:moveTo>
                  <a:cubicBezTo>
                    <a:pt x="56316" y="60318"/>
                    <a:pt x="49455" y="51742"/>
                    <a:pt x="37735" y="51742"/>
                  </a:cubicBezTo>
                  <a:cubicBezTo>
                    <a:pt x="30588" y="51742"/>
                    <a:pt x="24585" y="54887"/>
                    <a:pt x="18867" y="62033"/>
                  </a:cubicBezTo>
                  <a:lnTo>
                    <a:pt x="18867" y="91192"/>
                  </a:lnTo>
                  <a:cubicBezTo>
                    <a:pt x="24299" y="98339"/>
                    <a:pt x="30302" y="102055"/>
                    <a:pt x="38020" y="102055"/>
                  </a:cubicBezTo>
                  <a:cubicBezTo>
                    <a:pt x="49741" y="102341"/>
                    <a:pt x="56316" y="92907"/>
                    <a:pt x="56316" y="7689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3" name="Freihandform: Form 202">
              <a:extLst>
                <a:ext uri="{FF2B5EF4-FFF2-40B4-BE49-F238E27FC236}">
                  <a16:creationId xmlns:a16="http://schemas.microsoft.com/office/drawing/2014/main" id="{4F10C4B1-9544-4A4D-B350-EBF3BA6357E7}"/>
                </a:ext>
              </a:extLst>
            </p:cNvPr>
            <p:cNvSpPr/>
            <p:nvPr/>
          </p:nvSpPr>
          <p:spPr>
            <a:xfrm>
              <a:off x="2076571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: Form 203">
              <a:extLst>
                <a:ext uri="{FF2B5EF4-FFF2-40B4-BE49-F238E27FC236}">
                  <a16:creationId xmlns:a16="http://schemas.microsoft.com/office/drawing/2014/main" id="{EA95D997-AE6E-4C3E-AF23-E20C66016EE9}"/>
                </a:ext>
              </a:extLst>
            </p:cNvPr>
            <p:cNvSpPr/>
            <p:nvPr/>
          </p:nvSpPr>
          <p:spPr>
            <a:xfrm>
              <a:off x="2170621" y="237352"/>
              <a:ext cx="48025" cy="82044"/>
            </a:xfrm>
            <a:custGeom>
              <a:avLst/>
              <a:gdLst>
                <a:gd name="connsiteX0" fmla="*/ 48026 w 48025"/>
                <a:gd name="connsiteY0" fmla="*/ 1715 h 82044"/>
                <a:gd name="connsiteX1" fmla="*/ 45167 w 48025"/>
                <a:gd name="connsiteY1" fmla="*/ 20868 h 82044"/>
                <a:gd name="connsiteX2" fmla="*/ 34876 w 48025"/>
                <a:gd name="connsiteY2" fmla="*/ 18296 h 82044"/>
                <a:gd name="connsiteX3" fmla="*/ 18581 w 48025"/>
                <a:gd name="connsiteY3" fmla="*/ 40879 h 82044"/>
                <a:gd name="connsiteX4" fmla="*/ 18581 w 48025"/>
                <a:gd name="connsiteY4" fmla="*/ 82044 h 82044"/>
                <a:gd name="connsiteX5" fmla="*/ 0 w 48025"/>
                <a:gd name="connsiteY5" fmla="*/ 82044 h 82044"/>
                <a:gd name="connsiteX6" fmla="*/ 0 w 48025"/>
                <a:gd name="connsiteY6" fmla="*/ 2001 h 82044"/>
                <a:gd name="connsiteX7" fmla="*/ 18296 w 48025"/>
                <a:gd name="connsiteY7" fmla="*/ 2001 h 82044"/>
                <a:gd name="connsiteX8" fmla="*/ 18296 w 48025"/>
                <a:gd name="connsiteY8" fmla="*/ 12006 h 82044"/>
                <a:gd name="connsiteX9" fmla="*/ 18581 w 48025"/>
                <a:gd name="connsiteY9" fmla="*/ 12006 h 82044"/>
                <a:gd name="connsiteX10" fmla="*/ 39450 w 48025"/>
                <a:gd name="connsiteY10" fmla="*/ 0 h 82044"/>
                <a:gd name="connsiteX11" fmla="*/ 48026 w 48025"/>
                <a:gd name="connsiteY11" fmla="*/ 1715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2044">
                  <a:moveTo>
                    <a:pt x="48026" y="1715"/>
                  </a:moveTo>
                  <a:lnTo>
                    <a:pt x="45167" y="20868"/>
                  </a:lnTo>
                  <a:cubicBezTo>
                    <a:pt x="42308" y="19439"/>
                    <a:pt x="38878" y="18296"/>
                    <a:pt x="34876" y="18296"/>
                  </a:cubicBezTo>
                  <a:cubicBezTo>
                    <a:pt x="22012" y="18296"/>
                    <a:pt x="18581" y="28587"/>
                    <a:pt x="18581" y="4087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296" y="2001"/>
                  </a:lnTo>
                  <a:lnTo>
                    <a:pt x="18296" y="12006"/>
                  </a:lnTo>
                  <a:lnTo>
                    <a:pt x="18581" y="12006"/>
                  </a:lnTo>
                  <a:cubicBezTo>
                    <a:pt x="22869" y="4574"/>
                    <a:pt x="30302" y="0"/>
                    <a:pt x="39450" y="0"/>
                  </a:cubicBezTo>
                  <a:cubicBezTo>
                    <a:pt x="42023" y="0"/>
                    <a:pt x="45167" y="572"/>
                    <a:pt x="48026" y="1715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04">
              <a:extLst>
                <a:ext uri="{FF2B5EF4-FFF2-40B4-BE49-F238E27FC236}">
                  <a16:creationId xmlns:a16="http://schemas.microsoft.com/office/drawing/2014/main" id="{8B8EF6FA-627A-4F01-8DB1-3A5222791E60}"/>
                </a:ext>
              </a:extLst>
            </p:cNvPr>
            <p:cNvSpPr/>
            <p:nvPr/>
          </p:nvSpPr>
          <p:spPr>
            <a:xfrm>
              <a:off x="2228938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8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05">
              <a:extLst>
                <a:ext uri="{FF2B5EF4-FFF2-40B4-BE49-F238E27FC236}">
                  <a16:creationId xmlns:a16="http://schemas.microsoft.com/office/drawing/2014/main" id="{E73EF5F6-BF61-445B-BF37-654FE1C33588}"/>
                </a:ext>
              </a:extLst>
            </p:cNvPr>
            <p:cNvSpPr/>
            <p:nvPr/>
          </p:nvSpPr>
          <p:spPr>
            <a:xfrm>
              <a:off x="2319844" y="20390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06">
              <a:extLst>
                <a:ext uri="{FF2B5EF4-FFF2-40B4-BE49-F238E27FC236}">
                  <a16:creationId xmlns:a16="http://schemas.microsoft.com/office/drawing/2014/main" id="{C0DE013B-D5E0-4578-9B6B-315D8DB14205}"/>
                </a:ext>
              </a:extLst>
            </p:cNvPr>
            <p:cNvSpPr/>
            <p:nvPr/>
          </p:nvSpPr>
          <p:spPr>
            <a:xfrm>
              <a:off x="2361295" y="237352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2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2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07">
              <a:extLst>
                <a:ext uri="{FF2B5EF4-FFF2-40B4-BE49-F238E27FC236}">
                  <a16:creationId xmlns:a16="http://schemas.microsoft.com/office/drawing/2014/main" id="{E8596695-8763-49CD-ACA8-8C239ACC8015}"/>
                </a:ext>
              </a:extLst>
            </p:cNvPr>
            <p:cNvSpPr/>
            <p:nvPr/>
          </p:nvSpPr>
          <p:spPr>
            <a:xfrm>
              <a:off x="2444769" y="202762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6 h 116920"/>
                <a:gd name="connsiteX10" fmla="*/ 18867 w 68608"/>
                <a:gd name="connsiteY10" fmla="*/ 46596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08">
              <a:extLst>
                <a:ext uri="{FF2B5EF4-FFF2-40B4-BE49-F238E27FC236}">
                  <a16:creationId xmlns:a16="http://schemas.microsoft.com/office/drawing/2014/main" id="{EEAB3F08-40CD-4F6A-AB5A-A69E1BA0B0A9}"/>
                </a:ext>
              </a:extLst>
            </p:cNvPr>
            <p:cNvSpPr/>
            <p:nvPr/>
          </p:nvSpPr>
          <p:spPr>
            <a:xfrm>
              <a:off x="2576268" y="209051"/>
              <a:ext cx="82901" cy="110630"/>
            </a:xfrm>
            <a:custGeom>
              <a:avLst/>
              <a:gdLst>
                <a:gd name="connsiteX0" fmla="*/ 82902 w 82901"/>
                <a:gd name="connsiteY0" fmla="*/ 18296 h 110630"/>
                <a:gd name="connsiteX1" fmla="*/ 51456 w 82901"/>
                <a:gd name="connsiteY1" fmla="*/ 18296 h 110630"/>
                <a:gd name="connsiteX2" fmla="*/ 51456 w 82901"/>
                <a:gd name="connsiteY2" fmla="*/ 110631 h 110630"/>
                <a:gd name="connsiteX3" fmla="*/ 31731 w 82901"/>
                <a:gd name="connsiteY3" fmla="*/ 110631 h 110630"/>
                <a:gd name="connsiteX4" fmla="*/ 31731 w 82901"/>
                <a:gd name="connsiteY4" fmla="*/ 18296 h 110630"/>
                <a:gd name="connsiteX5" fmla="*/ 0 w 82901"/>
                <a:gd name="connsiteY5" fmla="*/ 18296 h 110630"/>
                <a:gd name="connsiteX6" fmla="*/ 0 w 82901"/>
                <a:gd name="connsiteY6" fmla="*/ 0 h 110630"/>
                <a:gd name="connsiteX7" fmla="*/ 82616 w 82901"/>
                <a:gd name="connsiteY7" fmla="*/ 0 h 110630"/>
                <a:gd name="connsiteX8" fmla="*/ 82616 w 82901"/>
                <a:gd name="connsiteY8" fmla="*/ 18296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901" h="110630">
                  <a:moveTo>
                    <a:pt x="82902" y="18296"/>
                  </a:moveTo>
                  <a:lnTo>
                    <a:pt x="51456" y="18296"/>
                  </a:lnTo>
                  <a:lnTo>
                    <a:pt x="51456" y="110631"/>
                  </a:lnTo>
                  <a:lnTo>
                    <a:pt x="31731" y="110631"/>
                  </a:lnTo>
                  <a:lnTo>
                    <a:pt x="31731" y="18296"/>
                  </a:lnTo>
                  <a:lnTo>
                    <a:pt x="0" y="18296"/>
                  </a:lnTo>
                  <a:lnTo>
                    <a:pt x="0" y="0"/>
                  </a:lnTo>
                  <a:lnTo>
                    <a:pt x="82616" y="0"/>
                  </a:lnTo>
                  <a:lnTo>
                    <a:pt x="82616" y="1829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09">
              <a:extLst>
                <a:ext uri="{FF2B5EF4-FFF2-40B4-BE49-F238E27FC236}">
                  <a16:creationId xmlns:a16="http://schemas.microsoft.com/office/drawing/2014/main" id="{CCD7B734-D929-4A4D-958A-0026E92F887D}"/>
                </a:ext>
              </a:extLst>
            </p:cNvPr>
            <p:cNvSpPr/>
            <p:nvPr/>
          </p:nvSpPr>
          <p:spPr>
            <a:xfrm>
              <a:off x="2675750" y="202762"/>
              <a:ext cx="68894" cy="116920"/>
            </a:xfrm>
            <a:custGeom>
              <a:avLst/>
              <a:gdLst>
                <a:gd name="connsiteX0" fmla="*/ 68894 w 68894"/>
                <a:gd name="connsiteY0" fmla="*/ 116634 h 116920"/>
                <a:gd name="connsiteX1" fmla="*/ 50313 w 68894"/>
                <a:gd name="connsiteY1" fmla="*/ 116634 h 116920"/>
                <a:gd name="connsiteX2" fmla="*/ 50313 w 68894"/>
                <a:gd name="connsiteY2" fmla="*/ 70895 h 116920"/>
                <a:gd name="connsiteX3" fmla="*/ 35448 w 68894"/>
                <a:gd name="connsiteY3" fmla="*/ 51456 h 116920"/>
                <a:gd name="connsiteX4" fmla="*/ 18867 w 68894"/>
                <a:gd name="connsiteY4" fmla="*/ 70895 h 116920"/>
                <a:gd name="connsiteX5" fmla="*/ 18867 w 68894"/>
                <a:gd name="connsiteY5" fmla="*/ 116920 h 116920"/>
                <a:gd name="connsiteX6" fmla="*/ 0 w 68894"/>
                <a:gd name="connsiteY6" fmla="*/ 116920 h 116920"/>
                <a:gd name="connsiteX7" fmla="*/ 0 w 68894"/>
                <a:gd name="connsiteY7" fmla="*/ 4574 h 116920"/>
                <a:gd name="connsiteX8" fmla="*/ 18581 w 68894"/>
                <a:gd name="connsiteY8" fmla="*/ 0 h 116920"/>
                <a:gd name="connsiteX9" fmla="*/ 18581 w 68894"/>
                <a:gd name="connsiteY9" fmla="*/ 46596 h 116920"/>
                <a:gd name="connsiteX10" fmla="*/ 18867 w 68894"/>
                <a:gd name="connsiteY10" fmla="*/ 46596 h 116920"/>
                <a:gd name="connsiteX11" fmla="*/ 42308 w 68894"/>
                <a:gd name="connsiteY11" fmla="*/ 34876 h 116920"/>
                <a:gd name="connsiteX12" fmla="*/ 68608 w 68894"/>
                <a:gd name="connsiteY12" fmla="*/ 67179 h 116920"/>
                <a:gd name="connsiteX13" fmla="*/ 68608 w 68894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116920">
                  <a:moveTo>
                    <a:pt x="68894" y="116634"/>
                  </a:moveTo>
                  <a:lnTo>
                    <a:pt x="50313" y="116634"/>
                  </a:lnTo>
                  <a:lnTo>
                    <a:pt x="50313" y="70895"/>
                  </a:lnTo>
                  <a:cubicBezTo>
                    <a:pt x="50313" y="59175"/>
                    <a:pt x="46596" y="51456"/>
                    <a:pt x="35448" y="51456"/>
                  </a:cubicBezTo>
                  <a:cubicBezTo>
                    <a:pt x="22584" y="51456"/>
                    <a:pt x="18867" y="61748"/>
                    <a:pt x="18867" y="70895"/>
                  </a:cubicBezTo>
                  <a:lnTo>
                    <a:pt x="18867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10">
              <a:extLst>
                <a:ext uri="{FF2B5EF4-FFF2-40B4-BE49-F238E27FC236}">
                  <a16:creationId xmlns:a16="http://schemas.microsoft.com/office/drawing/2014/main" id="{CBAA0D63-904F-4DF6-8104-68839EF442CF}"/>
                </a:ext>
              </a:extLst>
            </p:cNvPr>
            <p:cNvSpPr/>
            <p:nvPr/>
          </p:nvSpPr>
          <p:spPr>
            <a:xfrm>
              <a:off x="2764083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6872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11">
              <a:extLst>
                <a:ext uri="{FF2B5EF4-FFF2-40B4-BE49-F238E27FC236}">
                  <a16:creationId xmlns:a16="http://schemas.microsoft.com/office/drawing/2014/main" id="{21A2991D-4819-435B-B57E-21000520800E}"/>
                </a:ext>
              </a:extLst>
            </p:cNvPr>
            <p:cNvSpPr/>
            <p:nvPr/>
          </p:nvSpPr>
          <p:spPr>
            <a:xfrm>
              <a:off x="2853274" y="237352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603 w 77184"/>
                <a:gd name="connsiteY5" fmla="*/ 42309 h 84045"/>
                <a:gd name="connsiteX6" fmla="*/ 38592 w 77184"/>
                <a:gd name="connsiteY6" fmla="*/ 17152 h 84045"/>
                <a:gd name="connsiteX7" fmla="*/ 18581 w 77184"/>
                <a:gd name="connsiteY7" fmla="*/ 42023 h 84045"/>
                <a:gd name="connsiteX8" fmla="*/ 38592 w 77184"/>
                <a:gd name="connsiteY8" fmla="*/ 67465 h 84045"/>
                <a:gd name="connsiteX9" fmla="*/ 58603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603" y="42309"/>
                  </a:moveTo>
                  <a:cubicBezTo>
                    <a:pt x="58603" y="26872"/>
                    <a:pt x="50884" y="17152"/>
                    <a:pt x="38592" y="17152"/>
                  </a:cubicBezTo>
                  <a:cubicBezTo>
                    <a:pt x="26300" y="17152"/>
                    <a:pt x="18581" y="26872"/>
                    <a:pt x="18581" y="42023"/>
                  </a:cubicBezTo>
                  <a:cubicBezTo>
                    <a:pt x="18581" y="57460"/>
                    <a:pt x="26300" y="67465"/>
                    <a:pt x="38592" y="67465"/>
                  </a:cubicBezTo>
                  <a:cubicBezTo>
                    <a:pt x="50884" y="67179"/>
                    <a:pt x="58603" y="57745"/>
                    <a:pt x="58603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3" name="Freihandform: Form 212">
              <a:extLst>
                <a:ext uri="{FF2B5EF4-FFF2-40B4-BE49-F238E27FC236}">
                  <a16:creationId xmlns:a16="http://schemas.microsoft.com/office/drawing/2014/main" id="{F89EA3CC-AC26-4284-9947-7C42C56BB94F}"/>
                </a:ext>
              </a:extLst>
            </p:cNvPr>
            <p:cNvSpPr/>
            <p:nvPr/>
          </p:nvSpPr>
          <p:spPr>
            <a:xfrm>
              <a:off x="2950755" y="202476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4" name="Freihandform: Form 213">
              <a:extLst>
                <a:ext uri="{FF2B5EF4-FFF2-40B4-BE49-F238E27FC236}">
                  <a16:creationId xmlns:a16="http://schemas.microsoft.com/office/drawing/2014/main" id="{8504E0F2-E84A-454E-8511-A4D7D076AAEB}"/>
                </a:ext>
              </a:extLst>
            </p:cNvPr>
            <p:cNvSpPr/>
            <p:nvPr/>
          </p:nvSpPr>
          <p:spPr>
            <a:xfrm>
              <a:off x="2989633" y="237352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603 w 77184"/>
                <a:gd name="connsiteY5" fmla="*/ 42309 h 84045"/>
                <a:gd name="connsiteX6" fmla="*/ 38592 w 77184"/>
                <a:gd name="connsiteY6" fmla="*/ 17152 h 84045"/>
                <a:gd name="connsiteX7" fmla="*/ 18581 w 77184"/>
                <a:gd name="connsiteY7" fmla="*/ 42023 h 84045"/>
                <a:gd name="connsiteX8" fmla="*/ 38592 w 77184"/>
                <a:gd name="connsiteY8" fmla="*/ 67465 h 84045"/>
                <a:gd name="connsiteX9" fmla="*/ 58603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603" y="42309"/>
                  </a:moveTo>
                  <a:cubicBezTo>
                    <a:pt x="58603" y="26872"/>
                    <a:pt x="50884" y="17152"/>
                    <a:pt x="38592" y="17152"/>
                  </a:cubicBezTo>
                  <a:cubicBezTo>
                    <a:pt x="26300" y="17152"/>
                    <a:pt x="18581" y="26872"/>
                    <a:pt x="18581" y="42023"/>
                  </a:cubicBezTo>
                  <a:cubicBezTo>
                    <a:pt x="18581" y="57460"/>
                    <a:pt x="26300" y="67465"/>
                    <a:pt x="38592" y="67465"/>
                  </a:cubicBezTo>
                  <a:cubicBezTo>
                    <a:pt x="51170" y="67179"/>
                    <a:pt x="58603" y="57745"/>
                    <a:pt x="58603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5" name="Freihandform: Form 214">
              <a:extLst>
                <a:ext uri="{FF2B5EF4-FFF2-40B4-BE49-F238E27FC236}">
                  <a16:creationId xmlns:a16="http://schemas.microsoft.com/office/drawing/2014/main" id="{629B3326-D8C1-4221-9C9C-D9609C794873}"/>
                </a:ext>
              </a:extLst>
            </p:cNvPr>
            <p:cNvSpPr/>
            <p:nvPr/>
          </p:nvSpPr>
          <p:spPr>
            <a:xfrm>
              <a:off x="3082826" y="237352"/>
              <a:ext cx="74611" cy="114347"/>
            </a:xfrm>
            <a:custGeom>
              <a:avLst/>
              <a:gdLst>
                <a:gd name="connsiteX0" fmla="*/ 21440 w 74611"/>
                <a:gd name="connsiteY0" fmla="*/ 99768 h 114347"/>
                <a:gd name="connsiteX1" fmla="*/ 25442 w 74611"/>
                <a:gd name="connsiteY1" fmla="*/ 99482 h 114347"/>
                <a:gd name="connsiteX2" fmla="*/ 56316 w 74611"/>
                <a:gd name="connsiteY2" fmla="*/ 76613 h 114347"/>
                <a:gd name="connsiteX3" fmla="*/ 56316 w 74611"/>
                <a:gd name="connsiteY3" fmla="*/ 71467 h 114347"/>
                <a:gd name="connsiteX4" fmla="*/ 56030 w 74611"/>
                <a:gd name="connsiteY4" fmla="*/ 71467 h 114347"/>
                <a:gd name="connsiteX5" fmla="*/ 31731 w 74611"/>
                <a:gd name="connsiteY5" fmla="*/ 82616 h 114347"/>
                <a:gd name="connsiteX6" fmla="*/ 0 w 74611"/>
                <a:gd name="connsiteY6" fmla="*/ 42023 h 114347"/>
                <a:gd name="connsiteX7" fmla="*/ 32589 w 74611"/>
                <a:gd name="connsiteY7" fmla="*/ 0 h 114347"/>
                <a:gd name="connsiteX8" fmla="*/ 56030 w 74611"/>
                <a:gd name="connsiteY8" fmla="*/ 11149 h 114347"/>
                <a:gd name="connsiteX9" fmla="*/ 56316 w 74611"/>
                <a:gd name="connsiteY9" fmla="*/ 11149 h 114347"/>
                <a:gd name="connsiteX10" fmla="*/ 56316 w 74611"/>
                <a:gd name="connsiteY10" fmla="*/ 2001 h 114347"/>
                <a:gd name="connsiteX11" fmla="*/ 74611 w 74611"/>
                <a:gd name="connsiteY11" fmla="*/ 2001 h 114347"/>
                <a:gd name="connsiteX12" fmla="*/ 74611 w 74611"/>
                <a:gd name="connsiteY12" fmla="*/ 73754 h 114347"/>
                <a:gd name="connsiteX13" fmla="*/ 26586 w 74611"/>
                <a:gd name="connsiteY13" fmla="*/ 114061 h 114347"/>
                <a:gd name="connsiteX14" fmla="*/ 22583 w 74611"/>
                <a:gd name="connsiteY14" fmla="*/ 114347 h 114347"/>
                <a:gd name="connsiteX15" fmla="*/ 21440 w 74611"/>
                <a:gd name="connsiteY15" fmla="*/ 99768 h 114347"/>
                <a:gd name="connsiteX16" fmla="*/ 18867 w 74611"/>
                <a:gd name="connsiteY16" fmla="*/ 41737 h 114347"/>
                <a:gd name="connsiteX17" fmla="*/ 37449 w 74611"/>
                <a:gd name="connsiteY17" fmla="*/ 66607 h 114347"/>
                <a:gd name="connsiteX18" fmla="*/ 56316 w 74611"/>
                <a:gd name="connsiteY18" fmla="*/ 56030 h 114347"/>
                <a:gd name="connsiteX19" fmla="*/ 56316 w 74611"/>
                <a:gd name="connsiteY19" fmla="*/ 27443 h 114347"/>
                <a:gd name="connsiteX20" fmla="*/ 37163 w 74611"/>
                <a:gd name="connsiteY20" fmla="*/ 16866 h 114347"/>
                <a:gd name="connsiteX21" fmla="*/ 18867 w 74611"/>
                <a:gd name="connsiteY21" fmla="*/ 41737 h 114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4611" h="114347">
                  <a:moveTo>
                    <a:pt x="21440" y="99768"/>
                  </a:moveTo>
                  <a:lnTo>
                    <a:pt x="25442" y="99482"/>
                  </a:lnTo>
                  <a:cubicBezTo>
                    <a:pt x="49455" y="98625"/>
                    <a:pt x="56316" y="91764"/>
                    <a:pt x="56316" y="76613"/>
                  </a:cubicBezTo>
                  <a:lnTo>
                    <a:pt x="56316" y="71467"/>
                  </a:lnTo>
                  <a:lnTo>
                    <a:pt x="56030" y="71467"/>
                  </a:lnTo>
                  <a:cubicBezTo>
                    <a:pt x="50313" y="78614"/>
                    <a:pt x="41451" y="82616"/>
                    <a:pt x="31731" y="82616"/>
                  </a:cubicBezTo>
                  <a:cubicBezTo>
                    <a:pt x="12292" y="82616"/>
                    <a:pt x="0" y="66607"/>
                    <a:pt x="0" y="42023"/>
                  </a:cubicBezTo>
                  <a:cubicBezTo>
                    <a:pt x="0" y="16580"/>
                    <a:pt x="13150" y="0"/>
                    <a:pt x="32589" y="0"/>
                  </a:cubicBezTo>
                  <a:cubicBezTo>
                    <a:pt x="42308" y="0"/>
                    <a:pt x="50884" y="4002"/>
                    <a:pt x="56030" y="11149"/>
                  </a:cubicBezTo>
                  <a:lnTo>
                    <a:pt x="56316" y="11149"/>
                  </a:lnTo>
                  <a:lnTo>
                    <a:pt x="56316" y="2001"/>
                  </a:lnTo>
                  <a:lnTo>
                    <a:pt x="74611" y="2001"/>
                  </a:lnTo>
                  <a:lnTo>
                    <a:pt x="74611" y="73754"/>
                  </a:lnTo>
                  <a:cubicBezTo>
                    <a:pt x="74611" y="99768"/>
                    <a:pt x="61462" y="112632"/>
                    <a:pt x="26586" y="114061"/>
                  </a:cubicBezTo>
                  <a:lnTo>
                    <a:pt x="22583" y="114347"/>
                  </a:lnTo>
                  <a:lnTo>
                    <a:pt x="21440" y="99768"/>
                  </a:lnTo>
                  <a:close/>
                  <a:moveTo>
                    <a:pt x="18867" y="41737"/>
                  </a:moveTo>
                  <a:cubicBezTo>
                    <a:pt x="18867" y="57460"/>
                    <a:pt x="25728" y="66607"/>
                    <a:pt x="37449" y="66607"/>
                  </a:cubicBezTo>
                  <a:cubicBezTo>
                    <a:pt x="44595" y="66607"/>
                    <a:pt x="50599" y="63177"/>
                    <a:pt x="56316" y="56030"/>
                  </a:cubicBezTo>
                  <a:lnTo>
                    <a:pt x="56316" y="27443"/>
                  </a:lnTo>
                  <a:cubicBezTo>
                    <a:pt x="50884" y="20583"/>
                    <a:pt x="44595" y="16866"/>
                    <a:pt x="37163" y="16866"/>
                  </a:cubicBezTo>
                  <a:cubicBezTo>
                    <a:pt x="25728" y="16866"/>
                    <a:pt x="18867" y="26014"/>
                    <a:pt x="18867" y="41737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6" name="Freihandform: Form 215">
              <a:extLst>
                <a:ext uri="{FF2B5EF4-FFF2-40B4-BE49-F238E27FC236}">
                  <a16:creationId xmlns:a16="http://schemas.microsoft.com/office/drawing/2014/main" id="{E932421B-13ED-4207-B02A-36CAF0AAF962}"/>
                </a:ext>
              </a:extLst>
            </p:cNvPr>
            <p:cNvSpPr/>
            <p:nvPr/>
          </p:nvSpPr>
          <p:spPr>
            <a:xfrm>
              <a:off x="3180021" y="20390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5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5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7" name="Freihandform: Form 216">
              <a:extLst>
                <a:ext uri="{FF2B5EF4-FFF2-40B4-BE49-F238E27FC236}">
                  <a16:creationId xmlns:a16="http://schemas.microsoft.com/office/drawing/2014/main" id="{318BCC35-943C-4820-A85C-5342A12FEE1B}"/>
                </a:ext>
              </a:extLst>
            </p:cNvPr>
            <p:cNvSpPr/>
            <p:nvPr/>
          </p:nvSpPr>
          <p:spPr>
            <a:xfrm>
              <a:off x="3220900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6871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2939165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platzhalter 167">
            <a:extLst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165" name="Bildplatzhalter 60">
            <a:extLst>
              <a:ext uri="{FF2B5EF4-FFF2-40B4-BE49-F238E27FC236}">
                <a16:creationId xmlns:a16="http://schemas.microsoft.com/office/drawing/2014/main" id="{F018B551-27B5-4B00-BF39-7527999917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1DC1BF-B7B9-4143-AFEB-7D1D6C73E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63" y="2913731"/>
            <a:ext cx="4979505" cy="1030539"/>
          </a:xfrm>
        </p:spPr>
        <p:txBody>
          <a:bodyPr wrap="none" tIns="0" rIns="0"/>
          <a:lstStyle>
            <a:lvl1pPr algn="l">
              <a:lnSpc>
                <a:spcPct val="11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Willkommen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DB0B422D-422E-4796-8EA3-E0C93BC35646}"/>
              </a:ext>
            </a:extLst>
          </p:cNvPr>
          <p:cNvSpPr/>
          <p:nvPr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B1A981A-C15F-48BC-856D-45BFDE402164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CA1B7D91-52B4-4C4E-9872-DAE627C5BD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D5301F3-CDC0-4F62-A7F3-64DF1FAFB6C3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150" name="Grafik 3">
            <a:extLst>
              <a:ext uri="{FF2B5EF4-FFF2-40B4-BE49-F238E27FC236}">
                <a16:creationId xmlns:a16="http://schemas.microsoft.com/office/drawing/2014/main" id="{ED3A60E3-070D-4FFE-ACC5-82C7C78F99CD}"/>
              </a:ext>
            </a:extLst>
          </p:cNvPr>
          <p:cNvGrpSpPr/>
          <p:nvPr userDrawn="1"/>
        </p:nvGrpSpPr>
        <p:grpSpPr>
          <a:xfrm>
            <a:off x="520163" y="293688"/>
            <a:ext cx="2654043" cy="328339"/>
            <a:chOff x="2090737" y="2524124"/>
            <a:chExt cx="7860982" cy="972502"/>
          </a:xfrm>
          <a:solidFill>
            <a:schemeClr val="tx1"/>
          </a:solidFill>
        </p:grpSpPr>
        <p:sp>
          <p:nvSpPr>
            <p:cNvPr id="151" name="Freihandform: Form 150">
              <a:extLst>
                <a:ext uri="{FF2B5EF4-FFF2-40B4-BE49-F238E27FC236}">
                  <a16:creationId xmlns:a16="http://schemas.microsoft.com/office/drawing/2014/main" id="{1378A6E8-5E61-40A1-ADC7-BB8241D78CAB}"/>
                </a:ext>
              </a:extLst>
            </p:cNvPr>
            <p:cNvSpPr/>
            <p:nvPr/>
          </p:nvSpPr>
          <p:spPr>
            <a:xfrm>
              <a:off x="2090737" y="2545079"/>
              <a:ext cx="231457" cy="369569"/>
            </a:xfrm>
            <a:custGeom>
              <a:avLst/>
              <a:gdLst>
                <a:gd name="connsiteX0" fmla="*/ 231458 w 231457"/>
                <a:gd name="connsiteY0" fmla="*/ 60960 h 369569"/>
                <a:gd name="connsiteX1" fmla="*/ 65723 w 231457"/>
                <a:gd name="connsiteY1" fmla="*/ 60960 h 369569"/>
                <a:gd name="connsiteX2" fmla="*/ 65723 w 231457"/>
                <a:gd name="connsiteY2" fmla="*/ 152400 h 369569"/>
                <a:gd name="connsiteX3" fmla="*/ 189548 w 231457"/>
                <a:gd name="connsiteY3" fmla="*/ 152400 h 369569"/>
                <a:gd name="connsiteX4" fmla="*/ 189548 w 231457"/>
                <a:gd name="connsiteY4" fmla="*/ 212408 h 369569"/>
                <a:gd name="connsiteX5" fmla="*/ 65723 w 231457"/>
                <a:gd name="connsiteY5" fmla="*/ 212408 h 369569"/>
                <a:gd name="connsiteX6" fmla="*/ 65723 w 231457"/>
                <a:gd name="connsiteY6" fmla="*/ 369570 h 369569"/>
                <a:gd name="connsiteX7" fmla="*/ 0 w 231457"/>
                <a:gd name="connsiteY7" fmla="*/ 369570 h 369569"/>
                <a:gd name="connsiteX8" fmla="*/ 0 w 231457"/>
                <a:gd name="connsiteY8" fmla="*/ 0 h 369569"/>
                <a:gd name="connsiteX9" fmla="*/ 231458 w 231457"/>
                <a:gd name="connsiteY9" fmla="*/ 0 h 369569"/>
                <a:gd name="connsiteX10" fmla="*/ 231458 w 231457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9569">
                  <a:moveTo>
                    <a:pt x="231458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8" y="152400"/>
                  </a:lnTo>
                  <a:lnTo>
                    <a:pt x="189548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2" name="Freihandform: Form 151">
              <a:extLst>
                <a:ext uri="{FF2B5EF4-FFF2-40B4-BE49-F238E27FC236}">
                  <a16:creationId xmlns:a16="http://schemas.microsoft.com/office/drawing/2014/main" id="{3479F7BA-6306-4887-99BC-614874E49D1B}"/>
                </a:ext>
              </a:extLst>
            </p:cNvPr>
            <p:cNvSpPr/>
            <p:nvPr/>
          </p:nvSpPr>
          <p:spPr>
            <a:xfrm>
              <a:off x="2357437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7 w 161925"/>
                <a:gd name="connsiteY3" fmla="*/ 135498 h 272657"/>
                <a:gd name="connsiteX4" fmla="*/ 63817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7" y="94540"/>
                    <a:pt x="63817" y="135498"/>
                  </a:cubicBezTo>
                  <a:lnTo>
                    <a:pt x="63817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3" name="Freihandform: Form 152">
              <a:extLst>
                <a:ext uri="{FF2B5EF4-FFF2-40B4-BE49-F238E27FC236}">
                  <a16:creationId xmlns:a16="http://schemas.microsoft.com/office/drawing/2014/main" id="{EF595D11-B766-48E2-A8A5-40637E510CAF}"/>
                </a:ext>
              </a:extLst>
            </p:cNvPr>
            <p:cNvSpPr/>
            <p:nvPr/>
          </p:nvSpPr>
          <p:spPr>
            <a:xfrm>
              <a:off x="2563176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4" name="Freihandform: Form 153">
              <a:extLst>
                <a:ext uri="{FF2B5EF4-FFF2-40B4-BE49-F238E27FC236}">
                  <a16:creationId xmlns:a16="http://schemas.microsoft.com/office/drawing/2014/main" id="{E743C790-A8B5-4A61-98F2-B4924B52D41C}"/>
                </a:ext>
              </a:extLst>
            </p:cNvPr>
            <p:cNvSpPr/>
            <p:nvPr/>
          </p:nvSpPr>
          <p:spPr>
            <a:xfrm>
              <a:off x="269938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5" name="Freihandform: Form 154">
              <a:extLst>
                <a:ext uri="{FF2B5EF4-FFF2-40B4-BE49-F238E27FC236}">
                  <a16:creationId xmlns:a16="http://schemas.microsoft.com/office/drawing/2014/main" id="{FDE4E84D-F997-44E9-A9A5-0A62D3B0C03B}"/>
                </a:ext>
              </a:extLst>
            </p:cNvPr>
            <p:cNvSpPr/>
            <p:nvPr/>
          </p:nvSpPr>
          <p:spPr>
            <a:xfrm>
              <a:off x="2997516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8595 w 248602"/>
                <a:gd name="connsiteY7" fmla="*/ 389573 h 396239"/>
                <a:gd name="connsiteX8" fmla="*/ 188595 w 248602"/>
                <a:gd name="connsiteY8" fmla="*/ 358140 h 396239"/>
                <a:gd name="connsiteX9" fmla="*/ 187642 w 248602"/>
                <a:gd name="connsiteY9" fmla="*/ 358140 h 396239"/>
                <a:gd name="connsiteX10" fmla="*/ 107633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3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8595" y="389573"/>
                  </a:lnTo>
                  <a:lnTo>
                    <a:pt x="188595" y="358140"/>
                  </a:lnTo>
                  <a:lnTo>
                    <a:pt x="187642" y="358140"/>
                  </a:lnTo>
                  <a:cubicBezTo>
                    <a:pt x="168592" y="381953"/>
                    <a:pt x="140970" y="396240"/>
                    <a:pt x="107633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3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2867" y="173355"/>
                    <a:pt x="61913" y="202883"/>
                    <a:pt x="61913" y="2562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6" name="Freihandform: Form 155">
              <a:extLst>
                <a:ext uri="{FF2B5EF4-FFF2-40B4-BE49-F238E27FC236}">
                  <a16:creationId xmlns:a16="http://schemas.microsoft.com/office/drawing/2014/main" id="{6DF73890-C5BF-4AFD-AC1C-B988B716B204}"/>
                </a:ext>
              </a:extLst>
            </p:cNvPr>
            <p:cNvSpPr/>
            <p:nvPr/>
          </p:nvSpPr>
          <p:spPr>
            <a:xfrm>
              <a:off x="3328987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7" name="Freihandform: Form 156">
              <a:extLst>
                <a:ext uri="{FF2B5EF4-FFF2-40B4-BE49-F238E27FC236}">
                  <a16:creationId xmlns:a16="http://schemas.microsoft.com/office/drawing/2014/main" id="{5F2960B7-B9B3-4301-AF83-0F6EB0017746}"/>
                </a:ext>
              </a:extLst>
            </p:cNvPr>
            <p:cNvSpPr/>
            <p:nvPr/>
          </p:nvSpPr>
          <p:spPr>
            <a:xfrm>
              <a:off x="353377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8" name="Freihandform: Form 157">
              <a:extLst>
                <a:ext uri="{FF2B5EF4-FFF2-40B4-BE49-F238E27FC236}">
                  <a16:creationId xmlns:a16="http://schemas.microsoft.com/office/drawing/2014/main" id="{379A8BCB-276B-48DE-8727-8FFE47B56DBA}"/>
                </a:ext>
              </a:extLst>
            </p:cNvPr>
            <p:cNvSpPr/>
            <p:nvPr/>
          </p:nvSpPr>
          <p:spPr>
            <a:xfrm>
              <a:off x="3671887" y="2640329"/>
              <a:ext cx="224790" cy="280034"/>
            </a:xfrm>
            <a:custGeom>
              <a:avLst/>
              <a:gdLst>
                <a:gd name="connsiteX0" fmla="*/ 222885 w 224790"/>
                <a:gd name="connsiteY0" fmla="*/ 237172 h 280034"/>
                <a:gd name="connsiteX1" fmla="*/ 127635 w 224790"/>
                <a:gd name="connsiteY1" fmla="*/ 280035 h 280034"/>
                <a:gd name="connsiteX2" fmla="*/ 0 w 224790"/>
                <a:gd name="connsiteY2" fmla="*/ 140970 h 280034"/>
                <a:gd name="connsiteX3" fmla="*/ 128588 w 224790"/>
                <a:gd name="connsiteY3" fmla="*/ 0 h 280034"/>
                <a:gd name="connsiteX4" fmla="*/ 224790 w 224790"/>
                <a:gd name="connsiteY4" fmla="*/ 45720 h 280034"/>
                <a:gd name="connsiteX5" fmla="*/ 181928 w 224790"/>
                <a:gd name="connsiteY5" fmla="*/ 86678 h 280034"/>
                <a:gd name="connsiteX6" fmla="*/ 128588 w 224790"/>
                <a:gd name="connsiteY6" fmla="*/ 57150 h 280034"/>
                <a:gd name="connsiteX7" fmla="*/ 62865 w 224790"/>
                <a:gd name="connsiteY7" fmla="*/ 140018 h 280034"/>
                <a:gd name="connsiteX8" fmla="*/ 128588 w 224790"/>
                <a:gd name="connsiteY8" fmla="*/ 222885 h 280034"/>
                <a:gd name="connsiteX9" fmla="*/ 183833 w 224790"/>
                <a:gd name="connsiteY9" fmla="*/ 193358 h 280034"/>
                <a:gd name="connsiteX10" fmla="*/ 222885 w 224790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9" name="Freihandform: Form 158">
              <a:extLst>
                <a:ext uri="{FF2B5EF4-FFF2-40B4-BE49-F238E27FC236}">
                  <a16:creationId xmlns:a16="http://schemas.microsoft.com/office/drawing/2014/main" id="{A55528D5-0046-4FF1-9B16-39F1FE9700AA}"/>
                </a:ext>
              </a:extLst>
            </p:cNvPr>
            <p:cNvSpPr/>
            <p:nvPr/>
          </p:nvSpPr>
          <p:spPr>
            <a:xfrm>
              <a:off x="3950016" y="2524124"/>
              <a:ext cx="228600" cy="391477"/>
            </a:xfrm>
            <a:custGeom>
              <a:avLst/>
              <a:gdLst>
                <a:gd name="connsiteX0" fmla="*/ 228600 w 228600"/>
                <a:gd name="connsiteY0" fmla="*/ 390525 h 391477"/>
                <a:gd name="connsiteX1" fmla="*/ 166688 w 228600"/>
                <a:gd name="connsiteY1" fmla="*/ 390525 h 391477"/>
                <a:gd name="connsiteX2" fmla="*/ 166688 w 228600"/>
                <a:gd name="connsiteY2" fmla="*/ 238125 h 391477"/>
                <a:gd name="connsiteX3" fmla="*/ 117158 w 228600"/>
                <a:gd name="connsiteY3" fmla="*/ 173355 h 391477"/>
                <a:gd name="connsiteX4" fmla="*/ 61913 w 228600"/>
                <a:gd name="connsiteY4" fmla="*/ 238125 h 391477"/>
                <a:gd name="connsiteX5" fmla="*/ 61913 w 228600"/>
                <a:gd name="connsiteY5" fmla="*/ 391478 h 391477"/>
                <a:gd name="connsiteX6" fmla="*/ 0 w 228600"/>
                <a:gd name="connsiteY6" fmla="*/ 391478 h 391477"/>
                <a:gd name="connsiteX7" fmla="*/ 0 w 228600"/>
                <a:gd name="connsiteY7" fmla="*/ 16193 h 391477"/>
                <a:gd name="connsiteX8" fmla="*/ 61913 w 228600"/>
                <a:gd name="connsiteY8" fmla="*/ 0 h 391477"/>
                <a:gd name="connsiteX9" fmla="*/ 61913 w 228600"/>
                <a:gd name="connsiteY9" fmla="*/ 155258 h 391477"/>
                <a:gd name="connsiteX10" fmla="*/ 62865 w 228600"/>
                <a:gd name="connsiteY10" fmla="*/ 155258 h 391477"/>
                <a:gd name="connsiteX11" fmla="*/ 140970 w 228600"/>
                <a:gd name="connsiteY11" fmla="*/ 116205 h 391477"/>
                <a:gd name="connsiteX12" fmla="*/ 228600 w 228600"/>
                <a:gd name="connsiteY12" fmla="*/ 223838 h 391477"/>
                <a:gd name="connsiteX13" fmla="*/ 228600 w 228600"/>
                <a:gd name="connsiteY13" fmla="*/ 390525 h 39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1477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1478"/>
                  </a:lnTo>
                  <a:lnTo>
                    <a:pt x="0" y="391478"/>
                  </a:lnTo>
                  <a:lnTo>
                    <a:pt x="0" y="16193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0" name="Freihandform: Form 159">
              <a:extLst>
                <a:ext uri="{FF2B5EF4-FFF2-40B4-BE49-F238E27FC236}">
                  <a16:creationId xmlns:a16="http://schemas.microsoft.com/office/drawing/2014/main" id="{74277C29-BB8B-49A5-95E2-39DD1E8C3296}"/>
                </a:ext>
              </a:extLst>
            </p:cNvPr>
            <p:cNvSpPr/>
            <p:nvPr/>
          </p:nvSpPr>
          <p:spPr>
            <a:xfrm>
              <a:off x="4251006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759A52F0-C4D1-4FDA-BD54-BE8E53644C3F}"/>
                </a:ext>
              </a:extLst>
            </p:cNvPr>
            <p:cNvSpPr/>
            <p:nvPr/>
          </p:nvSpPr>
          <p:spPr>
            <a:xfrm>
              <a:off x="4413884" y="2545079"/>
              <a:ext cx="343852" cy="368617"/>
            </a:xfrm>
            <a:custGeom>
              <a:avLst/>
              <a:gdLst>
                <a:gd name="connsiteX0" fmla="*/ 137160 w 343852"/>
                <a:gd name="connsiteY0" fmla="*/ 0 h 368617"/>
                <a:gd name="connsiteX1" fmla="*/ 206693 w 343852"/>
                <a:gd name="connsiteY1" fmla="*/ 0 h 368617"/>
                <a:gd name="connsiteX2" fmla="*/ 343853 w 343852"/>
                <a:gd name="connsiteY2" fmla="*/ 368618 h 368617"/>
                <a:gd name="connsiteX3" fmla="*/ 272415 w 343852"/>
                <a:gd name="connsiteY3" fmla="*/ 368618 h 368617"/>
                <a:gd name="connsiteX4" fmla="*/ 245745 w 343852"/>
                <a:gd name="connsiteY4" fmla="*/ 290512 h 368617"/>
                <a:gd name="connsiteX5" fmla="*/ 96203 w 343852"/>
                <a:gd name="connsiteY5" fmla="*/ 290512 h 368617"/>
                <a:gd name="connsiteX6" fmla="*/ 69533 w 343852"/>
                <a:gd name="connsiteY6" fmla="*/ 368618 h 368617"/>
                <a:gd name="connsiteX7" fmla="*/ 0 w 343852"/>
                <a:gd name="connsiteY7" fmla="*/ 368618 h 368617"/>
                <a:gd name="connsiteX8" fmla="*/ 137160 w 343852"/>
                <a:gd name="connsiteY8" fmla="*/ 0 h 368617"/>
                <a:gd name="connsiteX9" fmla="*/ 116205 w 343852"/>
                <a:gd name="connsiteY9" fmla="*/ 231458 h 368617"/>
                <a:gd name="connsiteX10" fmla="*/ 223838 w 343852"/>
                <a:gd name="connsiteY10" fmla="*/ 231458 h 368617"/>
                <a:gd name="connsiteX11" fmla="*/ 170497 w 343852"/>
                <a:gd name="connsiteY11" fmla="*/ 75247 h 368617"/>
                <a:gd name="connsiteX12" fmla="*/ 169545 w 343852"/>
                <a:gd name="connsiteY12" fmla="*/ 75247 h 368617"/>
                <a:gd name="connsiteX13" fmla="*/ 116205 w 343852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3852" h="368617">
                  <a:moveTo>
                    <a:pt x="137160" y="0"/>
                  </a:moveTo>
                  <a:lnTo>
                    <a:pt x="206693" y="0"/>
                  </a:lnTo>
                  <a:lnTo>
                    <a:pt x="343853" y="368618"/>
                  </a:lnTo>
                  <a:lnTo>
                    <a:pt x="272415" y="368618"/>
                  </a:lnTo>
                  <a:lnTo>
                    <a:pt x="245745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7160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7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CC342AEC-6092-465A-AF0C-445D72382700}"/>
                </a:ext>
              </a:extLst>
            </p:cNvPr>
            <p:cNvSpPr/>
            <p:nvPr/>
          </p:nvSpPr>
          <p:spPr>
            <a:xfrm>
              <a:off x="4812029" y="2525076"/>
              <a:ext cx="61912" cy="389572"/>
            </a:xfrm>
            <a:custGeom>
              <a:avLst/>
              <a:gdLst>
                <a:gd name="connsiteX0" fmla="*/ 61913 w 61912"/>
                <a:gd name="connsiteY0" fmla="*/ 389573 h 389572"/>
                <a:gd name="connsiteX1" fmla="*/ 0 w 61912"/>
                <a:gd name="connsiteY1" fmla="*/ 389573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3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3"/>
                  </a:moveTo>
                  <a:lnTo>
                    <a:pt x="0" y="389573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9EDFEEFE-C724-49DC-AE55-7A6CECC836C8}"/>
                </a:ext>
              </a:extLst>
            </p:cNvPr>
            <p:cNvSpPr/>
            <p:nvPr/>
          </p:nvSpPr>
          <p:spPr>
            <a:xfrm>
              <a:off x="4941569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2D40B74F-6838-4A8C-B1AE-BAA26E839892}"/>
                </a:ext>
              </a:extLst>
            </p:cNvPr>
            <p:cNvSpPr/>
            <p:nvPr/>
          </p:nvSpPr>
          <p:spPr>
            <a:xfrm>
              <a:off x="5217794" y="2647949"/>
              <a:ext cx="255270" cy="266700"/>
            </a:xfrm>
            <a:custGeom>
              <a:avLst/>
              <a:gdLst>
                <a:gd name="connsiteX0" fmla="*/ 255270 w 255270"/>
                <a:gd name="connsiteY0" fmla="*/ 266700 h 266700"/>
                <a:gd name="connsiteX1" fmla="*/ 183833 w 255270"/>
                <a:gd name="connsiteY1" fmla="*/ 266700 h 266700"/>
                <a:gd name="connsiteX2" fmla="*/ 126683 w 255270"/>
                <a:gd name="connsiteY2" fmla="*/ 174308 h 266700"/>
                <a:gd name="connsiteX3" fmla="*/ 125730 w 255270"/>
                <a:gd name="connsiteY3" fmla="*/ 174308 h 266700"/>
                <a:gd name="connsiteX4" fmla="*/ 70485 w 255270"/>
                <a:gd name="connsiteY4" fmla="*/ 266700 h 266700"/>
                <a:gd name="connsiteX5" fmla="*/ 0 w 255270"/>
                <a:gd name="connsiteY5" fmla="*/ 266700 h 266700"/>
                <a:gd name="connsiteX6" fmla="*/ 91440 w 255270"/>
                <a:gd name="connsiteY6" fmla="*/ 128588 h 266700"/>
                <a:gd name="connsiteX7" fmla="*/ 6668 w 255270"/>
                <a:gd name="connsiteY7" fmla="*/ 0 h 266700"/>
                <a:gd name="connsiteX8" fmla="*/ 77153 w 255270"/>
                <a:gd name="connsiteY8" fmla="*/ 0 h 266700"/>
                <a:gd name="connsiteX9" fmla="*/ 127635 w 255270"/>
                <a:gd name="connsiteY9" fmla="*/ 81915 h 266700"/>
                <a:gd name="connsiteX10" fmla="*/ 128588 w 255270"/>
                <a:gd name="connsiteY10" fmla="*/ 81915 h 266700"/>
                <a:gd name="connsiteX11" fmla="*/ 178118 w 255270"/>
                <a:gd name="connsiteY11" fmla="*/ 0 h 266700"/>
                <a:gd name="connsiteX12" fmla="*/ 247650 w 255270"/>
                <a:gd name="connsiteY12" fmla="*/ 0 h 266700"/>
                <a:gd name="connsiteX13" fmla="*/ 163830 w 255270"/>
                <a:gd name="connsiteY13" fmla="*/ 127635 h 266700"/>
                <a:gd name="connsiteX14" fmla="*/ 255270 w 255270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70" h="266700">
                  <a:moveTo>
                    <a:pt x="255270" y="266700"/>
                  </a:moveTo>
                  <a:lnTo>
                    <a:pt x="183833" y="266700"/>
                  </a:lnTo>
                  <a:lnTo>
                    <a:pt x="126683" y="174308"/>
                  </a:lnTo>
                  <a:lnTo>
                    <a:pt x="125730" y="174308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8" y="0"/>
                  </a:lnTo>
                  <a:lnTo>
                    <a:pt x="77153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8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6EFE6BDB-32E1-45FD-9979-18D01839B431}"/>
                </a:ext>
              </a:extLst>
            </p:cNvPr>
            <p:cNvSpPr/>
            <p:nvPr/>
          </p:nvSpPr>
          <p:spPr>
            <a:xfrm>
              <a:off x="5506402" y="2641281"/>
              <a:ext cx="225742" cy="279082"/>
            </a:xfrm>
            <a:custGeom>
              <a:avLst/>
              <a:gdLst>
                <a:gd name="connsiteX0" fmla="*/ 114300 w 225742"/>
                <a:gd name="connsiteY0" fmla="*/ 107632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8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8 h 279082"/>
                <a:gd name="connsiteX9" fmla="*/ 166688 w 225742"/>
                <a:gd name="connsiteY9" fmla="*/ 273368 h 279082"/>
                <a:gd name="connsiteX10" fmla="*/ 166688 w 225742"/>
                <a:gd name="connsiteY10" fmla="*/ 244793 h 279082"/>
                <a:gd name="connsiteX11" fmla="*/ 165735 w 225742"/>
                <a:gd name="connsiteY11" fmla="*/ 244793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2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4305 h 279082"/>
                <a:gd name="connsiteX18" fmla="*/ 120967 w 225742"/>
                <a:gd name="connsiteY18" fmla="*/ 149543 h 279082"/>
                <a:gd name="connsiteX19" fmla="*/ 59055 w 225742"/>
                <a:gd name="connsiteY19" fmla="*/ 193358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2"/>
                  </a:moveTo>
                  <a:cubicBezTo>
                    <a:pt x="131445" y="107632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8" y="52388"/>
                  </a:cubicBezTo>
                  <a:cubicBezTo>
                    <a:pt x="83820" y="52388"/>
                    <a:pt x="60007" y="57150"/>
                    <a:pt x="38100" y="67628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3"/>
                    <a:pt x="225742" y="102870"/>
                  </a:cubicBezTo>
                  <a:lnTo>
                    <a:pt x="225742" y="273368"/>
                  </a:lnTo>
                  <a:lnTo>
                    <a:pt x="166688" y="273368"/>
                  </a:lnTo>
                  <a:lnTo>
                    <a:pt x="166688" y="244793"/>
                  </a:lnTo>
                  <a:lnTo>
                    <a:pt x="165735" y="244793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2"/>
                    <a:pt x="114300" y="107632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4305"/>
                  </a:lnTo>
                  <a:cubicBezTo>
                    <a:pt x="150495" y="150495"/>
                    <a:pt x="135255" y="149543"/>
                    <a:pt x="120967" y="149543"/>
                  </a:cubicBezTo>
                  <a:cubicBezTo>
                    <a:pt x="81915" y="149543"/>
                    <a:pt x="59055" y="164783"/>
                    <a:pt x="59055" y="193358"/>
                  </a:cubicBezTo>
                  <a:cubicBezTo>
                    <a:pt x="59055" y="217170"/>
                    <a:pt x="76200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5C94FABB-C1B7-47AC-B5FA-ED08372AD0B7}"/>
                </a:ext>
              </a:extLst>
            </p:cNvPr>
            <p:cNvSpPr/>
            <p:nvPr/>
          </p:nvSpPr>
          <p:spPr>
            <a:xfrm>
              <a:off x="5812154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2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1FF9302D-5100-41CD-9A94-BB9A327F043F}"/>
                </a:ext>
              </a:extLst>
            </p:cNvPr>
            <p:cNvSpPr/>
            <p:nvPr/>
          </p:nvSpPr>
          <p:spPr>
            <a:xfrm>
              <a:off x="6106477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2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2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3820" y="173355"/>
                    <a:pt x="61913" y="202883"/>
                    <a:pt x="61913" y="2562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A61693B6-769C-484A-AF3B-52D595710058}"/>
                </a:ext>
              </a:extLst>
            </p:cNvPr>
            <p:cNvSpPr/>
            <p:nvPr/>
          </p:nvSpPr>
          <p:spPr>
            <a:xfrm>
              <a:off x="642365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3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00650D62-B6A8-41BD-A957-E488D5B8C256}"/>
                </a:ext>
              </a:extLst>
            </p:cNvPr>
            <p:cNvSpPr/>
            <p:nvPr/>
          </p:nvSpPr>
          <p:spPr>
            <a:xfrm>
              <a:off x="6737031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83D60748-9F3D-48CB-B7CE-1BC2FFB4FD82}"/>
                </a:ext>
              </a:extLst>
            </p:cNvPr>
            <p:cNvSpPr/>
            <p:nvPr/>
          </p:nvSpPr>
          <p:spPr>
            <a:xfrm>
              <a:off x="693610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41A547D1-B041-4771-A00B-E50A5006049F}"/>
                </a:ext>
              </a:extLst>
            </p:cNvPr>
            <p:cNvSpPr/>
            <p:nvPr/>
          </p:nvSpPr>
          <p:spPr>
            <a:xfrm>
              <a:off x="714565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2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B477AD55-72FE-4E4A-92CF-09386353BBA2}"/>
                </a:ext>
              </a:extLst>
            </p:cNvPr>
            <p:cNvSpPr/>
            <p:nvPr/>
          </p:nvSpPr>
          <p:spPr>
            <a:xfrm>
              <a:off x="7517129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E024DD0A-0FBB-4B47-ABC6-6E54E8031F66}"/>
                </a:ext>
              </a:extLst>
            </p:cNvPr>
            <p:cNvSpPr/>
            <p:nvPr/>
          </p:nvSpPr>
          <p:spPr>
            <a:xfrm>
              <a:off x="781621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55F1AD1F-64BF-48B4-9755-282432ADFACC}"/>
                </a:ext>
              </a:extLst>
            </p:cNvPr>
            <p:cNvSpPr/>
            <p:nvPr/>
          </p:nvSpPr>
          <p:spPr>
            <a:xfrm>
              <a:off x="7940039" y="2647949"/>
              <a:ext cx="259080" cy="266700"/>
            </a:xfrm>
            <a:custGeom>
              <a:avLst/>
              <a:gdLst>
                <a:gd name="connsiteX0" fmla="*/ 259080 w 259080"/>
                <a:gd name="connsiteY0" fmla="*/ 0 h 266700"/>
                <a:gd name="connsiteX1" fmla="*/ 161925 w 259080"/>
                <a:gd name="connsiteY1" fmla="*/ 266700 h 266700"/>
                <a:gd name="connsiteX2" fmla="*/ 97155 w 259080"/>
                <a:gd name="connsiteY2" fmla="*/ 266700 h 266700"/>
                <a:gd name="connsiteX3" fmla="*/ 0 w 259080"/>
                <a:gd name="connsiteY3" fmla="*/ 0 h 266700"/>
                <a:gd name="connsiteX4" fmla="*/ 68580 w 259080"/>
                <a:gd name="connsiteY4" fmla="*/ 0 h 266700"/>
                <a:gd name="connsiteX5" fmla="*/ 129540 w 259080"/>
                <a:gd name="connsiteY5" fmla="*/ 193358 h 266700"/>
                <a:gd name="connsiteX6" fmla="*/ 130493 w 259080"/>
                <a:gd name="connsiteY6" fmla="*/ 193358 h 266700"/>
                <a:gd name="connsiteX7" fmla="*/ 191453 w 259080"/>
                <a:gd name="connsiteY7" fmla="*/ 0 h 266700"/>
                <a:gd name="connsiteX8" fmla="*/ 259080 w 259080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80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3" y="193358"/>
                  </a:lnTo>
                  <a:lnTo>
                    <a:pt x="191453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FDB4DDC7-6C61-4939-92CA-01D3FB477652}"/>
                </a:ext>
              </a:extLst>
            </p:cNvPr>
            <p:cNvSpPr/>
            <p:nvPr/>
          </p:nvSpPr>
          <p:spPr>
            <a:xfrm>
              <a:off x="822769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60736FBD-FA52-4AE9-8827-E3DF4E4F7CF5}"/>
                </a:ext>
              </a:extLst>
            </p:cNvPr>
            <p:cNvSpPr/>
            <p:nvPr/>
          </p:nvSpPr>
          <p:spPr>
            <a:xfrm>
              <a:off x="8539162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8 w 161925"/>
                <a:gd name="connsiteY3" fmla="*/ 135498 h 272657"/>
                <a:gd name="connsiteX4" fmla="*/ 63818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8" y="94540"/>
                    <a:pt x="63818" y="135498"/>
                  </a:cubicBezTo>
                  <a:lnTo>
                    <a:pt x="63818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07BCB843-3BB9-46FF-B90F-800B2292D37A}"/>
                </a:ext>
              </a:extLst>
            </p:cNvPr>
            <p:cNvSpPr/>
            <p:nvPr/>
          </p:nvSpPr>
          <p:spPr>
            <a:xfrm>
              <a:off x="8729662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3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8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8" y="60007"/>
                    <a:pt x="130493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C7782F49-F363-4B9F-91EA-64E42DC9C684}"/>
                </a:ext>
              </a:extLst>
            </p:cNvPr>
            <p:cNvSpPr/>
            <p:nvPr/>
          </p:nvSpPr>
          <p:spPr>
            <a:xfrm>
              <a:off x="8993504" y="2528887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8C8522A1-4FCD-4897-8EE8-FD8178D4BBE6}"/>
                </a:ext>
              </a:extLst>
            </p:cNvPr>
            <p:cNvSpPr/>
            <p:nvPr/>
          </p:nvSpPr>
          <p:spPr>
            <a:xfrm>
              <a:off x="9117329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8 w 165734"/>
                <a:gd name="connsiteY9" fmla="*/ 0 h 358139"/>
                <a:gd name="connsiteX10" fmla="*/ 101918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8 w 165734"/>
                <a:gd name="connsiteY13" fmla="*/ 138113 h 358139"/>
                <a:gd name="connsiteX14" fmla="*/ 101918 w 165734"/>
                <a:gd name="connsiteY14" fmla="*/ 269558 h 358139"/>
                <a:gd name="connsiteX15" fmla="*/ 130493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2271EE6F-F879-402E-AB11-5499794221EB}"/>
                </a:ext>
              </a:extLst>
            </p:cNvPr>
            <p:cNvSpPr/>
            <p:nvPr/>
          </p:nvSpPr>
          <p:spPr>
            <a:xfrm>
              <a:off x="9331642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2 w 225742"/>
                <a:gd name="connsiteY1" fmla="*/ 220980 h 386714"/>
                <a:gd name="connsiteX2" fmla="*/ 164782 w 225742"/>
                <a:gd name="connsiteY2" fmla="*/ 211455 h 386714"/>
                <a:gd name="connsiteX3" fmla="*/ 105727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4775 w 225742"/>
                <a:gd name="connsiteY20" fmla="*/ 340042 h 386714"/>
                <a:gd name="connsiteX21" fmla="*/ 165735 w 225742"/>
                <a:gd name="connsiteY21" fmla="*/ 307658 h 386714"/>
                <a:gd name="connsiteX22" fmla="*/ 165735 w 225742"/>
                <a:gd name="connsiteY22" fmla="*/ 261938 h 386714"/>
                <a:gd name="connsiteX23" fmla="*/ 121920 w 225742"/>
                <a:gd name="connsiteY23" fmla="*/ 257175 h 386714"/>
                <a:gd name="connsiteX24" fmla="*/ 60007 w 225742"/>
                <a:gd name="connsiteY24" fmla="*/ 300990 h 386714"/>
                <a:gd name="connsiteX25" fmla="*/ 104775 w 225742"/>
                <a:gd name="connsiteY25" fmla="*/ 340042 h 386714"/>
                <a:gd name="connsiteX26" fmla="*/ 173355 w 225742"/>
                <a:gd name="connsiteY26" fmla="*/ 72390 h 386714"/>
                <a:gd name="connsiteX27" fmla="*/ 136207 w 225742"/>
                <a:gd name="connsiteY27" fmla="*/ 36195 h 386714"/>
                <a:gd name="connsiteX28" fmla="*/ 173355 w 225742"/>
                <a:gd name="connsiteY28" fmla="*/ 0 h 386714"/>
                <a:gd name="connsiteX29" fmla="*/ 210502 w 225742"/>
                <a:gd name="connsiteY29" fmla="*/ 36195 h 386714"/>
                <a:gd name="connsiteX30" fmla="*/ 173355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4775" y="340042"/>
                  </a:moveTo>
                  <a:cubicBezTo>
                    <a:pt x="127635" y="340042"/>
                    <a:pt x="148590" y="328613"/>
                    <a:pt x="165735" y="307658"/>
                  </a:cubicBezTo>
                  <a:lnTo>
                    <a:pt x="165735" y="261938"/>
                  </a:lnTo>
                  <a:cubicBezTo>
                    <a:pt x="151447" y="258127"/>
                    <a:pt x="136207" y="257175"/>
                    <a:pt x="121920" y="257175"/>
                  </a:cubicBezTo>
                  <a:cubicBezTo>
                    <a:pt x="82868" y="257175"/>
                    <a:pt x="60007" y="272415"/>
                    <a:pt x="60007" y="300990"/>
                  </a:cubicBezTo>
                  <a:cubicBezTo>
                    <a:pt x="60007" y="324803"/>
                    <a:pt x="77152" y="340042"/>
                    <a:pt x="104775" y="340042"/>
                  </a:cubicBezTo>
                  <a:close/>
                  <a:moveTo>
                    <a:pt x="173355" y="72390"/>
                  </a:moveTo>
                  <a:cubicBezTo>
                    <a:pt x="153352" y="72390"/>
                    <a:pt x="136207" y="55245"/>
                    <a:pt x="136207" y="36195"/>
                  </a:cubicBezTo>
                  <a:cubicBezTo>
                    <a:pt x="136207" y="17145"/>
                    <a:pt x="153352" y="0"/>
                    <a:pt x="173355" y="0"/>
                  </a:cubicBezTo>
                  <a:cubicBezTo>
                    <a:pt x="193357" y="0"/>
                    <a:pt x="210502" y="17145"/>
                    <a:pt x="210502" y="36195"/>
                  </a:cubicBezTo>
                  <a:cubicBezTo>
                    <a:pt x="210502" y="56198"/>
                    <a:pt x="192405" y="72390"/>
                    <a:pt x="173355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8539204C-F873-49CD-BB1D-7FA2F432F701}"/>
                </a:ext>
              </a:extLst>
            </p:cNvPr>
            <p:cNvSpPr/>
            <p:nvPr/>
          </p:nvSpPr>
          <p:spPr>
            <a:xfrm>
              <a:off x="9605962" y="2562224"/>
              <a:ext cx="166687" cy="358139"/>
            </a:xfrm>
            <a:custGeom>
              <a:avLst/>
              <a:gdLst>
                <a:gd name="connsiteX0" fmla="*/ 166688 w 166687"/>
                <a:gd name="connsiteY0" fmla="*/ 295275 h 358139"/>
                <a:gd name="connsiteX1" fmla="*/ 166688 w 166687"/>
                <a:gd name="connsiteY1" fmla="*/ 348615 h 358139"/>
                <a:gd name="connsiteX2" fmla="*/ 114300 w 166687"/>
                <a:gd name="connsiteY2" fmla="*/ 358140 h 358139"/>
                <a:gd name="connsiteX3" fmla="*/ 41910 w 166687"/>
                <a:gd name="connsiteY3" fmla="*/ 282892 h 358139"/>
                <a:gd name="connsiteX4" fmla="*/ 41910 w 166687"/>
                <a:gd name="connsiteY4" fmla="*/ 137160 h 358139"/>
                <a:gd name="connsiteX5" fmla="*/ 0 w 166687"/>
                <a:gd name="connsiteY5" fmla="*/ 137160 h 358139"/>
                <a:gd name="connsiteX6" fmla="*/ 0 w 166687"/>
                <a:gd name="connsiteY6" fmla="*/ 85725 h 358139"/>
                <a:gd name="connsiteX7" fmla="*/ 40005 w 166687"/>
                <a:gd name="connsiteY7" fmla="*/ 85725 h 358139"/>
                <a:gd name="connsiteX8" fmla="*/ 40005 w 166687"/>
                <a:gd name="connsiteY8" fmla="*/ 13335 h 358139"/>
                <a:gd name="connsiteX9" fmla="*/ 101918 w 166687"/>
                <a:gd name="connsiteY9" fmla="*/ 0 h 358139"/>
                <a:gd name="connsiteX10" fmla="*/ 101918 w 166687"/>
                <a:gd name="connsiteY10" fmla="*/ 86677 h 358139"/>
                <a:gd name="connsiteX11" fmla="*/ 165735 w 166687"/>
                <a:gd name="connsiteY11" fmla="*/ 86677 h 358139"/>
                <a:gd name="connsiteX12" fmla="*/ 165735 w 166687"/>
                <a:gd name="connsiteY12" fmla="*/ 138113 h 358139"/>
                <a:gd name="connsiteX13" fmla="*/ 101918 w 166687"/>
                <a:gd name="connsiteY13" fmla="*/ 138113 h 358139"/>
                <a:gd name="connsiteX14" fmla="*/ 101918 w 166687"/>
                <a:gd name="connsiteY14" fmla="*/ 269558 h 358139"/>
                <a:gd name="connsiteX15" fmla="*/ 130493 w 166687"/>
                <a:gd name="connsiteY15" fmla="*/ 304800 h 358139"/>
                <a:gd name="connsiteX16" fmla="*/ 166688 w 166687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687" h="358139">
                  <a:moveTo>
                    <a:pt x="166688" y="295275"/>
                  </a:moveTo>
                  <a:lnTo>
                    <a:pt x="166688" y="348615"/>
                  </a:lnTo>
                  <a:cubicBezTo>
                    <a:pt x="153352" y="355283"/>
                    <a:pt x="132398" y="358140"/>
                    <a:pt x="114300" y="358140"/>
                  </a:cubicBezTo>
                  <a:cubicBezTo>
                    <a:pt x="67627" y="358140"/>
                    <a:pt x="41910" y="331470"/>
                    <a:pt x="41910" y="282892"/>
                  </a:cubicBezTo>
                  <a:lnTo>
                    <a:pt x="41910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3827" y="303848"/>
                    <a:pt x="156210" y="300038"/>
                    <a:pt x="166688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791F0BE6-8EDF-47A0-8EF3-57702EEAABBE}"/>
                </a:ext>
              </a:extLst>
            </p:cNvPr>
            <p:cNvSpPr/>
            <p:nvPr/>
          </p:nvSpPr>
          <p:spPr>
            <a:xfrm>
              <a:off x="2090737" y="3122294"/>
              <a:ext cx="231457" cy="368617"/>
            </a:xfrm>
            <a:custGeom>
              <a:avLst/>
              <a:gdLst>
                <a:gd name="connsiteX0" fmla="*/ 231458 w 231457"/>
                <a:gd name="connsiteY0" fmla="*/ 60007 h 368617"/>
                <a:gd name="connsiteX1" fmla="*/ 65723 w 231457"/>
                <a:gd name="connsiteY1" fmla="*/ 60007 h 368617"/>
                <a:gd name="connsiteX2" fmla="*/ 65723 w 231457"/>
                <a:gd name="connsiteY2" fmla="*/ 151447 h 368617"/>
                <a:gd name="connsiteX3" fmla="*/ 189548 w 231457"/>
                <a:gd name="connsiteY3" fmla="*/ 151447 h 368617"/>
                <a:gd name="connsiteX4" fmla="*/ 189548 w 231457"/>
                <a:gd name="connsiteY4" fmla="*/ 211455 h 368617"/>
                <a:gd name="connsiteX5" fmla="*/ 65723 w 231457"/>
                <a:gd name="connsiteY5" fmla="*/ 211455 h 368617"/>
                <a:gd name="connsiteX6" fmla="*/ 65723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8 w 231457"/>
                <a:gd name="connsiteY9" fmla="*/ 0 h 368617"/>
                <a:gd name="connsiteX10" fmla="*/ 231458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8" y="60007"/>
                  </a:moveTo>
                  <a:lnTo>
                    <a:pt x="65723" y="60007"/>
                  </a:lnTo>
                  <a:lnTo>
                    <a:pt x="65723" y="151447"/>
                  </a:lnTo>
                  <a:lnTo>
                    <a:pt x="189548" y="151447"/>
                  </a:lnTo>
                  <a:lnTo>
                    <a:pt x="189548" y="211455"/>
                  </a:lnTo>
                  <a:lnTo>
                    <a:pt x="65723" y="211455"/>
                  </a:lnTo>
                  <a:lnTo>
                    <a:pt x="65723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CF9B2426-8D02-456C-82ED-0D82B829369C}"/>
                </a:ext>
              </a:extLst>
            </p:cNvPr>
            <p:cNvSpPr/>
            <p:nvPr/>
          </p:nvSpPr>
          <p:spPr>
            <a:xfrm>
              <a:off x="2334560" y="3217544"/>
              <a:ext cx="225758" cy="279082"/>
            </a:xfrm>
            <a:custGeom>
              <a:avLst/>
              <a:gdLst>
                <a:gd name="connsiteX0" fmla="*/ 114316 w 225758"/>
                <a:gd name="connsiteY0" fmla="*/ 107633 h 279082"/>
                <a:gd name="connsiteX1" fmla="*/ 164799 w 225758"/>
                <a:gd name="connsiteY1" fmla="*/ 113347 h 279082"/>
                <a:gd name="connsiteX2" fmla="*/ 164799 w 225758"/>
                <a:gd name="connsiteY2" fmla="*/ 103822 h 279082"/>
                <a:gd name="connsiteX3" fmla="*/ 105744 w 225758"/>
                <a:gd name="connsiteY3" fmla="*/ 52388 h 279082"/>
                <a:gd name="connsiteX4" fmla="*/ 38116 w 225758"/>
                <a:gd name="connsiteY4" fmla="*/ 67627 h 279082"/>
                <a:gd name="connsiteX5" fmla="*/ 24781 w 225758"/>
                <a:gd name="connsiteY5" fmla="*/ 15240 h 279082"/>
                <a:gd name="connsiteX6" fmla="*/ 112411 w 225758"/>
                <a:gd name="connsiteY6" fmla="*/ 0 h 279082"/>
                <a:gd name="connsiteX7" fmla="*/ 225759 w 225758"/>
                <a:gd name="connsiteY7" fmla="*/ 102870 h 279082"/>
                <a:gd name="connsiteX8" fmla="*/ 225759 w 225758"/>
                <a:gd name="connsiteY8" fmla="*/ 273367 h 279082"/>
                <a:gd name="connsiteX9" fmla="*/ 166704 w 225758"/>
                <a:gd name="connsiteY9" fmla="*/ 273367 h 279082"/>
                <a:gd name="connsiteX10" fmla="*/ 166704 w 225758"/>
                <a:gd name="connsiteY10" fmla="*/ 244792 h 279082"/>
                <a:gd name="connsiteX11" fmla="*/ 165751 w 225758"/>
                <a:gd name="connsiteY11" fmla="*/ 244792 h 279082"/>
                <a:gd name="connsiteX12" fmla="*/ 87646 w 225758"/>
                <a:gd name="connsiteY12" fmla="*/ 279083 h 279082"/>
                <a:gd name="connsiteX13" fmla="*/ 16 w 225758"/>
                <a:gd name="connsiteY13" fmla="*/ 194310 h 279082"/>
                <a:gd name="connsiteX14" fmla="*/ 114316 w 225758"/>
                <a:gd name="connsiteY14" fmla="*/ 107633 h 279082"/>
                <a:gd name="connsiteX15" fmla="*/ 103839 w 225758"/>
                <a:gd name="connsiteY15" fmla="*/ 232410 h 279082"/>
                <a:gd name="connsiteX16" fmla="*/ 164799 w 225758"/>
                <a:gd name="connsiteY16" fmla="*/ 200025 h 279082"/>
                <a:gd name="connsiteX17" fmla="*/ 164799 w 225758"/>
                <a:gd name="connsiteY17" fmla="*/ 153352 h 279082"/>
                <a:gd name="connsiteX18" fmla="*/ 120984 w 225758"/>
                <a:gd name="connsiteY18" fmla="*/ 148590 h 279082"/>
                <a:gd name="connsiteX19" fmla="*/ 59071 w 225758"/>
                <a:gd name="connsiteY19" fmla="*/ 192405 h 279082"/>
                <a:gd name="connsiteX20" fmla="*/ 103839 w 225758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8" h="279082">
                  <a:moveTo>
                    <a:pt x="114316" y="107633"/>
                  </a:moveTo>
                  <a:cubicBezTo>
                    <a:pt x="131461" y="107633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6" y="52388"/>
                    <a:pt x="105744" y="52388"/>
                  </a:cubicBezTo>
                  <a:cubicBezTo>
                    <a:pt x="83836" y="52388"/>
                    <a:pt x="60024" y="57150"/>
                    <a:pt x="38116" y="67627"/>
                  </a:cubicBezTo>
                  <a:lnTo>
                    <a:pt x="24781" y="15240"/>
                  </a:lnTo>
                  <a:cubicBezTo>
                    <a:pt x="49546" y="5715"/>
                    <a:pt x="81931" y="0"/>
                    <a:pt x="112411" y="0"/>
                  </a:cubicBezTo>
                  <a:cubicBezTo>
                    <a:pt x="187659" y="0"/>
                    <a:pt x="225759" y="35242"/>
                    <a:pt x="225759" y="102870"/>
                  </a:cubicBezTo>
                  <a:lnTo>
                    <a:pt x="225759" y="273367"/>
                  </a:lnTo>
                  <a:lnTo>
                    <a:pt x="166704" y="273367"/>
                  </a:lnTo>
                  <a:lnTo>
                    <a:pt x="166704" y="244792"/>
                  </a:lnTo>
                  <a:lnTo>
                    <a:pt x="165751" y="244792"/>
                  </a:lnTo>
                  <a:cubicBezTo>
                    <a:pt x="142891" y="268605"/>
                    <a:pt x="119079" y="279083"/>
                    <a:pt x="87646" y="279083"/>
                  </a:cubicBezTo>
                  <a:cubicBezTo>
                    <a:pt x="34306" y="279083"/>
                    <a:pt x="16" y="245745"/>
                    <a:pt x="16" y="194310"/>
                  </a:cubicBezTo>
                  <a:cubicBezTo>
                    <a:pt x="-936" y="138113"/>
                    <a:pt x="40021" y="107633"/>
                    <a:pt x="114316" y="107633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3352"/>
                  </a:lnTo>
                  <a:cubicBezTo>
                    <a:pt x="150511" y="149542"/>
                    <a:pt x="135271" y="148590"/>
                    <a:pt x="120984" y="148590"/>
                  </a:cubicBezTo>
                  <a:cubicBezTo>
                    <a:pt x="81931" y="148590"/>
                    <a:pt x="59071" y="163830"/>
                    <a:pt x="59071" y="192405"/>
                  </a:cubicBezTo>
                  <a:cubicBezTo>
                    <a:pt x="59071" y="217170"/>
                    <a:pt x="76216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678B72D6-DAAB-43BC-B5FC-70A00DBF703C}"/>
                </a:ext>
              </a:extLst>
            </p:cNvPr>
            <p:cNvSpPr/>
            <p:nvPr/>
          </p:nvSpPr>
          <p:spPr>
            <a:xfrm>
              <a:off x="262508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3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CC8B66ED-8DF7-470E-AF97-15561A3B2CFF}"/>
                </a:ext>
              </a:extLst>
            </p:cNvPr>
            <p:cNvSpPr/>
            <p:nvPr/>
          </p:nvSpPr>
          <p:spPr>
            <a:xfrm>
              <a:off x="2904172" y="3100387"/>
              <a:ext cx="228599" cy="390525"/>
            </a:xfrm>
            <a:custGeom>
              <a:avLst/>
              <a:gdLst>
                <a:gd name="connsiteX0" fmla="*/ 228600 w 228599"/>
                <a:gd name="connsiteY0" fmla="*/ 390525 h 390525"/>
                <a:gd name="connsiteX1" fmla="*/ 166687 w 228599"/>
                <a:gd name="connsiteY1" fmla="*/ 390525 h 390525"/>
                <a:gd name="connsiteX2" fmla="*/ 166687 w 228599"/>
                <a:gd name="connsiteY2" fmla="*/ 238125 h 390525"/>
                <a:gd name="connsiteX3" fmla="*/ 117157 w 228599"/>
                <a:gd name="connsiteY3" fmla="*/ 173355 h 390525"/>
                <a:gd name="connsiteX4" fmla="*/ 61913 w 228599"/>
                <a:gd name="connsiteY4" fmla="*/ 238125 h 390525"/>
                <a:gd name="connsiteX5" fmla="*/ 61913 w 228599"/>
                <a:gd name="connsiteY5" fmla="*/ 390525 h 390525"/>
                <a:gd name="connsiteX6" fmla="*/ 0 w 228599"/>
                <a:gd name="connsiteY6" fmla="*/ 390525 h 390525"/>
                <a:gd name="connsiteX7" fmla="*/ 0 w 228599"/>
                <a:gd name="connsiteY7" fmla="*/ 16192 h 390525"/>
                <a:gd name="connsiteX8" fmla="*/ 61913 w 228599"/>
                <a:gd name="connsiteY8" fmla="*/ 0 h 390525"/>
                <a:gd name="connsiteX9" fmla="*/ 61913 w 228599"/>
                <a:gd name="connsiteY9" fmla="*/ 155258 h 390525"/>
                <a:gd name="connsiteX10" fmla="*/ 62865 w 228599"/>
                <a:gd name="connsiteY10" fmla="*/ 155258 h 390525"/>
                <a:gd name="connsiteX11" fmla="*/ 140970 w 228599"/>
                <a:gd name="connsiteY11" fmla="*/ 116205 h 390525"/>
                <a:gd name="connsiteX12" fmla="*/ 228600 w 228599"/>
                <a:gd name="connsiteY12" fmla="*/ 223838 h 390525"/>
                <a:gd name="connsiteX13" fmla="*/ 228600 w 228599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599" h="390525">
                  <a:moveTo>
                    <a:pt x="228600" y="390525"/>
                  </a:moveTo>
                  <a:lnTo>
                    <a:pt x="166687" y="390525"/>
                  </a:lnTo>
                  <a:lnTo>
                    <a:pt x="166687" y="238125"/>
                  </a:lnTo>
                  <a:cubicBezTo>
                    <a:pt x="166687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F93C31A0-CEEF-4EFA-A781-8C3C43727832}"/>
                </a:ext>
              </a:extLst>
            </p:cNvPr>
            <p:cNvSpPr/>
            <p:nvPr/>
          </p:nvSpPr>
          <p:spPr>
            <a:xfrm>
              <a:off x="3211829" y="3099434"/>
              <a:ext cx="249554" cy="397192"/>
            </a:xfrm>
            <a:custGeom>
              <a:avLst/>
              <a:gdLst>
                <a:gd name="connsiteX0" fmla="*/ 249555 w 249554"/>
                <a:gd name="connsiteY0" fmla="*/ 256223 h 397192"/>
                <a:gd name="connsiteX1" fmla="*/ 140970 w 249554"/>
                <a:gd name="connsiteY1" fmla="*/ 397193 h 397192"/>
                <a:gd name="connsiteX2" fmla="*/ 61913 w 249554"/>
                <a:gd name="connsiteY2" fmla="*/ 360045 h 397192"/>
                <a:gd name="connsiteX3" fmla="*/ 60008 w 249554"/>
                <a:gd name="connsiteY3" fmla="*/ 360045 h 397192"/>
                <a:gd name="connsiteX4" fmla="*/ 60008 w 249554"/>
                <a:gd name="connsiteY4" fmla="*/ 390525 h 397192"/>
                <a:gd name="connsiteX5" fmla="*/ 0 w 249554"/>
                <a:gd name="connsiteY5" fmla="*/ 390525 h 397192"/>
                <a:gd name="connsiteX6" fmla="*/ 0 w 249554"/>
                <a:gd name="connsiteY6" fmla="*/ 16192 h 397192"/>
                <a:gd name="connsiteX7" fmla="*/ 61913 w 249554"/>
                <a:gd name="connsiteY7" fmla="*/ 0 h 397192"/>
                <a:gd name="connsiteX8" fmla="*/ 61913 w 249554"/>
                <a:gd name="connsiteY8" fmla="*/ 154305 h 397192"/>
                <a:gd name="connsiteX9" fmla="*/ 62865 w 249554"/>
                <a:gd name="connsiteY9" fmla="*/ 154305 h 397192"/>
                <a:gd name="connsiteX10" fmla="*/ 140970 w 249554"/>
                <a:gd name="connsiteY10" fmla="*/ 116205 h 397192"/>
                <a:gd name="connsiteX11" fmla="*/ 249555 w 249554"/>
                <a:gd name="connsiteY11" fmla="*/ 256223 h 397192"/>
                <a:gd name="connsiteX12" fmla="*/ 187642 w 249554"/>
                <a:gd name="connsiteY12" fmla="*/ 257175 h 397192"/>
                <a:gd name="connsiteX13" fmla="*/ 125730 w 249554"/>
                <a:gd name="connsiteY13" fmla="*/ 173355 h 397192"/>
                <a:gd name="connsiteX14" fmla="*/ 62865 w 249554"/>
                <a:gd name="connsiteY14" fmla="*/ 207645 h 397192"/>
                <a:gd name="connsiteX15" fmla="*/ 62865 w 249554"/>
                <a:gd name="connsiteY15" fmla="*/ 305753 h 397192"/>
                <a:gd name="connsiteX16" fmla="*/ 126683 w 249554"/>
                <a:gd name="connsiteY16" fmla="*/ 341948 h 397192"/>
                <a:gd name="connsiteX17" fmla="*/ 187642 w 249554"/>
                <a:gd name="connsiteY17" fmla="*/ 257175 h 397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9554" h="397192">
                  <a:moveTo>
                    <a:pt x="249555" y="256223"/>
                  </a:moveTo>
                  <a:cubicBezTo>
                    <a:pt x="249555" y="341948"/>
                    <a:pt x="205740" y="397193"/>
                    <a:pt x="140970" y="397193"/>
                  </a:cubicBezTo>
                  <a:cubicBezTo>
                    <a:pt x="107633" y="397193"/>
                    <a:pt x="80010" y="382905"/>
                    <a:pt x="61913" y="360045"/>
                  </a:cubicBezTo>
                  <a:lnTo>
                    <a:pt x="60008" y="360045"/>
                  </a:lnTo>
                  <a:lnTo>
                    <a:pt x="60008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4305"/>
                  </a:lnTo>
                  <a:lnTo>
                    <a:pt x="62865" y="154305"/>
                  </a:lnTo>
                  <a:cubicBezTo>
                    <a:pt x="80963" y="130492"/>
                    <a:pt x="107633" y="116205"/>
                    <a:pt x="140970" y="116205"/>
                  </a:cubicBezTo>
                  <a:cubicBezTo>
                    <a:pt x="205740" y="117157"/>
                    <a:pt x="249555" y="169545"/>
                    <a:pt x="249555" y="256223"/>
                  </a:cubicBezTo>
                  <a:close/>
                  <a:moveTo>
                    <a:pt x="187642" y="257175"/>
                  </a:moveTo>
                  <a:cubicBezTo>
                    <a:pt x="187642" y="201930"/>
                    <a:pt x="164783" y="173355"/>
                    <a:pt x="125730" y="173355"/>
                  </a:cubicBezTo>
                  <a:cubicBezTo>
                    <a:pt x="101917" y="173355"/>
                    <a:pt x="81915" y="183832"/>
                    <a:pt x="62865" y="207645"/>
                  </a:cubicBezTo>
                  <a:lnTo>
                    <a:pt x="62865" y="305753"/>
                  </a:lnTo>
                  <a:cubicBezTo>
                    <a:pt x="80963" y="329565"/>
                    <a:pt x="100965" y="341948"/>
                    <a:pt x="126683" y="341948"/>
                  </a:cubicBezTo>
                  <a:cubicBezTo>
                    <a:pt x="166688" y="341948"/>
                    <a:pt x="187642" y="310515"/>
                    <a:pt x="187642" y="2571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BF598C7C-6BCA-413D-822D-430B04602F55}"/>
                </a:ext>
              </a:extLst>
            </p:cNvPr>
            <p:cNvSpPr/>
            <p:nvPr/>
          </p:nvSpPr>
          <p:spPr>
            <a:xfrm>
              <a:off x="351567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812EE47B-93BE-4CB3-ABF3-9C85D3BC3E6F}"/>
                </a:ext>
              </a:extLst>
            </p:cNvPr>
            <p:cNvSpPr/>
            <p:nvPr/>
          </p:nvSpPr>
          <p:spPr>
            <a:xfrm>
              <a:off x="3829049" y="3217301"/>
              <a:ext cx="160020" cy="273610"/>
            </a:xfrm>
            <a:custGeom>
              <a:avLst/>
              <a:gdLst>
                <a:gd name="connsiteX0" fmla="*/ 160020 w 160020"/>
                <a:gd name="connsiteY0" fmla="*/ 5005 h 273610"/>
                <a:gd name="connsiteX1" fmla="*/ 150495 w 160020"/>
                <a:gd name="connsiteY1" fmla="*/ 68823 h 273610"/>
                <a:gd name="connsiteX2" fmla="*/ 116205 w 160020"/>
                <a:gd name="connsiteY2" fmla="*/ 60250 h 273610"/>
                <a:gd name="connsiteX3" fmla="*/ 61913 w 160020"/>
                <a:gd name="connsiteY3" fmla="*/ 135498 h 273610"/>
                <a:gd name="connsiteX4" fmla="*/ 61913 w 160020"/>
                <a:gd name="connsiteY4" fmla="*/ 273610 h 273610"/>
                <a:gd name="connsiteX5" fmla="*/ 0 w 160020"/>
                <a:gd name="connsiteY5" fmla="*/ 273610 h 273610"/>
                <a:gd name="connsiteX6" fmla="*/ 0 w 160020"/>
                <a:gd name="connsiteY6" fmla="*/ 6910 h 273610"/>
                <a:gd name="connsiteX7" fmla="*/ 60960 w 160020"/>
                <a:gd name="connsiteY7" fmla="*/ 6910 h 273610"/>
                <a:gd name="connsiteX8" fmla="*/ 60960 w 160020"/>
                <a:gd name="connsiteY8" fmla="*/ 40248 h 273610"/>
                <a:gd name="connsiteX9" fmla="*/ 61913 w 160020"/>
                <a:gd name="connsiteY9" fmla="*/ 40248 h 273610"/>
                <a:gd name="connsiteX10" fmla="*/ 131445 w 160020"/>
                <a:gd name="connsiteY10" fmla="*/ 243 h 273610"/>
                <a:gd name="connsiteX11" fmla="*/ 160020 w 160020"/>
                <a:gd name="connsiteY11" fmla="*/ 5005 h 273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361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3610"/>
                  </a:lnTo>
                  <a:lnTo>
                    <a:pt x="0" y="273610"/>
                  </a:lnTo>
                  <a:lnTo>
                    <a:pt x="0" y="6910"/>
                  </a:lnTo>
                  <a:lnTo>
                    <a:pt x="60960" y="6910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4A46CF7E-ACE6-4F69-9FEF-F609D6841E74}"/>
                </a:ext>
              </a:extLst>
            </p:cNvPr>
            <p:cNvSpPr/>
            <p:nvPr/>
          </p:nvSpPr>
          <p:spPr>
            <a:xfrm>
              <a:off x="402240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7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3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7" y="53340"/>
                    <a:pt x="242887" y="135255"/>
                  </a:cubicBezTo>
                  <a:cubicBezTo>
                    <a:pt x="242887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3" y="235267"/>
                  </a:lnTo>
                  <a:cubicBezTo>
                    <a:pt x="207645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A1CB58E5-0337-4D78-973D-EB4C187D65E1}"/>
                </a:ext>
              </a:extLst>
            </p:cNvPr>
            <p:cNvSpPr/>
            <p:nvPr/>
          </p:nvSpPr>
          <p:spPr>
            <a:xfrm>
              <a:off x="4325302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7 w 79057"/>
                <a:gd name="connsiteY4" fmla="*/ 38100 h 385762"/>
                <a:gd name="connsiteX5" fmla="*/ 71438 w 79057"/>
                <a:gd name="connsiteY5" fmla="*/ 385763 h 385762"/>
                <a:gd name="connsiteX6" fmla="*/ 9525 w 79057"/>
                <a:gd name="connsiteY6" fmla="*/ 385763 h 385762"/>
                <a:gd name="connsiteX7" fmla="*/ 9525 w 79057"/>
                <a:gd name="connsiteY7" fmla="*/ 119063 h 385762"/>
                <a:gd name="connsiteX8" fmla="*/ 71438 w 79057"/>
                <a:gd name="connsiteY8" fmla="*/ 119063 h 385762"/>
                <a:gd name="connsiteX9" fmla="*/ 71438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3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1438" y="385763"/>
                  </a:moveTo>
                  <a:lnTo>
                    <a:pt x="9525" y="385763"/>
                  </a:lnTo>
                  <a:lnTo>
                    <a:pt x="9525" y="119063"/>
                  </a:lnTo>
                  <a:lnTo>
                    <a:pt x="71438" y="119063"/>
                  </a:lnTo>
                  <a:lnTo>
                    <a:pt x="71438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2E40E8D8-E199-40E6-8690-1DE14E0E527A}"/>
                </a:ext>
              </a:extLst>
            </p:cNvPr>
            <p:cNvSpPr/>
            <p:nvPr/>
          </p:nvSpPr>
          <p:spPr>
            <a:xfrm>
              <a:off x="4463414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7DFCBBCB-6A89-4252-AF71-8A399106D1F1}"/>
                </a:ext>
              </a:extLst>
            </p:cNvPr>
            <p:cNvSpPr/>
            <p:nvPr/>
          </p:nvSpPr>
          <p:spPr>
            <a:xfrm>
              <a:off x="4742496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D044F98B-5734-42E9-BBDC-067BF4F1A0C8}"/>
                </a:ext>
              </a:extLst>
            </p:cNvPr>
            <p:cNvSpPr/>
            <p:nvPr/>
          </p:nvSpPr>
          <p:spPr>
            <a:xfrm>
              <a:off x="5209221" y="3122294"/>
              <a:ext cx="273367" cy="368617"/>
            </a:xfrm>
            <a:custGeom>
              <a:avLst/>
              <a:gdLst>
                <a:gd name="connsiteX0" fmla="*/ 64770 w 273367"/>
                <a:gd name="connsiteY0" fmla="*/ 368617 h 368617"/>
                <a:gd name="connsiteX1" fmla="*/ 0 w 273367"/>
                <a:gd name="connsiteY1" fmla="*/ 368617 h 368617"/>
                <a:gd name="connsiteX2" fmla="*/ 0 w 273367"/>
                <a:gd name="connsiteY2" fmla="*/ 0 h 368617"/>
                <a:gd name="connsiteX3" fmla="*/ 137160 w 273367"/>
                <a:gd name="connsiteY3" fmla="*/ 0 h 368617"/>
                <a:gd name="connsiteX4" fmla="*/ 263843 w 273367"/>
                <a:gd name="connsiteY4" fmla="*/ 108585 h 368617"/>
                <a:gd name="connsiteX5" fmla="*/ 188595 w 273367"/>
                <a:gd name="connsiteY5" fmla="*/ 214313 h 368617"/>
                <a:gd name="connsiteX6" fmla="*/ 273368 w 273367"/>
                <a:gd name="connsiteY6" fmla="*/ 368617 h 368617"/>
                <a:gd name="connsiteX7" fmla="*/ 196215 w 273367"/>
                <a:gd name="connsiteY7" fmla="*/ 368617 h 368617"/>
                <a:gd name="connsiteX8" fmla="*/ 120015 w 273367"/>
                <a:gd name="connsiteY8" fmla="*/ 220980 h 368617"/>
                <a:gd name="connsiteX9" fmla="*/ 63818 w 273367"/>
                <a:gd name="connsiteY9" fmla="*/ 220980 h 368617"/>
                <a:gd name="connsiteX10" fmla="*/ 63818 w 273367"/>
                <a:gd name="connsiteY10" fmla="*/ 368617 h 368617"/>
                <a:gd name="connsiteX11" fmla="*/ 197168 w 273367"/>
                <a:gd name="connsiteY11" fmla="*/ 110490 h 368617"/>
                <a:gd name="connsiteX12" fmla="*/ 131445 w 273367"/>
                <a:gd name="connsiteY12" fmla="*/ 57150 h 368617"/>
                <a:gd name="connsiteX13" fmla="*/ 64770 w 273367"/>
                <a:gd name="connsiteY13" fmla="*/ 57150 h 368617"/>
                <a:gd name="connsiteX14" fmla="*/ 64770 w 273367"/>
                <a:gd name="connsiteY14" fmla="*/ 164782 h 368617"/>
                <a:gd name="connsiteX15" fmla="*/ 128588 w 273367"/>
                <a:gd name="connsiteY15" fmla="*/ 164782 h 368617"/>
                <a:gd name="connsiteX16" fmla="*/ 197168 w 273367"/>
                <a:gd name="connsiteY16" fmla="*/ 11049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73367" h="368617">
                  <a:moveTo>
                    <a:pt x="64770" y="368617"/>
                  </a:moveTo>
                  <a:lnTo>
                    <a:pt x="0" y="368617"/>
                  </a:lnTo>
                  <a:lnTo>
                    <a:pt x="0" y="0"/>
                  </a:lnTo>
                  <a:lnTo>
                    <a:pt x="137160" y="0"/>
                  </a:lnTo>
                  <a:cubicBezTo>
                    <a:pt x="215265" y="0"/>
                    <a:pt x="263843" y="36195"/>
                    <a:pt x="263843" y="108585"/>
                  </a:cubicBezTo>
                  <a:cubicBezTo>
                    <a:pt x="263843" y="164782"/>
                    <a:pt x="235268" y="200025"/>
                    <a:pt x="188595" y="214313"/>
                  </a:cubicBezTo>
                  <a:lnTo>
                    <a:pt x="273368" y="368617"/>
                  </a:lnTo>
                  <a:lnTo>
                    <a:pt x="196215" y="368617"/>
                  </a:lnTo>
                  <a:lnTo>
                    <a:pt x="120015" y="220980"/>
                  </a:lnTo>
                  <a:lnTo>
                    <a:pt x="63818" y="220980"/>
                  </a:lnTo>
                  <a:lnTo>
                    <a:pt x="63818" y="368617"/>
                  </a:lnTo>
                  <a:close/>
                  <a:moveTo>
                    <a:pt x="197168" y="110490"/>
                  </a:moveTo>
                  <a:cubicBezTo>
                    <a:pt x="197168" y="74295"/>
                    <a:pt x="174308" y="57150"/>
                    <a:pt x="131445" y="57150"/>
                  </a:cubicBezTo>
                  <a:lnTo>
                    <a:pt x="64770" y="57150"/>
                  </a:lnTo>
                  <a:lnTo>
                    <a:pt x="64770" y="164782"/>
                  </a:lnTo>
                  <a:lnTo>
                    <a:pt x="128588" y="164782"/>
                  </a:lnTo>
                  <a:cubicBezTo>
                    <a:pt x="173355" y="164782"/>
                    <a:pt x="197168" y="146685"/>
                    <a:pt x="197168" y="1104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E8E11B17-21F7-4146-9AEE-EA09D477F64C}"/>
                </a:ext>
              </a:extLst>
            </p:cNvPr>
            <p:cNvSpPr/>
            <p:nvPr/>
          </p:nvSpPr>
          <p:spPr>
            <a:xfrm>
              <a:off x="5523546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3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F60207F7-354C-4DC5-B567-13E1323DA64D}"/>
                </a:ext>
              </a:extLst>
            </p:cNvPr>
            <p:cNvSpPr/>
            <p:nvPr/>
          </p:nvSpPr>
          <p:spPr>
            <a:xfrm>
              <a:off x="582167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BD7EF543-609B-464D-AB24-9183FF26AC61}"/>
                </a:ext>
              </a:extLst>
            </p:cNvPr>
            <p:cNvSpPr/>
            <p:nvPr/>
          </p:nvSpPr>
          <p:spPr>
            <a:xfrm>
              <a:off x="609980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41AD4F9E-3A5A-488E-B51D-8A2B38B0CDAA}"/>
                </a:ext>
              </a:extLst>
            </p:cNvPr>
            <p:cNvSpPr/>
            <p:nvPr/>
          </p:nvSpPr>
          <p:spPr>
            <a:xfrm>
              <a:off x="637793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25A0CED0-0736-4758-B8A6-67E6234B3EDF}"/>
                </a:ext>
              </a:extLst>
            </p:cNvPr>
            <p:cNvSpPr/>
            <p:nvPr/>
          </p:nvSpPr>
          <p:spPr>
            <a:xfrm>
              <a:off x="65884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D6034CFF-5D81-4E3B-ADF5-49B995423F73}"/>
                </a:ext>
              </a:extLst>
            </p:cNvPr>
            <p:cNvSpPr/>
            <p:nvPr/>
          </p:nvSpPr>
          <p:spPr>
            <a:xfrm>
              <a:off x="6837044" y="3224212"/>
              <a:ext cx="376237" cy="266700"/>
            </a:xfrm>
            <a:custGeom>
              <a:avLst/>
              <a:gdLst>
                <a:gd name="connsiteX0" fmla="*/ 376238 w 376237"/>
                <a:gd name="connsiteY0" fmla="*/ 0 h 266700"/>
                <a:gd name="connsiteX1" fmla="*/ 297180 w 376237"/>
                <a:gd name="connsiteY1" fmla="*/ 266700 h 266700"/>
                <a:gd name="connsiteX2" fmla="*/ 237173 w 376237"/>
                <a:gd name="connsiteY2" fmla="*/ 266700 h 266700"/>
                <a:gd name="connsiteX3" fmla="*/ 188595 w 376237"/>
                <a:gd name="connsiteY3" fmla="*/ 81915 h 266700"/>
                <a:gd name="connsiteX4" fmla="*/ 187643 w 376237"/>
                <a:gd name="connsiteY4" fmla="*/ 81915 h 266700"/>
                <a:gd name="connsiteX5" fmla="*/ 139065 w 376237"/>
                <a:gd name="connsiteY5" fmla="*/ 266700 h 266700"/>
                <a:gd name="connsiteX6" fmla="*/ 79057 w 376237"/>
                <a:gd name="connsiteY6" fmla="*/ 266700 h 266700"/>
                <a:gd name="connsiteX7" fmla="*/ 0 w 376237"/>
                <a:gd name="connsiteY7" fmla="*/ 0 h 266700"/>
                <a:gd name="connsiteX8" fmla="*/ 65723 w 376237"/>
                <a:gd name="connsiteY8" fmla="*/ 0 h 266700"/>
                <a:gd name="connsiteX9" fmla="*/ 111443 w 376237"/>
                <a:gd name="connsiteY9" fmla="*/ 180022 h 266700"/>
                <a:gd name="connsiteX10" fmla="*/ 112395 w 376237"/>
                <a:gd name="connsiteY10" fmla="*/ 180022 h 266700"/>
                <a:gd name="connsiteX11" fmla="*/ 159068 w 376237"/>
                <a:gd name="connsiteY11" fmla="*/ 0 h 266700"/>
                <a:gd name="connsiteX12" fmla="*/ 216218 w 376237"/>
                <a:gd name="connsiteY12" fmla="*/ 0 h 266700"/>
                <a:gd name="connsiteX13" fmla="*/ 264795 w 376237"/>
                <a:gd name="connsiteY13" fmla="*/ 180022 h 266700"/>
                <a:gd name="connsiteX14" fmla="*/ 265748 w 376237"/>
                <a:gd name="connsiteY14" fmla="*/ 180022 h 266700"/>
                <a:gd name="connsiteX15" fmla="*/ 311468 w 376237"/>
                <a:gd name="connsiteY15" fmla="*/ 0 h 266700"/>
                <a:gd name="connsiteX16" fmla="*/ 376238 w 376237"/>
                <a:gd name="connsiteY1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237" h="266700">
                  <a:moveTo>
                    <a:pt x="376238" y="0"/>
                  </a:moveTo>
                  <a:lnTo>
                    <a:pt x="297180" y="266700"/>
                  </a:lnTo>
                  <a:lnTo>
                    <a:pt x="237173" y="266700"/>
                  </a:lnTo>
                  <a:lnTo>
                    <a:pt x="188595" y="81915"/>
                  </a:lnTo>
                  <a:lnTo>
                    <a:pt x="187643" y="81915"/>
                  </a:lnTo>
                  <a:lnTo>
                    <a:pt x="139065" y="266700"/>
                  </a:lnTo>
                  <a:lnTo>
                    <a:pt x="79057" y="266700"/>
                  </a:lnTo>
                  <a:lnTo>
                    <a:pt x="0" y="0"/>
                  </a:lnTo>
                  <a:lnTo>
                    <a:pt x="65723" y="0"/>
                  </a:lnTo>
                  <a:lnTo>
                    <a:pt x="111443" y="180022"/>
                  </a:lnTo>
                  <a:lnTo>
                    <a:pt x="112395" y="180022"/>
                  </a:lnTo>
                  <a:lnTo>
                    <a:pt x="159068" y="0"/>
                  </a:lnTo>
                  <a:lnTo>
                    <a:pt x="216218" y="0"/>
                  </a:lnTo>
                  <a:lnTo>
                    <a:pt x="264795" y="180022"/>
                  </a:lnTo>
                  <a:lnTo>
                    <a:pt x="265748" y="180022"/>
                  </a:lnTo>
                  <a:lnTo>
                    <a:pt x="311468" y="0"/>
                  </a:lnTo>
                  <a:lnTo>
                    <a:pt x="3762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E15FD32D-BAE8-461A-93DC-08CDBAEF08FB}"/>
                </a:ext>
              </a:extLst>
            </p:cNvPr>
            <p:cNvSpPr/>
            <p:nvPr/>
          </p:nvSpPr>
          <p:spPr>
            <a:xfrm>
              <a:off x="7259954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3" name="Freihandform: Form 202">
              <a:extLst>
                <a:ext uri="{FF2B5EF4-FFF2-40B4-BE49-F238E27FC236}">
                  <a16:creationId xmlns:a16="http://schemas.microsoft.com/office/drawing/2014/main" id="{E969D33B-E173-42C9-8DF1-CC58FEBFF2C5}"/>
                </a:ext>
              </a:extLst>
            </p:cNvPr>
            <p:cNvSpPr/>
            <p:nvPr/>
          </p:nvSpPr>
          <p:spPr>
            <a:xfrm>
              <a:off x="73885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: Form 203">
              <a:extLst>
                <a:ext uri="{FF2B5EF4-FFF2-40B4-BE49-F238E27FC236}">
                  <a16:creationId xmlns:a16="http://schemas.microsoft.com/office/drawing/2014/main" id="{613E92FC-45A9-4270-8118-8D444A59C709}"/>
                </a:ext>
              </a:extLst>
            </p:cNvPr>
            <p:cNvSpPr/>
            <p:nvPr/>
          </p:nvSpPr>
          <p:spPr>
            <a:xfrm>
              <a:off x="7635239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04">
              <a:extLst>
                <a:ext uri="{FF2B5EF4-FFF2-40B4-BE49-F238E27FC236}">
                  <a16:creationId xmlns:a16="http://schemas.microsoft.com/office/drawing/2014/main" id="{424268E4-C7CA-4E6F-A748-A35B009CF8EA}"/>
                </a:ext>
              </a:extLst>
            </p:cNvPr>
            <p:cNvSpPr/>
            <p:nvPr/>
          </p:nvSpPr>
          <p:spPr>
            <a:xfrm>
              <a:off x="789050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05">
              <a:extLst>
                <a:ext uri="{FF2B5EF4-FFF2-40B4-BE49-F238E27FC236}">
                  <a16:creationId xmlns:a16="http://schemas.microsoft.com/office/drawing/2014/main" id="{0B1A7E44-CA7A-4D72-921B-A6BD6BAD08D5}"/>
                </a:ext>
              </a:extLst>
            </p:cNvPr>
            <p:cNvSpPr/>
            <p:nvPr/>
          </p:nvSpPr>
          <p:spPr>
            <a:xfrm>
              <a:off x="8202929" y="3217544"/>
              <a:ext cx="228600" cy="273367"/>
            </a:xfrm>
            <a:custGeom>
              <a:avLst/>
              <a:gdLst>
                <a:gd name="connsiteX0" fmla="*/ 228600 w 228600"/>
                <a:gd name="connsiteY0" fmla="*/ 273367 h 273367"/>
                <a:gd name="connsiteX1" fmla="*/ 166688 w 228600"/>
                <a:gd name="connsiteY1" fmla="*/ 273367 h 273367"/>
                <a:gd name="connsiteX2" fmla="*/ 166688 w 228600"/>
                <a:gd name="connsiteY2" fmla="*/ 120967 h 273367"/>
                <a:gd name="connsiteX3" fmla="*/ 117157 w 228600"/>
                <a:gd name="connsiteY3" fmla="*/ 56197 h 273367"/>
                <a:gd name="connsiteX4" fmla="*/ 61913 w 228600"/>
                <a:gd name="connsiteY4" fmla="*/ 120967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3367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3367"/>
                  </a:moveTo>
                  <a:lnTo>
                    <a:pt x="166688" y="273367"/>
                  </a:lnTo>
                  <a:lnTo>
                    <a:pt x="166688" y="120967"/>
                  </a:lnTo>
                  <a:cubicBezTo>
                    <a:pt x="166688" y="81915"/>
                    <a:pt x="155257" y="56197"/>
                    <a:pt x="117157" y="56197"/>
                  </a:cubicBezTo>
                  <a:cubicBezTo>
                    <a:pt x="73343" y="56197"/>
                    <a:pt x="61913" y="91440"/>
                    <a:pt x="61913" y="120967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33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06">
              <a:extLst>
                <a:ext uri="{FF2B5EF4-FFF2-40B4-BE49-F238E27FC236}">
                  <a16:creationId xmlns:a16="http://schemas.microsoft.com/office/drawing/2014/main" id="{48B8BCB8-4E94-4420-8742-33238C69DDAA}"/>
                </a:ext>
              </a:extLst>
            </p:cNvPr>
            <p:cNvSpPr/>
            <p:nvPr/>
          </p:nvSpPr>
          <p:spPr>
            <a:xfrm>
              <a:off x="8487726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07">
              <a:extLst>
                <a:ext uri="{FF2B5EF4-FFF2-40B4-BE49-F238E27FC236}">
                  <a16:creationId xmlns:a16="http://schemas.microsoft.com/office/drawing/2014/main" id="{3A089B16-79B7-4421-8A7B-33771D317057}"/>
                </a:ext>
              </a:extLst>
            </p:cNvPr>
            <p:cNvSpPr/>
            <p:nvPr/>
          </p:nvSpPr>
          <p:spPr>
            <a:xfrm>
              <a:off x="874394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08">
              <a:extLst>
                <a:ext uri="{FF2B5EF4-FFF2-40B4-BE49-F238E27FC236}">
                  <a16:creationId xmlns:a16="http://schemas.microsoft.com/office/drawing/2014/main" id="{10CDFE04-0DE2-40A3-B8E8-039583FFFFA0}"/>
                </a:ext>
              </a:extLst>
            </p:cNvPr>
            <p:cNvSpPr/>
            <p:nvPr/>
          </p:nvSpPr>
          <p:spPr>
            <a:xfrm>
              <a:off x="902207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7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09">
              <a:extLst>
                <a:ext uri="{FF2B5EF4-FFF2-40B4-BE49-F238E27FC236}">
                  <a16:creationId xmlns:a16="http://schemas.microsoft.com/office/drawing/2014/main" id="{A02586C2-A0C5-4A83-B646-C10FFF020C60}"/>
                </a:ext>
              </a:extLst>
            </p:cNvPr>
            <p:cNvSpPr/>
            <p:nvPr/>
          </p:nvSpPr>
          <p:spPr>
            <a:xfrm>
              <a:off x="9312592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7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3 w 225742"/>
                <a:gd name="connsiteY7" fmla="*/ 102870 h 279082"/>
                <a:gd name="connsiteX8" fmla="*/ 225743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3352 h 279082"/>
                <a:gd name="connsiteX18" fmla="*/ 120968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7" y="52388"/>
                  </a:cubicBezTo>
                  <a:cubicBezTo>
                    <a:pt x="83820" y="52388"/>
                    <a:pt x="60007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3" y="0"/>
                    <a:pt x="225743" y="35242"/>
                    <a:pt x="225743" y="102870"/>
                  </a:cubicBezTo>
                  <a:lnTo>
                    <a:pt x="225743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3352"/>
                  </a:lnTo>
                  <a:cubicBezTo>
                    <a:pt x="150495" y="149542"/>
                    <a:pt x="135255" y="148590"/>
                    <a:pt x="120968" y="148590"/>
                  </a:cubicBezTo>
                  <a:cubicBezTo>
                    <a:pt x="81915" y="148590"/>
                    <a:pt x="59055" y="163830"/>
                    <a:pt x="59055" y="192405"/>
                  </a:cubicBezTo>
                  <a:cubicBezTo>
                    <a:pt x="60007" y="217170"/>
                    <a:pt x="77152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10">
              <a:extLst>
                <a:ext uri="{FF2B5EF4-FFF2-40B4-BE49-F238E27FC236}">
                  <a16:creationId xmlns:a16="http://schemas.microsoft.com/office/drawing/2014/main" id="{BB25F2AB-0F00-40D3-93FB-A91039D5E6E0}"/>
                </a:ext>
              </a:extLst>
            </p:cNvPr>
            <p:cNvSpPr/>
            <p:nvPr/>
          </p:nvSpPr>
          <p:spPr>
            <a:xfrm>
              <a:off x="9588817" y="3097529"/>
              <a:ext cx="162877" cy="393382"/>
            </a:xfrm>
            <a:custGeom>
              <a:avLst/>
              <a:gdLst>
                <a:gd name="connsiteX0" fmla="*/ 162877 w 162877"/>
                <a:gd name="connsiteY0" fmla="*/ 58103 h 393382"/>
                <a:gd name="connsiteX1" fmla="*/ 135255 w 162877"/>
                <a:gd name="connsiteY1" fmla="*/ 53340 h 393382"/>
                <a:gd name="connsiteX2" fmla="*/ 101918 w 162877"/>
                <a:gd name="connsiteY2" fmla="*/ 90488 h 393382"/>
                <a:gd name="connsiteX3" fmla="*/ 101918 w 162877"/>
                <a:gd name="connsiteY3" fmla="*/ 126683 h 393382"/>
                <a:gd name="connsiteX4" fmla="*/ 155257 w 162877"/>
                <a:gd name="connsiteY4" fmla="*/ 126683 h 393382"/>
                <a:gd name="connsiteX5" fmla="*/ 155257 w 162877"/>
                <a:gd name="connsiteY5" fmla="*/ 178118 h 393382"/>
                <a:gd name="connsiteX6" fmla="*/ 102870 w 162877"/>
                <a:gd name="connsiteY6" fmla="*/ 178118 h 393382"/>
                <a:gd name="connsiteX7" fmla="*/ 102870 w 162877"/>
                <a:gd name="connsiteY7" fmla="*/ 393383 h 393382"/>
                <a:gd name="connsiteX8" fmla="*/ 40957 w 162877"/>
                <a:gd name="connsiteY8" fmla="*/ 393383 h 393382"/>
                <a:gd name="connsiteX9" fmla="*/ 40957 w 162877"/>
                <a:gd name="connsiteY9" fmla="*/ 179070 h 393382"/>
                <a:gd name="connsiteX10" fmla="*/ 0 w 162877"/>
                <a:gd name="connsiteY10" fmla="*/ 179070 h 393382"/>
                <a:gd name="connsiteX11" fmla="*/ 0 w 162877"/>
                <a:gd name="connsiteY11" fmla="*/ 126683 h 393382"/>
                <a:gd name="connsiteX12" fmla="*/ 40957 w 162877"/>
                <a:gd name="connsiteY12" fmla="*/ 126683 h 393382"/>
                <a:gd name="connsiteX13" fmla="*/ 40957 w 162877"/>
                <a:gd name="connsiteY13" fmla="*/ 88583 h 393382"/>
                <a:gd name="connsiteX14" fmla="*/ 125730 w 162877"/>
                <a:gd name="connsiteY14" fmla="*/ 0 h 393382"/>
                <a:gd name="connsiteX15" fmla="*/ 162877 w 162877"/>
                <a:gd name="connsiteY15" fmla="*/ 5715 h 393382"/>
                <a:gd name="connsiteX16" fmla="*/ 162877 w 162877"/>
                <a:gd name="connsiteY16" fmla="*/ 58103 h 393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877" h="393382">
                  <a:moveTo>
                    <a:pt x="162877" y="58103"/>
                  </a:moveTo>
                  <a:cubicBezTo>
                    <a:pt x="154305" y="54293"/>
                    <a:pt x="144780" y="53340"/>
                    <a:pt x="135255" y="53340"/>
                  </a:cubicBezTo>
                  <a:cubicBezTo>
                    <a:pt x="111443" y="53340"/>
                    <a:pt x="101918" y="65723"/>
                    <a:pt x="101918" y="90488"/>
                  </a:cubicBezTo>
                  <a:lnTo>
                    <a:pt x="101918" y="126683"/>
                  </a:lnTo>
                  <a:lnTo>
                    <a:pt x="155257" y="126683"/>
                  </a:lnTo>
                  <a:lnTo>
                    <a:pt x="155257" y="178118"/>
                  </a:lnTo>
                  <a:lnTo>
                    <a:pt x="102870" y="178118"/>
                  </a:lnTo>
                  <a:lnTo>
                    <a:pt x="102870" y="393383"/>
                  </a:lnTo>
                  <a:lnTo>
                    <a:pt x="40957" y="393383"/>
                  </a:lnTo>
                  <a:lnTo>
                    <a:pt x="40957" y="179070"/>
                  </a:lnTo>
                  <a:lnTo>
                    <a:pt x="0" y="179070"/>
                  </a:lnTo>
                  <a:lnTo>
                    <a:pt x="0" y="126683"/>
                  </a:lnTo>
                  <a:lnTo>
                    <a:pt x="40957" y="126683"/>
                  </a:lnTo>
                  <a:lnTo>
                    <a:pt x="40957" y="88583"/>
                  </a:lnTo>
                  <a:cubicBezTo>
                    <a:pt x="40957" y="33338"/>
                    <a:pt x="65722" y="0"/>
                    <a:pt x="125730" y="0"/>
                  </a:cubicBezTo>
                  <a:cubicBezTo>
                    <a:pt x="139065" y="0"/>
                    <a:pt x="152400" y="1905"/>
                    <a:pt x="162877" y="5715"/>
                  </a:cubicBezTo>
                  <a:lnTo>
                    <a:pt x="162877" y="581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11">
              <a:extLst>
                <a:ext uri="{FF2B5EF4-FFF2-40B4-BE49-F238E27FC236}">
                  <a16:creationId xmlns:a16="http://schemas.microsoft.com/office/drawing/2014/main" id="{A09C787C-EDC2-4567-8249-D6C78F28212E}"/>
                </a:ext>
              </a:extLst>
            </p:cNvPr>
            <p:cNvSpPr/>
            <p:nvPr/>
          </p:nvSpPr>
          <p:spPr>
            <a:xfrm>
              <a:off x="978598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1922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4985262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D2658-7651-4A2B-829E-0990405D9E80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6332" y="1632184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332" y="2355533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332" y="3078882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6332" y="380223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6332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2519410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21F1A-64E5-42E4-8CF5-CA6ADDDB8C64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21" name="Bildplatzhalter 6">
            <a:extLst>
              <a:ext uri="{FF2B5EF4-FFF2-40B4-BE49-F238E27FC236}">
                <a16:creationId xmlns:a16="http://schemas.microsoft.com/office/drawing/2014/main" id="{8F4DFED6-EBAA-4D0C-A5C6-CD2902883FB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48A61E00-2C71-4160-8106-B46A2E72025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760054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8" y="2875002"/>
            <a:ext cx="11157743" cy="1107996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Kapiteltrenner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90E3B0-E475-4C8E-92D9-593D188AC79C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987594-F169-42FB-8839-77BF8D405E37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Freihandform: Form 59">
            <a:extLst>
              <a:ext uri="{FF2B5EF4-FFF2-40B4-BE49-F238E27FC236}">
                <a16:creationId xmlns:a16="http://schemas.microsoft.com/office/drawing/2014/main" id="{40F781E3-735A-4333-AF8D-7842FE86295B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C156EC4-BDB3-4DEA-9B78-E98FCFD2F54B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9E9C384D-D46B-429F-9A97-86F6E3560F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64B7918E-86D1-49EB-8917-1468D42A6E25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1" name="Grafik 3">
            <a:extLst>
              <a:ext uri="{FF2B5EF4-FFF2-40B4-BE49-F238E27FC236}">
                <a16:creationId xmlns:a16="http://schemas.microsoft.com/office/drawing/2014/main" id="{1A01CE4B-9412-456C-948A-B09C23D18948}"/>
              </a:ext>
            </a:extLst>
          </p:cNvPr>
          <p:cNvGrpSpPr/>
          <p:nvPr userDrawn="1"/>
        </p:nvGrpSpPr>
        <p:grpSpPr>
          <a:xfrm>
            <a:off x="520163" y="293688"/>
            <a:ext cx="2654043" cy="328339"/>
            <a:chOff x="2090737" y="2524124"/>
            <a:chExt cx="7860982" cy="972502"/>
          </a:xfrm>
          <a:solidFill>
            <a:schemeClr val="tx1"/>
          </a:solidFill>
        </p:grpSpPr>
        <p:sp>
          <p:nvSpPr>
            <p:cNvPr id="92" name="Freihandform: Form 91">
              <a:extLst>
                <a:ext uri="{FF2B5EF4-FFF2-40B4-BE49-F238E27FC236}">
                  <a16:creationId xmlns:a16="http://schemas.microsoft.com/office/drawing/2014/main" id="{C7016A7B-A4B5-4AC3-BF6D-E95A64F5E757}"/>
                </a:ext>
              </a:extLst>
            </p:cNvPr>
            <p:cNvSpPr/>
            <p:nvPr/>
          </p:nvSpPr>
          <p:spPr>
            <a:xfrm>
              <a:off x="2090737" y="2545079"/>
              <a:ext cx="231457" cy="369569"/>
            </a:xfrm>
            <a:custGeom>
              <a:avLst/>
              <a:gdLst>
                <a:gd name="connsiteX0" fmla="*/ 231458 w 231457"/>
                <a:gd name="connsiteY0" fmla="*/ 60960 h 369569"/>
                <a:gd name="connsiteX1" fmla="*/ 65723 w 231457"/>
                <a:gd name="connsiteY1" fmla="*/ 60960 h 369569"/>
                <a:gd name="connsiteX2" fmla="*/ 65723 w 231457"/>
                <a:gd name="connsiteY2" fmla="*/ 152400 h 369569"/>
                <a:gd name="connsiteX3" fmla="*/ 189548 w 231457"/>
                <a:gd name="connsiteY3" fmla="*/ 152400 h 369569"/>
                <a:gd name="connsiteX4" fmla="*/ 189548 w 231457"/>
                <a:gd name="connsiteY4" fmla="*/ 212408 h 369569"/>
                <a:gd name="connsiteX5" fmla="*/ 65723 w 231457"/>
                <a:gd name="connsiteY5" fmla="*/ 212408 h 369569"/>
                <a:gd name="connsiteX6" fmla="*/ 65723 w 231457"/>
                <a:gd name="connsiteY6" fmla="*/ 369570 h 369569"/>
                <a:gd name="connsiteX7" fmla="*/ 0 w 231457"/>
                <a:gd name="connsiteY7" fmla="*/ 369570 h 369569"/>
                <a:gd name="connsiteX8" fmla="*/ 0 w 231457"/>
                <a:gd name="connsiteY8" fmla="*/ 0 h 369569"/>
                <a:gd name="connsiteX9" fmla="*/ 231458 w 231457"/>
                <a:gd name="connsiteY9" fmla="*/ 0 h 369569"/>
                <a:gd name="connsiteX10" fmla="*/ 231458 w 231457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9569">
                  <a:moveTo>
                    <a:pt x="231458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8" y="152400"/>
                  </a:lnTo>
                  <a:lnTo>
                    <a:pt x="189548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3" name="Freihandform: Form 92">
              <a:extLst>
                <a:ext uri="{FF2B5EF4-FFF2-40B4-BE49-F238E27FC236}">
                  <a16:creationId xmlns:a16="http://schemas.microsoft.com/office/drawing/2014/main" id="{D76281C8-8795-45F7-B273-88EA0DA0106D}"/>
                </a:ext>
              </a:extLst>
            </p:cNvPr>
            <p:cNvSpPr/>
            <p:nvPr/>
          </p:nvSpPr>
          <p:spPr>
            <a:xfrm>
              <a:off x="2357437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7 w 161925"/>
                <a:gd name="connsiteY3" fmla="*/ 135498 h 272657"/>
                <a:gd name="connsiteX4" fmla="*/ 63817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7" y="94540"/>
                    <a:pt x="63817" y="135498"/>
                  </a:cubicBezTo>
                  <a:lnTo>
                    <a:pt x="63817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DF621E12-0537-4F63-B245-FACC775B29F1}"/>
                </a:ext>
              </a:extLst>
            </p:cNvPr>
            <p:cNvSpPr/>
            <p:nvPr/>
          </p:nvSpPr>
          <p:spPr>
            <a:xfrm>
              <a:off x="2563176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D9AFBF4D-1BBF-4F33-9E71-39A7EC7F71FF}"/>
                </a:ext>
              </a:extLst>
            </p:cNvPr>
            <p:cNvSpPr/>
            <p:nvPr/>
          </p:nvSpPr>
          <p:spPr>
            <a:xfrm>
              <a:off x="269938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33761B45-EBC4-48F3-94D1-D0B61592679C}"/>
                </a:ext>
              </a:extLst>
            </p:cNvPr>
            <p:cNvSpPr/>
            <p:nvPr/>
          </p:nvSpPr>
          <p:spPr>
            <a:xfrm>
              <a:off x="2997516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8595 w 248602"/>
                <a:gd name="connsiteY7" fmla="*/ 389573 h 396239"/>
                <a:gd name="connsiteX8" fmla="*/ 188595 w 248602"/>
                <a:gd name="connsiteY8" fmla="*/ 358140 h 396239"/>
                <a:gd name="connsiteX9" fmla="*/ 187642 w 248602"/>
                <a:gd name="connsiteY9" fmla="*/ 358140 h 396239"/>
                <a:gd name="connsiteX10" fmla="*/ 107633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3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8595" y="389573"/>
                  </a:lnTo>
                  <a:lnTo>
                    <a:pt x="188595" y="358140"/>
                  </a:lnTo>
                  <a:lnTo>
                    <a:pt x="187642" y="358140"/>
                  </a:lnTo>
                  <a:cubicBezTo>
                    <a:pt x="168592" y="381953"/>
                    <a:pt x="140970" y="396240"/>
                    <a:pt x="107633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3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2867" y="173355"/>
                    <a:pt x="61913" y="202883"/>
                    <a:pt x="61913" y="2562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F4C0E73D-F458-4F58-9129-66C04E9801A2}"/>
                </a:ext>
              </a:extLst>
            </p:cNvPr>
            <p:cNvSpPr/>
            <p:nvPr/>
          </p:nvSpPr>
          <p:spPr>
            <a:xfrm>
              <a:off x="3328987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EDB0FB31-98EE-4941-A811-2AFE3ABECCFD}"/>
                </a:ext>
              </a:extLst>
            </p:cNvPr>
            <p:cNvSpPr/>
            <p:nvPr/>
          </p:nvSpPr>
          <p:spPr>
            <a:xfrm>
              <a:off x="353377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124E4DA1-D71E-45E4-9922-01AA5E3E6A5F}"/>
                </a:ext>
              </a:extLst>
            </p:cNvPr>
            <p:cNvSpPr/>
            <p:nvPr/>
          </p:nvSpPr>
          <p:spPr>
            <a:xfrm>
              <a:off x="3671887" y="2640329"/>
              <a:ext cx="224790" cy="280034"/>
            </a:xfrm>
            <a:custGeom>
              <a:avLst/>
              <a:gdLst>
                <a:gd name="connsiteX0" fmla="*/ 222885 w 224790"/>
                <a:gd name="connsiteY0" fmla="*/ 237172 h 280034"/>
                <a:gd name="connsiteX1" fmla="*/ 127635 w 224790"/>
                <a:gd name="connsiteY1" fmla="*/ 280035 h 280034"/>
                <a:gd name="connsiteX2" fmla="*/ 0 w 224790"/>
                <a:gd name="connsiteY2" fmla="*/ 140970 h 280034"/>
                <a:gd name="connsiteX3" fmla="*/ 128588 w 224790"/>
                <a:gd name="connsiteY3" fmla="*/ 0 h 280034"/>
                <a:gd name="connsiteX4" fmla="*/ 224790 w 224790"/>
                <a:gd name="connsiteY4" fmla="*/ 45720 h 280034"/>
                <a:gd name="connsiteX5" fmla="*/ 181928 w 224790"/>
                <a:gd name="connsiteY5" fmla="*/ 86678 h 280034"/>
                <a:gd name="connsiteX6" fmla="*/ 128588 w 224790"/>
                <a:gd name="connsiteY6" fmla="*/ 57150 h 280034"/>
                <a:gd name="connsiteX7" fmla="*/ 62865 w 224790"/>
                <a:gd name="connsiteY7" fmla="*/ 140018 h 280034"/>
                <a:gd name="connsiteX8" fmla="*/ 128588 w 224790"/>
                <a:gd name="connsiteY8" fmla="*/ 222885 h 280034"/>
                <a:gd name="connsiteX9" fmla="*/ 183833 w 224790"/>
                <a:gd name="connsiteY9" fmla="*/ 193358 h 280034"/>
                <a:gd name="connsiteX10" fmla="*/ 222885 w 224790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E6CA6790-7895-42D8-BA21-2985EA6CFE95}"/>
                </a:ext>
              </a:extLst>
            </p:cNvPr>
            <p:cNvSpPr/>
            <p:nvPr/>
          </p:nvSpPr>
          <p:spPr>
            <a:xfrm>
              <a:off x="3950016" y="2524124"/>
              <a:ext cx="228600" cy="391477"/>
            </a:xfrm>
            <a:custGeom>
              <a:avLst/>
              <a:gdLst>
                <a:gd name="connsiteX0" fmla="*/ 228600 w 228600"/>
                <a:gd name="connsiteY0" fmla="*/ 390525 h 391477"/>
                <a:gd name="connsiteX1" fmla="*/ 166688 w 228600"/>
                <a:gd name="connsiteY1" fmla="*/ 390525 h 391477"/>
                <a:gd name="connsiteX2" fmla="*/ 166688 w 228600"/>
                <a:gd name="connsiteY2" fmla="*/ 238125 h 391477"/>
                <a:gd name="connsiteX3" fmla="*/ 117158 w 228600"/>
                <a:gd name="connsiteY3" fmla="*/ 173355 h 391477"/>
                <a:gd name="connsiteX4" fmla="*/ 61913 w 228600"/>
                <a:gd name="connsiteY4" fmla="*/ 238125 h 391477"/>
                <a:gd name="connsiteX5" fmla="*/ 61913 w 228600"/>
                <a:gd name="connsiteY5" fmla="*/ 391478 h 391477"/>
                <a:gd name="connsiteX6" fmla="*/ 0 w 228600"/>
                <a:gd name="connsiteY6" fmla="*/ 391478 h 391477"/>
                <a:gd name="connsiteX7" fmla="*/ 0 w 228600"/>
                <a:gd name="connsiteY7" fmla="*/ 16193 h 391477"/>
                <a:gd name="connsiteX8" fmla="*/ 61913 w 228600"/>
                <a:gd name="connsiteY8" fmla="*/ 0 h 391477"/>
                <a:gd name="connsiteX9" fmla="*/ 61913 w 228600"/>
                <a:gd name="connsiteY9" fmla="*/ 155258 h 391477"/>
                <a:gd name="connsiteX10" fmla="*/ 62865 w 228600"/>
                <a:gd name="connsiteY10" fmla="*/ 155258 h 391477"/>
                <a:gd name="connsiteX11" fmla="*/ 140970 w 228600"/>
                <a:gd name="connsiteY11" fmla="*/ 116205 h 391477"/>
                <a:gd name="connsiteX12" fmla="*/ 228600 w 228600"/>
                <a:gd name="connsiteY12" fmla="*/ 223838 h 391477"/>
                <a:gd name="connsiteX13" fmla="*/ 228600 w 228600"/>
                <a:gd name="connsiteY13" fmla="*/ 390525 h 39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1477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1478"/>
                  </a:lnTo>
                  <a:lnTo>
                    <a:pt x="0" y="391478"/>
                  </a:lnTo>
                  <a:lnTo>
                    <a:pt x="0" y="16193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34252C98-A2AA-4819-BD6E-3092B709C2A0}"/>
                </a:ext>
              </a:extLst>
            </p:cNvPr>
            <p:cNvSpPr/>
            <p:nvPr/>
          </p:nvSpPr>
          <p:spPr>
            <a:xfrm>
              <a:off x="4251006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AD35F3FD-B38A-4655-B804-AE6DF15DE05E}"/>
                </a:ext>
              </a:extLst>
            </p:cNvPr>
            <p:cNvSpPr/>
            <p:nvPr/>
          </p:nvSpPr>
          <p:spPr>
            <a:xfrm>
              <a:off x="4413884" y="2545079"/>
              <a:ext cx="343852" cy="368617"/>
            </a:xfrm>
            <a:custGeom>
              <a:avLst/>
              <a:gdLst>
                <a:gd name="connsiteX0" fmla="*/ 137160 w 343852"/>
                <a:gd name="connsiteY0" fmla="*/ 0 h 368617"/>
                <a:gd name="connsiteX1" fmla="*/ 206693 w 343852"/>
                <a:gd name="connsiteY1" fmla="*/ 0 h 368617"/>
                <a:gd name="connsiteX2" fmla="*/ 343853 w 343852"/>
                <a:gd name="connsiteY2" fmla="*/ 368618 h 368617"/>
                <a:gd name="connsiteX3" fmla="*/ 272415 w 343852"/>
                <a:gd name="connsiteY3" fmla="*/ 368618 h 368617"/>
                <a:gd name="connsiteX4" fmla="*/ 245745 w 343852"/>
                <a:gd name="connsiteY4" fmla="*/ 290512 h 368617"/>
                <a:gd name="connsiteX5" fmla="*/ 96203 w 343852"/>
                <a:gd name="connsiteY5" fmla="*/ 290512 h 368617"/>
                <a:gd name="connsiteX6" fmla="*/ 69533 w 343852"/>
                <a:gd name="connsiteY6" fmla="*/ 368618 h 368617"/>
                <a:gd name="connsiteX7" fmla="*/ 0 w 343852"/>
                <a:gd name="connsiteY7" fmla="*/ 368618 h 368617"/>
                <a:gd name="connsiteX8" fmla="*/ 137160 w 343852"/>
                <a:gd name="connsiteY8" fmla="*/ 0 h 368617"/>
                <a:gd name="connsiteX9" fmla="*/ 116205 w 343852"/>
                <a:gd name="connsiteY9" fmla="*/ 231458 h 368617"/>
                <a:gd name="connsiteX10" fmla="*/ 223838 w 343852"/>
                <a:gd name="connsiteY10" fmla="*/ 231458 h 368617"/>
                <a:gd name="connsiteX11" fmla="*/ 170497 w 343852"/>
                <a:gd name="connsiteY11" fmla="*/ 75247 h 368617"/>
                <a:gd name="connsiteX12" fmla="*/ 169545 w 343852"/>
                <a:gd name="connsiteY12" fmla="*/ 75247 h 368617"/>
                <a:gd name="connsiteX13" fmla="*/ 116205 w 343852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3852" h="368617">
                  <a:moveTo>
                    <a:pt x="137160" y="0"/>
                  </a:moveTo>
                  <a:lnTo>
                    <a:pt x="206693" y="0"/>
                  </a:lnTo>
                  <a:lnTo>
                    <a:pt x="343853" y="368618"/>
                  </a:lnTo>
                  <a:lnTo>
                    <a:pt x="272415" y="368618"/>
                  </a:lnTo>
                  <a:lnTo>
                    <a:pt x="245745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7160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7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01372FD3-692D-43F1-ABB5-ECB3D6E14634}"/>
                </a:ext>
              </a:extLst>
            </p:cNvPr>
            <p:cNvSpPr/>
            <p:nvPr/>
          </p:nvSpPr>
          <p:spPr>
            <a:xfrm>
              <a:off x="4812029" y="2525076"/>
              <a:ext cx="61912" cy="389572"/>
            </a:xfrm>
            <a:custGeom>
              <a:avLst/>
              <a:gdLst>
                <a:gd name="connsiteX0" fmla="*/ 61913 w 61912"/>
                <a:gd name="connsiteY0" fmla="*/ 389573 h 389572"/>
                <a:gd name="connsiteX1" fmla="*/ 0 w 61912"/>
                <a:gd name="connsiteY1" fmla="*/ 389573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3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3"/>
                  </a:moveTo>
                  <a:lnTo>
                    <a:pt x="0" y="389573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EE37A480-2EF5-450F-8034-267855EAF8EE}"/>
                </a:ext>
              </a:extLst>
            </p:cNvPr>
            <p:cNvSpPr/>
            <p:nvPr/>
          </p:nvSpPr>
          <p:spPr>
            <a:xfrm>
              <a:off x="4941569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8DBED685-45B0-4DB1-8D1F-1721610B6EBE}"/>
                </a:ext>
              </a:extLst>
            </p:cNvPr>
            <p:cNvSpPr/>
            <p:nvPr/>
          </p:nvSpPr>
          <p:spPr>
            <a:xfrm>
              <a:off x="5217794" y="2647949"/>
              <a:ext cx="255270" cy="266700"/>
            </a:xfrm>
            <a:custGeom>
              <a:avLst/>
              <a:gdLst>
                <a:gd name="connsiteX0" fmla="*/ 255270 w 255270"/>
                <a:gd name="connsiteY0" fmla="*/ 266700 h 266700"/>
                <a:gd name="connsiteX1" fmla="*/ 183833 w 255270"/>
                <a:gd name="connsiteY1" fmla="*/ 266700 h 266700"/>
                <a:gd name="connsiteX2" fmla="*/ 126683 w 255270"/>
                <a:gd name="connsiteY2" fmla="*/ 174308 h 266700"/>
                <a:gd name="connsiteX3" fmla="*/ 125730 w 255270"/>
                <a:gd name="connsiteY3" fmla="*/ 174308 h 266700"/>
                <a:gd name="connsiteX4" fmla="*/ 70485 w 255270"/>
                <a:gd name="connsiteY4" fmla="*/ 266700 h 266700"/>
                <a:gd name="connsiteX5" fmla="*/ 0 w 255270"/>
                <a:gd name="connsiteY5" fmla="*/ 266700 h 266700"/>
                <a:gd name="connsiteX6" fmla="*/ 91440 w 255270"/>
                <a:gd name="connsiteY6" fmla="*/ 128588 h 266700"/>
                <a:gd name="connsiteX7" fmla="*/ 6668 w 255270"/>
                <a:gd name="connsiteY7" fmla="*/ 0 h 266700"/>
                <a:gd name="connsiteX8" fmla="*/ 77153 w 255270"/>
                <a:gd name="connsiteY8" fmla="*/ 0 h 266700"/>
                <a:gd name="connsiteX9" fmla="*/ 127635 w 255270"/>
                <a:gd name="connsiteY9" fmla="*/ 81915 h 266700"/>
                <a:gd name="connsiteX10" fmla="*/ 128588 w 255270"/>
                <a:gd name="connsiteY10" fmla="*/ 81915 h 266700"/>
                <a:gd name="connsiteX11" fmla="*/ 178118 w 255270"/>
                <a:gd name="connsiteY11" fmla="*/ 0 h 266700"/>
                <a:gd name="connsiteX12" fmla="*/ 247650 w 255270"/>
                <a:gd name="connsiteY12" fmla="*/ 0 h 266700"/>
                <a:gd name="connsiteX13" fmla="*/ 163830 w 255270"/>
                <a:gd name="connsiteY13" fmla="*/ 127635 h 266700"/>
                <a:gd name="connsiteX14" fmla="*/ 255270 w 255270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70" h="266700">
                  <a:moveTo>
                    <a:pt x="255270" y="266700"/>
                  </a:moveTo>
                  <a:lnTo>
                    <a:pt x="183833" y="266700"/>
                  </a:lnTo>
                  <a:lnTo>
                    <a:pt x="126683" y="174308"/>
                  </a:lnTo>
                  <a:lnTo>
                    <a:pt x="125730" y="174308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8" y="0"/>
                  </a:lnTo>
                  <a:lnTo>
                    <a:pt x="77153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8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1D0B45B0-332A-4493-BC02-3060F109129F}"/>
                </a:ext>
              </a:extLst>
            </p:cNvPr>
            <p:cNvSpPr/>
            <p:nvPr/>
          </p:nvSpPr>
          <p:spPr>
            <a:xfrm>
              <a:off x="5506402" y="2641281"/>
              <a:ext cx="225742" cy="279082"/>
            </a:xfrm>
            <a:custGeom>
              <a:avLst/>
              <a:gdLst>
                <a:gd name="connsiteX0" fmla="*/ 114300 w 225742"/>
                <a:gd name="connsiteY0" fmla="*/ 107632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8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8 h 279082"/>
                <a:gd name="connsiteX9" fmla="*/ 166688 w 225742"/>
                <a:gd name="connsiteY9" fmla="*/ 273368 h 279082"/>
                <a:gd name="connsiteX10" fmla="*/ 166688 w 225742"/>
                <a:gd name="connsiteY10" fmla="*/ 244793 h 279082"/>
                <a:gd name="connsiteX11" fmla="*/ 165735 w 225742"/>
                <a:gd name="connsiteY11" fmla="*/ 244793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2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4305 h 279082"/>
                <a:gd name="connsiteX18" fmla="*/ 120967 w 225742"/>
                <a:gd name="connsiteY18" fmla="*/ 149543 h 279082"/>
                <a:gd name="connsiteX19" fmla="*/ 59055 w 225742"/>
                <a:gd name="connsiteY19" fmla="*/ 193358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2"/>
                  </a:moveTo>
                  <a:cubicBezTo>
                    <a:pt x="131445" y="107632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8" y="52388"/>
                  </a:cubicBezTo>
                  <a:cubicBezTo>
                    <a:pt x="83820" y="52388"/>
                    <a:pt x="60007" y="57150"/>
                    <a:pt x="38100" y="67628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3"/>
                    <a:pt x="225742" y="102870"/>
                  </a:cubicBezTo>
                  <a:lnTo>
                    <a:pt x="225742" y="273368"/>
                  </a:lnTo>
                  <a:lnTo>
                    <a:pt x="166688" y="273368"/>
                  </a:lnTo>
                  <a:lnTo>
                    <a:pt x="166688" y="244793"/>
                  </a:lnTo>
                  <a:lnTo>
                    <a:pt x="165735" y="244793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2"/>
                    <a:pt x="114300" y="107632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4305"/>
                  </a:lnTo>
                  <a:cubicBezTo>
                    <a:pt x="150495" y="150495"/>
                    <a:pt x="135255" y="149543"/>
                    <a:pt x="120967" y="149543"/>
                  </a:cubicBezTo>
                  <a:cubicBezTo>
                    <a:pt x="81915" y="149543"/>
                    <a:pt x="59055" y="164783"/>
                    <a:pt x="59055" y="193358"/>
                  </a:cubicBezTo>
                  <a:cubicBezTo>
                    <a:pt x="59055" y="217170"/>
                    <a:pt x="76200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8A6FD466-169B-4F75-942E-689EC5C0E64B}"/>
                </a:ext>
              </a:extLst>
            </p:cNvPr>
            <p:cNvSpPr/>
            <p:nvPr/>
          </p:nvSpPr>
          <p:spPr>
            <a:xfrm>
              <a:off x="5812154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2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0B78F095-D5BC-4777-B45E-2A0974088FDA}"/>
                </a:ext>
              </a:extLst>
            </p:cNvPr>
            <p:cNvSpPr/>
            <p:nvPr/>
          </p:nvSpPr>
          <p:spPr>
            <a:xfrm>
              <a:off x="6106477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2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2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3820" y="173355"/>
                    <a:pt x="61913" y="202883"/>
                    <a:pt x="61913" y="2562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E961B20F-6BF9-4476-95BF-6940DF58679A}"/>
                </a:ext>
              </a:extLst>
            </p:cNvPr>
            <p:cNvSpPr/>
            <p:nvPr/>
          </p:nvSpPr>
          <p:spPr>
            <a:xfrm>
              <a:off x="642365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3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2F1098BD-9E6B-48AD-8277-D894FBC001B0}"/>
                </a:ext>
              </a:extLst>
            </p:cNvPr>
            <p:cNvSpPr/>
            <p:nvPr/>
          </p:nvSpPr>
          <p:spPr>
            <a:xfrm>
              <a:off x="6737031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ED7ED6CA-E50E-44B8-8124-0BC825AA6A8E}"/>
                </a:ext>
              </a:extLst>
            </p:cNvPr>
            <p:cNvSpPr/>
            <p:nvPr/>
          </p:nvSpPr>
          <p:spPr>
            <a:xfrm>
              <a:off x="693610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73F6EBEA-DE7E-43C6-A2A4-AA735B06FA04}"/>
                </a:ext>
              </a:extLst>
            </p:cNvPr>
            <p:cNvSpPr/>
            <p:nvPr/>
          </p:nvSpPr>
          <p:spPr>
            <a:xfrm>
              <a:off x="714565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2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DDB3084D-9A6D-4432-B0B8-78A2C9CA6C57}"/>
                </a:ext>
              </a:extLst>
            </p:cNvPr>
            <p:cNvSpPr/>
            <p:nvPr/>
          </p:nvSpPr>
          <p:spPr>
            <a:xfrm>
              <a:off x="7517129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453A6E23-9342-4888-990A-FF8E4FD480B9}"/>
                </a:ext>
              </a:extLst>
            </p:cNvPr>
            <p:cNvSpPr/>
            <p:nvPr/>
          </p:nvSpPr>
          <p:spPr>
            <a:xfrm>
              <a:off x="781621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B426E48C-C34A-4787-B768-16E5A9D17D6A}"/>
                </a:ext>
              </a:extLst>
            </p:cNvPr>
            <p:cNvSpPr/>
            <p:nvPr/>
          </p:nvSpPr>
          <p:spPr>
            <a:xfrm>
              <a:off x="7940039" y="2647949"/>
              <a:ext cx="259080" cy="266700"/>
            </a:xfrm>
            <a:custGeom>
              <a:avLst/>
              <a:gdLst>
                <a:gd name="connsiteX0" fmla="*/ 259080 w 259080"/>
                <a:gd name="connsiteY0" fmla="*/ 0 h 266700"/>
                <a:gd name="connsiteX1" fmla="*/ 161925 w 259080"/>
                <a:gd name="connsiteY1" fmla="*/ 266700 h 266700"/>
                <a:gd name="connsiteX2" fmla="*/ 97155 w 259080"/>
                <a:gd name="connsiteY2" fmla="*/ 266700 h 266700"/>
                <a:gd name="connsiteX3" fmla="*/ 0 w 259080"/>
                <a:gd name="connsiteY3" fmla="*/ 0 h 266700"/>
                <a:gd name="connsiteX4" fmla="*/ 68580 w 259080"/>
                <a:gd name="connsiteY4" fmla="*/ 0 h 266700"/>
                <a:gd name="connsiteX5" fmla="*/ 129540 w 259080"/>
                <a:gd name="connsiteY5" fmla="*/ 193358 h 266700"/>
                <a:gd name="connsiteX6" fmla="*/ 130493 w 259080"/>
                <a:gd name="connsiteY6" fmla="*/ 193358 h 266700"/>
                <a:gd name="connsiteX7" fmla="*/ 191453 w 259080"/>
                <a:gd name="connsiteY7" fmla="*/ 0 h 266700"/>
                <a:gd name="connsiteX8" fmla="*/ 259080 w 259080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80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3" y="193358"/>
                  </a:lnTo>
                  <a:lnTo>
                    <a:pt x="191453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7615B64C-54A4-4AD2-904B-94038BAB952C}"/>
                </a:ext>
              </a:extLst>
            </p:cNvPr>
            <p:cNvSpPr/>
            <p:nvPr/>
          </p:nvSpPr>
          <p:spPr>
            <a:xfrm>
              <a:off x="822769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EAB3BFB7-9BD5-4C34-9D06-AC7943D65799}"/>
                </a:ext>
              </a:extLst>
            </p:cNvPr>
            <p:cNvSpPr/>
            <p:nvPr/>
          </p:nvSpPr>
          <p:spPr>
            <a:xfrm>
              <a:off x="8539162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8 w 161925"/>
                <a:gd name="connsiteY3" fmla="*/ 135498 h 272657"/>
                <a:gd name="connsiteX4" fmla="*/ 63818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8" y="94540"/>
                    <a:pt x="63818" y="135498"/>
                  </a:cubicBezTo>
                  <a:lnTo>
                    <a:pt x="63818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77966ADB-5C9A-459D-BE24-5A2BEA535E86}"/>
                </a:ext>
              </a:extLst>
            </p:cNvPr>
            <p:cNvSpPr/>
            <p:nvPr/>
          </p:nvSpPr>
          <p:spPr>
            <a:xfrm>
              <a:off x="8729662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3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8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8" y="60007"/>
                    <a:pt x="130493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8D312537-DCFF-421E-A9B8-AE30CB4BB377}"/>
                </a:ext>
              </a:extLst>
            </p:cNvPr>
            <p:cNvSpPr/>
            <p:nvPr/>
          </p:nvSpPr>
          <p:spPr>
            <a:xfrm>
              <a:off x="8993504" y="2528887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DECD11B4-70BB-4002-B619-D5EA3D2965F0}"/>
                </a:ext>
              </a:extLst>
            </p:cNvPr>
            <p:cNvSpPr/>
            <p:nvPr/>
          </p:nvSpPr>
          <p:spPr>
            <a:xfrm>
              <a:off x="9117329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8 w 165734"/>
                <a:gd name="connsiteY9" fmla="*/ 0 h 358139"/>
                <a:gd name="connsiteX10" fmla="*/ 101918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8 w 165734"/>
                <a:gd name="connsiteY13" fmla="*/ 138113 h 358139"/>
                <a:gd name="connsiteX14" fmla="*/ 101918 w 165734"/>
                <a:gd name="connsiteY14" fmla="*/ 269558 h 358139"/>
                <a:gd name="connsiteX15" fmla="*/ 130493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028A2D0E-91B4-4CF7-B2F7-90C7C7F367F4}"/>
                </a:ext>
              </a:extLst>
            </p:cNvPr>
            <p:cNvSpPr/>
            <p:nvPr/>
          </p:nvSpPr>
          <p:spPr>
            <a:xfrm>
              <a:off x="9331642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2 w 225742"/>
                <a:gd name="connsiteY1" fmla="*/ 220980 h 386714"/>
                <a:gd name="connsiteX2" fmla="*/ 164782 w 225742"/>
                <a:gd name="connsiteY2" fmla="*/ 211455 h 386714"/>
                <a:gd name="connsiteX3" fmla="*/ 105727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4775 w 225742"/>
                <a:gd name="connsiteY20" fmla="*/ 340042 h 386714"/>
                <a:gd name="connsiteX21" fmla="*/ 165735 w 225742"/>
                <a:gd name="connsiteY21" fmla="*/ 307658 h 386714"/>
                <a:gd name="connsiteX22" fmla="*/ 165735 w 225742"/>
                <a:gd name="connsiteY22" fmla="*/ 261938 h 386714"/>
                <a:gd name="connsiteX23" fmla="*/ 121920 w 225742"/>
                <a:gd name="connsiteY23" fmla="*/ 257175 h 386714"/>
                <a:gd name="connsiteX24" fmla="*/ 60007 w 225742"/>
                <a:gd name="connsiteY24" fmla="*/ 300990 h 386714"/>
                <a:gd name="connsiteX25" fmla="*/ 104775 w 225742"/>
                <a:gd name="connsiteY25" fmla="*/ 340042 h 386714"/>
                <a:gd name="connsiteX26" fmla="*/ 173355 w 225742"/>
                <a:gd name="connsiteY26" fmla="*/ 72390 h 386714"/>
                <a:gd name="connsiteX27" fmla="*/ 136207 w 225742"/>
                <a:gd name="connsiteY27" fmla="*/ 36195 h 386714"/>
                <a:gd name="connsiteX28" fmla="*/ 173355 w 225742"/>
                <a:gd name="connsiteY28" fmla="*/ 0 h 386714"/>
                <a:gd name="connsiteX29" fmla="*/ 210502 w 225742"/>
                <a:gd name="connsiteY29" fmla="*/ 36195 h 386714"/>
                <a:gd name="connsiteX30" fmla="*/ 173355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4775" y="340042"/>
                  </a:moveTo>
                  <a:cubicBezTo>
                    <a:pt x="127635" y="340042"/>
                    <a:pt x="148590" y="328613"/>
                    <a:pt x="165735" y="307658"/>
                  </a:cubicBezTo>
                  <a:lnTo>
                    <a:pt x="165735" y="261938"/>
                  </a:lnTo>
                  <a:cubicBezTo>
                    <a:pt x="151447" y="258127"/>
                    <a:pt x="136207" y="257175"/>
                    <a:pt x="121920" y="257175"/>
                  </a:cubicBezTo>
                  <a:cubicBezTo>
                    <a:pt x="82868" y="257175"/>
                    <a:pt x="60007" y="272415"/>
                    <a:pt x="60007" y="300990"/>
                  </a:cubicBezTo>
                  <a:cubicBezTo>
                    <a:pt x="60007" y="324803"/>
                    <a:pt x="77152" y="340042"/>
                    <a:pt x="104775" y="340042"/>
                  </a:cubicBezTo>
                  <a:close/>
                  <a:moveTo>
                    <a:pt x="173355" y="72390"/>
                  </a:moveTo>
                  <a:cubicBezTo>
                    <a:pt x="153352" y="72390"/>
                    <a:pt x="136207" y="55245"/>
                    <a:pt x="136207" y="36195"/>
                  </a:cubicBezTo>
                  <a:cubicBezTo>
                    <a:pt x="136207" y="17145"/>
                    <a:pt x="153352" y="0"/>
                    <a:pt x="173355" y="0"/>
                  </a:cubicBezTo>
                  <a:cubicBezTo>
                    <a:pt x="193357" y="0"/>
                    <a:pt x="210502" y="17145"/>
                    <a:pt x="210502" y="36195"/>
                  </a:cubicBezTo>
                  <a:cubicBezTo>
                    <a:pt x="210502" y="56198"/>
                    <a:pt x="192405" y="72390"/>
                    <a:pt x="173355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3F538F95-8D24-4208-AA6F-20E82E8F4BA2}"/>
                </a:ext>
              </a:extLst>
            </p:cNvPr>
            <p:cNvSpPr/>
            <p:nvPr/>
          </p:nvSpPr>
          <p:spPr>
            <a:xfrm>
              <a:off x="9605962" y="2562224"/>
              <a:ext cx="166687" cy="358139"/>
            </a:xfrm>
            <a:custGeom>
              <a:avLst/>
              <a:gdLst>
                <a:gd name="connsiteX0" fmla="*/ 166688 w 166687"/>
                <a:gd name="connsiteY0" fmla="*/ 295275 h 358139"/>
                <a:gd name="connsiteX1" fmla="*/ 166688 w 166687"/>
                <a:gd name="connsiteY1" fmla="*/ 348615 h 358139"/>
                <a:gd name="connsiteX2" fmla="*/ 114300 w 166687"/>
                <a:gd name="connsiteY2" fmla="*/ 358140 h 358139"/>
                <a:gd name="connsiteX3" fmla="*/ 41910 w 166687"/>
                <a:gd name="connsiteY3" fmla="*/ 282892 h 358139"/>
                <a:gd name="connsiteX4" fmla="*/ 41910 w 166687"/>
                <a:gd name="connsiteY4" fmla="*/ 137160 h 358139"/>
                <a:gd name="connsiteX5" fmla="*/ 0 w 166687"/>
                <a:gd name="connsiteY5" fmla="*/ 137160 h 358139"/>
                <a:gd name="connsiteX6" fmla="*/ 0 w 166687"/>
                <a:gd name="connsiteY6" fmla="*/ 85725 h 358139"/>
                <a:gd name="connsiteX7" fmla="*/ 40005 w 166687"/>
                <a:gd name="connsiteY7" fmla="*/ 85725 h 358139"/>
                <a:gd name="connsiteX8" fmla="*/ 40005 w 166687"/>
                <a:gd name="connsiteY8" fmla="*/ 13335 h 358139"/>
                <a:gd name="connsiteX9" fmla="*/ 101918 w 166687"/>
                <a:gd name="connsiteY9" fmla="*/ 0 h 358139"/>
                <a:gd name="connsiteX10" fmla="*/ 101918 w 166687"/>
                <a:gd name="connsiteY10" fmla="*/ 86677 h 358139"/>
                <a:gd name="connsiteX11" fmla="*/ 165735 w 166687"/>
                <a:gd name="connsiteY11" fmla="*/ 86677 h 358139"/>
                <a:gd name="connsiteX12" fmla="*/ 165735 w 166687"/>
                <a:gd name="connsiteY12" fmla="*/ 138113 h 358139"/>
                <a:gd name="connsiteX13" fmla="*/ 101918 w 166687"/>
                <a:gd name="connsiteY13" fmla="*/ 138113 h 358139"/>
                <a:gd name="connsiteX14" fmla="*/ 101918 w 166687"/>
                <a:gd name="connsiteY14" fmla="*/ 269558 h 358139"/>
                <a:gd name="connsiteX15" fmla="*/ 130493 w 166687"/>
                <a:gd name="connsiteY15" fmla="*/ 304800 h 358139"/>
                <a:gd name="connsiteX16" fmla="*/ 166688 w 166687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687" h="358139">
                  <a:moveTo>
                    <a:pt x="166688" y="295275"/>
                  </a:moveTo>
                  <a:lnTo>
                    <a:pt x="166688" y="348615"/>
                  </a:lnTo>
                  <a:cubicBezTo>
                    <a:pt x="153352" y="355283"/>
                    <a:pt x="132398" y="358140"/>
                    <a:pt x="114300" y="358140"/>
                  </a:cubicBezTo>
                  <a:cubicBezTo>
                    <a:pt x="67627" y="358140"/>
                    <a:pt x="41910" y="331470"/>
                    <a:pt x="41910" y="282892"/>
                  </a:cubicBezTo>
                  <a:lnTo>
                    <a:pt x="41910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3827" y="303848"/>
                    <a:pt x="156210" y="300038"/>
                    <a:pt x="166688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AA3C1939-5697-4E85-A1A5-C912A60338EB}"/>
                </a:ext>
              </a:extLst>
            </p:cNvPr>
            <p:cNvSpPr/>
            <p:nvPr/>
          </p:nvSpPr>
          <p:spPr>
            <a:xfrm>
              <a:off x="2090737" y="3122294"/>
              <a:ext cx="231457" cy="368617"/>
            </a:xfrm>
            <a:custGeom>
              <a:avLst/>
              <a:gdLst>
                <a:gd name="connsiteX0" fmla="*/ 231458 w 231457"/>
                <a:gd name="connsiteY0" fmla="*/ 60007 h 368617"/>
                <a:gd name="connsiteX1" fmla="*/ 65723 w 231457"/>
                <a:gd name="connsiteY1" fmla="*/ 60007 h 368617"/>
                <a:gd name="connsiteX2" fmla="*/ 65723 w 231457"/>
                <a:gd name="connsiteY2" fmla="*/ 151447 h 368617"/>
                <a:gd name="connsiteX3" fmla="*/ 189548 w 231457"/>
                <a:gd name="connsiteY3" fmla="*/ 151447 h 368617"/>
                <a:gd name="connsiteX4" fmla="*/ 189548 w 231457"/>
                <a:gd name="connsiteY4" fmla="*/ 211455 h 368617"/>
                <a:gd name="connsiteX5" fmla="*/ 65723 w 231457"/>
                <a:gd name="connsiteY5" fmla="*/ 211455 h 368617"/>
                <a:gd name="connsiteX6" fmla="*/ 65723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8 w 231457"/>
                <a:gd name="connsiteY9" fmla="*/ 0 h 368617"/>
                <a:gd name="connsiteX10" fmla="*/ 231458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8" y="60007"/>
                  </a:moveTo>
                  <a:lnTo>
                    <a:pt x="65723" y="60007"/>
                  </a:lnTo>
                  <a:lnTo>
                    <a:pt x="65723" y="151447"/>
                  </a:lnTo>
                  <a:lnTo>
                    <a:pt x="189548" y="151447"/>
                  </a:lnTo>
                  <a:lnTo>
                    <a:pt x="189548" y="211455"/>
                  </a:lnTo>
                  <a:lnTo>
                    <a:pt x="65723" y="211455"/>
                  </a:lnTo>
                  <a:lnTo>
                    <a:pt x="65723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74A758B7-C89F-404E-8A81-AF52E986AB67}"/>
                </a:ext>
              </a:extLst>
            </p:cNvPr>
            <p:cNvSpPr/>
            <p:nvPr/>
          </p:nvSpPr>
          <p:spPr>
            <a:xfrm>
              <a:off x="2334560" y="3217544"/>
              <a:ext cx="225758" cy="279082"/>
            </a:xfrm>
            <a:custGeom>
              <a:avLst/>
              <a:gdLst>
                <a:gd name="connsiteX0" fmla="*/ 114316 w 225758"/>
                <a:gd name="connsiteY0" fmla="*/ 107633 h 279082"/>
                <a:gd name="connsiteX1" fmla="*/ 164799 w 225758"/>
                <a:gd name="connsiteY1" fmla="*/ 113347 h 279082"/>
                <a:gd name="connsiteX2" fmla="*/ 164799 w 225758"/>
                <a:gd name="connsiteY2" fmla="*/ 103822 h 279082"/>
                <a:gd name="connsiteX3" fmla="*/ 105744 w 225758"/>
                <a:gd name="connsiteY3" fmla="*/ 52388 h 279082"/>
                <a:gd name="connsiteX4" fmla="*/ 38116 w 225758"/>
                <a:gd name="connsiteY4" fmla="*/ 67627 h 279082"/>
                <a:gd name="connsiteX5" fmla="*/ 24781 w 225758"/>
                <a:gd name="connsiteY5" fmla="*/ 15240 h 279082"/>
                <a:gd name="connsiteX6" fmla="*/ 112411 w 225758"/>
                <a:gd name="connsiteY6" fmla="*/ 0 h 279082"/>
                <a:gd name="connsiteX7" fmla="*/ 225759 w 225758"/>
                <a:gd name="connsiteY7" fmla="*/ 102870 h 279082"/>
                <a:gd name="connsiteX8" fmla="*/ 225759 w 225758"/>
                <a:gd name="connsiteY8" fmla="*/ 273367 h 279082"/>
                <a:gd name="connsiteX9" fmla="*/ 166704 w 225758"/>
                <a:gd name="connsiteY9" fmla="*/ 273367 h 279082"/>
                <a:gd name="connsiteX10" fmla="*/ 166704 w 225758"/>
                <a:gd name="connsiteY10" fmla="*/ 244792 h 279082"/>
                <a:gd name="connsiteX11" fmla="*/ 165751 w 225758"/>
                <a:gd name="connsiteY11" fmla="*/ 244792 h 279082"/>
                <a:gd name="connsiteX12" fmla="*/ 87646 w 225758"/>
                <a:gd name="connsiteY12" fmla="*/ 279083 h 279082"/>
                <a:gd name="connsiteX13" fmla="*/ 16 w 225758"/>
                <a:gd name="connsiteY13" fmla="*/ 194310 h 279082"/>
                <a:gd name="connsiteX14" fmla="*/ 114316 w 225758"/>
                <a:gd name="connsiteY14" fmla="*/ 107633 h 279082"/>
                <a:gd name="connsiteX15" fmla="*/ 103839 w 225758"/>
                <a:gd name="connsiteY15" fmla="*/ 232410 h 279082"/>
                <a:gd name="connsiteX16" fmla="*/ 164799 w 225758"/>
                <a:gd name="connsiteY16" fmla="*/ 200025 h 279082"/>
                <a:gd name="connsiteX17" fmla="*/ 164799 w 225758"/>
                <a:gd name="connsiteY17" fmla="*/ 153352 h 279082"/>
                <a:gd name="connsiteX18" fmla="*/ 120984 w 225758"/>
                <a:gd name="connsiteY18" fmla="*/ 148590 h 279082"/>
                <a:gd name="connsiteX19" fmla="*/ 59071 w 225758"/>
                <a:gd name="connsiteY19" fmla="*/ 192405 h 279082"/>
                <a:gd name="connsiteX20" fmla="*/ 103839 w 225758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8" h="279082">
                  <a:moveTo>
                    <a:pt x="114316" y="107633"/>
                  </a:moveTo>
                  <a:cubicBezTo>
                    <a:pt x="131461" y="107633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6" y="52388"/>
                    <a:pt x="105744" y="52388"/>
                  </a:cubicBezTo>
                  <a:cubicBezTo>
                    <a:pt x="83836" y="52388"/>
                    <a:pt x="60024" y="57150"/>
                    <a:pt x="38116" y="67627"/>
                  </a:cubicBezTo>
                  <a:lnTo>
                    <a:pt x="24781" y="15240"/>
                  </a:lnTo>
                  <a:cubicBezTo>
                    <a:pt x="49546" y="5715"/>
                    <a:pt x="81931" y="0"/>
                    <a:pt x="112411" y="0"/>
                  </a:cubicBezTo>
                  <a:cubicBezTo>
                    <a:pt x="187659" y="0"/>
                    <a:pt x="225759" y="35242"/>
                    <a:pt x="225759" y="102870"/>
                  </a:cubicBezTo>
                  <a:lnTo>
                    <a:pt x="225759" y="273367"/>
                  </a:lnTo>
                  <a:lnTo>
                    <a:pt x="166704" y="273367"/>
                  </a:lnTo>
                  <a:lnTo>
                    <a:pt x="166704" y="244792"/>
                  </a:lnTo>
                  <a:lnTo>
                    <a:pt x="165751" y="244792"/>
                  </a:lnTo>
                  <a:cubicBezTo>
                    <a:pt x="142891" y="268605"/>
                    <a:pt x="119079" y="279083"/>
                    <a:pt x="87646" y="279083"/>
                  </a:cubicBezTo>
                  <a:cubicBezTo>
                    <a:pt x="34306" y="279083"/>
                    <a:pt x="16" y="245745"/>
                    <a:pt x="16" y="194310"/>
                  </a:cubicBezTo>
                  <a:cubicBezTo>
                    <a:pt x="-936" y="138113"/>
                    <a:pt x="40021" y="107633"/>
                    <a:pt x="114316" y="107633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3352"/>
                  </a:lnTo>
                  <a:cubicBezTo>
                    <a:pt x="150511" y="149542"/>
                    <a:pt x="135271" y="148590"/>
                    <a:pt x="120984" y="148590"/>
                  </a:cubicBezTo>
                  <a:cubicBezTo>
                    <a:pt x="81931" y="148590"/>
                    <a:pt x="59071" y="163830"/>
                    <a:pt x="59071" y="192405"/>
                  </a:cubicBezTo>
                  <a:cubicBezTo>
                    <a:pt x="59071" y="217170"/>
                    <a:pt x="76216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DBF08E2B-7525-44C8-AEAE-5AD0BB721D24}"/>
                </a:ext>
              </a:extLst>
            </p:cNvPr>
            <p:cNvSpPr/>
            <p:nvPr/>
          </p:nvSpPr>
          <p:spPr>
            <a:xfrm>
              <a:off x="262508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3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1ADC3CB3-6C6C-4A42-A262-DE9C860D0718}"/>
                </a:ext>
              </a:extLst>
            </p:cNvPr>
            <p:cNvSpPr/>
            <p:nvPr/>
          </p:nvSpPr>
          <p:spPr>
            <a:xfrm>
              <a:off x="2904172" y="3100387"/>
              <a:ext cx="228599" cy="390525"/>
            </a:xfrm>
            <a:custGeom>
              <a:avLst/>
              <a:gdLst>
                <a:gd name="connsiteX0" fmla="*/ 228600 w 228599"/>
                <a:gd name="connsiteY0" fmla="*/ 390525 h 390525"/>
                <a:gd name="connsiteX1" fmla="*/ 166687 w 228599"/>
                <a:gd name="connsiteY1" fmla="*/ 390525 h 390525"/>
                <a:gd name="connsiteX2" fmla="*/ 166687 w 228599"/>
                <a:gd name="connsiteY2" fmla="*/ 238125 h 390525"/>
                <a:gd name="connsiteX3" fmla="*/ 117157 w 228599"/>
                <a:gd name="connsiteY3" fmla="*/ 173355 h 390525"/>
                <a:gd name="connsiteX4" fmla="*/ 61913 w 228599"/>
                <a:gd name="connsiteY4" fmla="*/ 238125 h 390525"/>
                <a:gd name="connsiteX5" fmla="*/ 61913 w 228599"/>
                <a:gd name="connsiteY5" fmla="*/ 390525 h 390525"/>
                <a:gd name="connsiteX6" fmla="*/ 0 w 228599"/>
                <a:gd name="connsiteY6" fmla="*/ 390525 h 390525"/>
                <a:gd name="connsiteX7" fmla="*/ 0 w 228599"/>
                <a:gd name="connsiteY7" fmla="*/ 16192 h 390525"/>
                <a:gd name="connsiteX8" fmla="*/ 61913 w 228599"/>
                <a:gd name="connsiteY8" fmla="*/ 0 h 390525"/>
                <a:gd name="connsiteX9" fmla="*/ 61913 w 228599"/>
                <a:gd name="connsiteY9" fmla="*/ 155258 h 390525"/>
                <a:gd name="connsiteX10" fmla="*/ 62865 w 228599"/>
                <a:gd name="connsiteY10" fmla="*/ 155258 h 390525"/>
                <a:gd name="connsiteX11" fmla="*/ 140970 w 228599"/>
                <a:gd name="connsiteY11" fmla="*/ 116205 h 390525"/>
                <a:gd name="connsiteX12" fmla="*/ 228600 w 228599"/>
                <a:gd name="connsiteY12" fmla="*/ 223838 h 390525"/>
                <a:gd name="connsiteX13" fmla="*/ 228600 w 228599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599" h="390525">
                  <a:moveTo>
                    <a:pt x="228600" y="390525"/>
                  </a:moveTo>
                  <a:lnTo>
                    <a:pt x="166687" y="390525"/>
                  </a:lnTo>
                  <a:lnTo>
                    <a:pt x="166687" y="238125"/>
                  </a:lnTo>
                  <a:cubicBezTo>
                    <a:pt x="166687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A478A2E7-2C2D-4074-BE32-550E6CC87CBD}"/>
                </a:ext>
              </a:extLst>
            </p:cNvPr>
            <p:cNvSpPr/>
            <p:nvPr/>
          </p:nvSpPr>
          <p:spPr>
            <a:xfrm>
              <a:off x="3211829" y="3099434"/>
              <a:ext cx="249554" cy="397192"/>
            </a:xfrm>
            <a:custGeom>
              <a:avLst/>
              <a:gdLst>
                <a:gd name="connsiteX0" fmla="*/ 249555 w 249554"/>
                <a:gd name="connsiteY0" fmla="*/ 256223 h 397192"/>
                <a:gd name="connsiteX1" fmla="*/ 140970 w 249554"/>
                <a:gd name="connsiteY1" fmla="*/ 397193 h 397192"/>
                <a:gd name="connsiteX2" fmla="*/ 61913 w 249554"/>
                <a:gd name="connsiteY2" fmla="*/ 360045 h 397192"/>
                <a:gd name="connsiteX3" fmla="*/ 60008 w 249554"/>
                <a:gd name="connsiteY3" fmla="*/ 360045 h 397192"/>
                <a:gd name="connsiteX4" fmla="*/ 60008 w 249554"/>
                <a:gd name="connsiteY4" fmla="*/ 390525 h 397192"/>
                <a:gd name="connsiteX5" fmla="*/ 0 w 249554"/>
                <a:gd name="connsiteY5" fmla="*/ 390525 h 397192"/>
                <a:gd name="connsiteX6" fmla="*/ 0 w 249554"/>
                <a:gd name="connsiteY6" fmla="*/ 16192 h 397192"/>
                <a:gd name="connsiteX7" fmla="*/ 61913 w 249554"/>
                <a:gd name="connsiteY7" fmla="*/ 0 h 397192"/>
                <a:gd name="connsiteX8" fmla="*/ 61913 w 249554"/>
                <a:gd name="connsiteY8" fmla="*/ 154305 h 397192"/>
                <a:gd name="connsiteX9" fmla="*/ 62865 w 249554"/>
                <a:gd name="connsiteY9" fmla="*/ 154305 h 397192"/>
                <a:gd name="connsiteX10" fmla="*/ 140970 w 249554"/>
                <a:gd name="connsiteY10" fmla="*/ 116205 h 397192"/>
                <a:gd name="connsiteX11" fmla="*/ 249555 w 249554"/>
                <a:gd name="connsiteY11" fmla="*/ 256223 h 397192"/>
                <a:gd name="connsiteX12" fmla="*/ 187642 w 249554"/>
                <a:gd name="connsiteY12" fmla="*/ 257175 h 397192"/>
                <a:gd name="connsiteX13" fmla="*/ 125730 w 249554"/>
                <a:gd name="connsiteY13" fmla="*/ 173355 h 397192"/>
                <a:gd name="connsiteX14" fmla="*/ 62865 w 249554"/>
                <a:gd name="connsiteY14" fmla="*/ 207645 h 397192"/>
                <a:gd name="connsiteX15" fmla="*/ 62865 w 249554"/>
                <a:gd name="connsiteY15" fmla="*/ 305753 h 397192"/>
                <a:gd name="connsiteX16" fmla="*/ 126683 w 249554"/>
                <a:gd name="connsiteY16" fmla="*/ 341948 h 397192"/>
                <a:gd name="connsiteX17" fmla="*/ 187642 w 249554"/>
                <a:gd name="connsiteY17" fmla="*/ 257175 h 397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9554" h="397192">
                  <a:moveTo>
                    <a:pt x="249555" y="256223"/>
                  </a:moveTo>
                  <a:cubicBezTo>
                    <a:pt x="249555" y="341948"/>
                    <a:pt x="205740" y="397193"/>
                    <a:pt x="140970" y="397193"/>
                  </a:cubicBezTo>
                  <a:cubicBezTo>
                    <a:pt x="107633" y="397193"/>
                    <a:pt x="80010" y="382905"/>
                    <a:pt x="61913" y="360045"/>
                  </a:cubicBezTo>
                  <a:lnTo>
                    <a:pt x="60008" y="360045"/>
                  </a:lnTo>
                  <a:lnTo>
                    <a:pt x="60008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4305"/>
                  </a:lnTo>
                  <a:lnTo>
                    <a:pt x="62865" y="154305"/>
                  </a:lnTo>
                  <a:cubicBezTo>
                    <a:pt x="80963" y="130492"/>
                    <a:pt x="107633" y="116205"/>
                    <a:pt x="140970" y="116205"/>
                  </a:cubicBezTo>
                  <a:cubicBezTo>
                    <a:pt x="205740" y="117157"/>
                    <a:pt x="249555" y="169545"/>
                    <a:pt x="249555" y="256223"/>
                  </a:cubicBezTo>
                  <a:close/>
                  <a:moveTo>
                    <a:pt x="187642" y="257175"/>
                  </a:moveTo>
                  <a:cubicBezTo>
                    <a:pt x="187642" y="201930"/>
                    <a:pt x="164783" y="173355"/>
                    <a:pt x="125730" y="173355"/>
                  </a:cubicBezTo>
                  <a:cubicBezTo>
                    <a:pt x="101917" y="173355"/>
                    <a:pt x="81915" y="183832"/>
                    <a:pt x="62865" y="207645"/>
                  </a:cubicBezTo>
                  <a:lnTo>
                    <a:pt x="62865" y="305753"/>
                  </a:lnTo>
                  <a:cubicBezTo>
                    <a:pt x="80963" y="329565"/>
                    <a:pt x="100965" y="341948"/>
                    <a:pt x="126683" y="341948"/>
                  </a:cubicBezTo>
                  <a:cubicBezTo>
                    <a:pt x="166688" y="341948"/>
                    <a:pt x="187642" y="310515"/>
                    <a:pt x="187642" y="2571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30787BF8-95C4-40D1-AE1C-FAA8A8A397E7}"/>
                </a:ext>
              </a:extLst>
            </p:cNvPr>
            <p:cNvSpPr/>
            <p:nvPr/>
          </p:nvSpPr>
          <p:spPr>
            <a:xfrm>
              <a:off x="351567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98929552-9ABC-407B-9587-131D54401CDC}"/>
                </a:ext>
              </a:extLst>
            </p:cNvPr>
            <p:cNvSpPr/>
            <p:nvPr/>
          </p:nvSpPr>
          <p:spPr>
            <a:xfrm>
              <a:off x="3829049" y="3217301"/>
              <a:ext cx="160020" cy="273610"/>
            </a:xfrm>
            <a:custGeom>
              <a:avLst/>
              <a:gdLst>
                <a:gd name="connsiteX0" fmla="*/ 160020 w 160020"/>
                <a:gd name="connsiteY0" fmla="*/ 5005 h 273610"/>
                <a:gd name="connsiteX1" fmla="*/ 150495 w 160020"/>
                <a:gd name="connsiteY1" fmla="*/ 68823 h 273610"/>
                <a:gd name="connsiteX2" fmla="*/ 116205 w 160020"/>
                <a:gd name="connsiteY2" fmla="*/ 60250 h 273610"/>
                <a:gd name="connsiteX3" fmla="*/ 61913 w 160020"/>
                <a:gd name="connsiteY3" fmla="*/ 135498 h 273610"/>
                <a:gd name="connsiteX4" fmla="*/ 61913 w 160020"/>
                <a:gd name="connsiteY4" fmla="*/ 273610 h 273610"/>
                <a:gd name="connsiteX5" fmla="*/ 0 w 160020"/>
                <a:gd name="connsiteY5" fmla="*/ 273610 h 273610"/>
                <a:gd name="connsiteX6" fmla="*/ 0 w 160020"/>
                <a:gd name="connsiteY6" fmla="*/ 6910 h 273610"/>
                <a:gd name="connsiteX7" fmla="*/ 60960 w 160020"/>
                <a:gd name="connsiteY7" fmla="*/ 6910 h 273610"/>
                <a:gd name="connsiteX8" fmla="*/ 60960 w 160020"/>
                <a:gd name="connsiteY8" fmla="*/ 40248 h 273610"/>
                <a:gd name="connsiteX9" fmla="*/ 61913 w 160020"/>
                <a:gd name="connsiteY9" fmla="*/ 40248 h 273610"/>
                <a:gd name="connsiteX10" fmla="*/ 131445 w 160020"/>
                <a:gd name="connsiteY10" fmla="*/ 243 h 273610"/>
                <a:gd name="connsiteX11" fmla="*/ 160020 w 160020"/>
                <a:gd name="connsiteY11" fmla="*/ 5005 h 273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361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3610"/>
                  </a:lnTo>
                  <a:lnTo>
                    <a:pt x="0" y="273610"/>
                  </a:lnTo>
                  <a:lnTo>
                    <a:pt x="0" y="6910"/>
                  </a:lnTo>
                  <a:lnTo>
                    <a:pt x="60960" y="6910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BF752B82-4D94-4179-B1F4-7DFFDB975482}"/>
                </a:ext>
              </a:extLst>
            </p:cNvPr>
            <p:cNvSpPr/>
            <p:nvPr/>
          </p:nvSpPr>
          <p:spPr>
            <a:xfrm>
              <a:off x="402240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7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3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7" y="53340"/>
                    <a:pt x="242887" y="135255"/>
                  </a:cubicBezTo>
                  <a:cubicBezTo>
                    <a:pt x="242887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3" y="235267"/>
                  </a:lnTo>
                  <a:cubicBezTo>
                    <a:pt x="207645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B3177CBC-CA24-49A5-8158-7AEB6780019B}"/>
                </a:ext>
              </a:extLst>
            </p:cNvPr>
            <p:cNvSpPr/>
            <p:nvPr/>
          </p:nvSpPr>
          <p:spPr>
            <a:xfrm>
              <a:off x="4325302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7 w 79057"/>
                <a:gd name="connsiteY4" fmla="*/ 38100 h 385762"/>
                <a:gd name="connsiteX5" fmla="*/ 71438 w 79057"/>
                <a:gd name="connsiteY5" fmla="*/ 385763 h 385762"/>
                <a:gd name="connsiteX6" fmla="*/ 9525 w 79057"/>
                <a:gd name="connsiteY6" fmla="*/ 385763 h 385762"/>
                <a:gd name="connsiteX7" fmla="*/ 9525 w 79057"/>
                <a:gd name="connsiteY7" fmla="*/ 119063 h 385762"/>
                <a:gd name="connsiteX8" fmla="*/ 71438 w 79057"/>
                <a:gd name="connsiteY8" fmla="*/ 119063 h 385762"/>
                <a:gd name="connsiteX9" fmla="*/ 71438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3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1438" y="385763"/>
                  </a:moveTo>
                  <a:lnTo>
                    <a:pt x="9525" y="385763"/>
                  </a:lnTo>
                  <a:lnTo>
                    <a:pt x="9525" y="119063"/>
                  </a:lnTo>
                  <a:lnTo>
                    <a:pt x="71438" y="119063"/>
                  </a:lnTo>
                  <a:lnTo>
                    <a:pt x="71438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D15F8C52-CCE6-4F1E-889B-D672DAC96462}"/>
                </a:ext>
              </a:extLst>
            </p:cNvPr>
            <p:cNvSpPr/>
            <p:nvPr/>
          </p:nvSpPr>
          <p:spPr>
            <a:xfrm>
              <a:off x="4463414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9685CF63-81A1-40EB-820A-C74025CA8AC8}"/>
                </a:ext>
              </a:extLst>
            </p:cNvPr>
            <p:cNvSpPr/>
            <p:nvPr/>
          </p:nvSpPr>
          <p:spPr>
            <a:xfrm>
              <a:off x="4742496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0C5B9D47-061E-44B8-8092-76D3A05D62CB}"/>
                </a:ext>
              </a:extLst>
            </p:cNvPr>
            <p:cNvSpPr/>
            <p:nvPr/>
          </p:nvSpPr>
          <p:spPr>
            <a:xfrm>
              <a:off x="5209221" y="3122294"/>
              <a:ext cx="273367" cy="368617"/>
            </a:xfrm>
            <a:custGeom>
              <a:avLst/>
              <a:gdLst>
                <a:gd name="connsiteX0" fmla="*/ 64770 w 273367"/>
                <a:gd name="connsiteY0" fmla="*/ 368617 h 368617"/>
                <a:gd name="connsiteX1" fmla="*/ 0 w 273367"/>
                <a:gd name="connsiteY1" fmla="*/ 368617 h 368617"/>
                <a:gd name="connsiteX2" fmla="*/ 0 w 273367"/>
                <a:gd name="connsiteY2" fmla="*/ 0 h 368617"/>
                <a:gd name="connsiteX3" fmla="*/ 137160 w 273367"/>
                <a:gd name="connsiteY3" fmla="*/ 0 h 368617"/>
                <a:gd name="connsiteX4" fmla="*/ 263843 w 273367"/>
                <a:gd name="connsiteY4" fmla="*/ 108585 h 368617"/>
                <a:gd name="connsiteX5" fmla="*/ 188595 w 273367"/>
                <a:gd name="connsiteY5" fmla="*/ 214313 h 368617"/>
                <a:gd name="connsiteX6" fmla="*/ 273368 w 273367"/>
                <a:gd name="connsiteY6" fmla="*/ 368617 h 368617"/>
                <a:gd name="connsiteX7" fmla="*/ 196215 w 273367"/>
                <a:gd name="connsiteY7" fmla="*/ 368617 h 368617"/>
                <a:gd name="connsiteX8" fmla="*/ 120015 w 273367"/>
                <a:gd name="connsiteY8" fmla="*/ 220980 h 368617"/>
                <a:gd name="connsiteX9" fmla="*/ 63818 w 273367"/>
                <a:gd name="connsiteY9" fmla="*/ 220980 h 368617"/>
                <a:gd name="connsiteX10" fmla="*/ 63818 w 273367"/>
                <a:gd name="connsiteY10" fmla="*/ 368617 h 368617"/>
                <a:gd name="connsiteX11" fmla="*/ 197168 w 273367"/>
                <a:gd name="connsiteY11" fmla="*/ 110490 h 368617"/>
                <a:gd name="connsiteX12" fmla="*/ 131445 w 273367"/>
                <a:gd name="connsiteY12" fmla="*/ 57150 h 368617"/>
                <a:gd name="connsiteX13" fmla="*/ 64770 w 273367"/>
                <a:gd name="connsiteY13" fmla="*/ 57150 h 368617"/>
                <a:gd name="connsiteX14" fmla="*/ 64770 w 273367"/>
                <a:gd name="connsiteY14" fmla="*/ 164782 h 368617"/>
                <a:gd name="connsiteX15" fmla="*/ 128588 w 273367"/>
                <a:gd name="connsiteY15" fmla="*/ 164782 h 368617"/>
                <a:gd name="connsiteX16" fmla="*/ 197168 w 273367"/>
                <a:gd name="connsiteY16" fmla="*/ 11049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73367" h="368617">
                  <a:moveTo>
                    <a:pt x="64770" y="368617"/>
                  </a:moveTo>
                  <a:lnTo>
                    <a:pt x="0" y="368617"/>
                  </a:lnTo>
                  <a:lnTo>
                    <a:pt x="0" y="0"/>
                  </a:lnTo>
                  <a:lnTo>
                    <a:pt x="137160" y="0"/>
                  </a:lnTo>
                  <a:cubicBezTo>
                    <a:pt x="215265" y="0"/>
                    <a:pt x="263843" y="36195"/>
                    <a:pt x="263843" y="108585"/>
                  </a:cubicBezTo>
                  <a:cubicBezTo>
                    <a:pt x="263843" y="164782"/>
                    <a:pt x="235268" y="200025"/>
                    <a:pt x="188595" y="214313"/>
                  </a:cubicBezTo>
                  <a:lnTo>
                    <a:pt x="273368" y="368617"/>
                  </a:lnTo>
                  <a:lnTo>
                    <a:pt x="196215" y="368617"/>
                  </a:lnTo>
                  <a:lnTo>
                    <a:pt x="120015" y="220980"/>
                  </a:lnTo>
                  <a:lnTo>
                    <a:pt x="63818" y="220980"/>
                  </a:lnTo>
                  <a:lnTo>
                    <a:pt x="63818" y="368617"/>
                  </a:lnTo>
                  <a:close/>
                  <a:moveTo>
                    <a:pt x="197168" y="110490"/>
                  </a:moveTo>
                  <a:cubicBezTo>
                    <a:pt x="197168" y="74295"/>
                    <a:pt x="174308" y="57150"/>
                    <a:pt x="131445" y="57150"/>
                  </a:cubicBezTo>
                  <a:lnTo>
                    <a:pt x="64770" y="57150"/>
                  </a:lnTo>
                  <a:lnTo>
                    <a:pt x="64770" y="164782"/>
                  </a:lnTo>
                  <a:lnTo>
                    <a:pt x="128588" y="164782"/>
                  </a:lnTo>
                  <a:cubicBezTo>
                    <a:pt x="173355" y="164782"/>
                    <a:pt x="197168" y="146685"/>
                    <a:pt x="197168" y="1104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7C59B211-BAB8-489C-B154-5529C1834206}"/>
                </a:ext>
              </a:extLst>
            </p:cNvPr>
            <p:cNvSpPr/>
            <p:nvPr/>
          </p:nvSpPr>
          <p:spPr>
            <a:xfrm>
              <a:off x="5523546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3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8A4F19CE-1147-41B6-A789-087E963C7CFE}"/>
                </a:ext>
              </a:extLst>
            </p:cNvPr>
            <p:cNvSpPr/>
            <p:nvPr/>
          </p:nvSpPr>
          <p:spPr>
            <a:xfrm>
              <a:off x="582167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E99F0637-ACE1-4143-A682-71DB314898B9}"/>
                </a:ext>
              </a:extLst>
            </p:cNvPr>
            <p:cNvSpPr/>
            <p:nvPr/>
          </p:nvSpPr>
          <p:spPr>
            <a:xfrm>
              <a:off x="609980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A1D98275-0AAB-49E7-8C98-A09EED60B8FC}"/>
                </a:ext>
              </a:extLst>
            </p:cNvPr>
            <p:cNvSpPr/>
            <p:nvPr/>
          </p:nvSpPr>
          <p:spPr>
            <a:xfrm>
              <a:off x="637793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8C9F4491-3D5D-42B3-8605-45E6CA52B8D4}"/>
                </a:ext>
              </a:extLst>
            </p:cNvPr>
            <p:cNvSpPr/>
            <p:nvPr/>
          </p:nvSpPr>
          <p:spPr>
            <a:xfrm>
              <a:off x="65884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9C73EEC4-619E-407A-AA74-3DA3D18090D0}"/>
                </a:ext>
              </a:extLst>
            </p:cNvPr>
            <p:cNvSpPr/>
            <p:nvPr/>
          </p:nvSpPr>
          <p:spPr>
            <a:xfrm>
              <a:off x="6837044" y="3224212"/>
              <a:ext cx="376237" cy="266700"/>
            </a:xfrm>
            <a:custGeom>
              <a:avLst/>
              <a:gdLst>
                <a:gd name="connsiteX0" fmla="*/ 376238 w 376237"/>
                <a:gd name="connsiteY0" fmla="*/ 0 h 266700"/>
                <a:gd name="connsiteX1" fmla="*/ 297180 w 376237"/>
                <a:gd name="connsiteY1" fmla="*/ 266700 h 266700"/>
                <a:gd name="connsiteX2" fmla="*/ 237173 w 376237"/>
                <a:gd name="connsiteY2" fmla="*/ 266700 h 266700"/>
                <a:gd name="connsiteX3" fmla="*/ 188595 w 376237"/>
                <a:gd name="connsiteY3" fmla="*/ 81915 h 266700"/>
                <a:gd name="connsiteX4" fmla="*/ 187643 w 376237"/>
                <a:gd name="connsiteY4" fmla="*/ 81915 h 266700"/>
                <a:gd name="connsiteX5" fmla="*/ 139065 w 376237"/>
                <a:gd name="connsiteY5" fmla="*/ 266700 h 266700"/>
                <a:gd name="connsiteX6" fmla="*/ 79057 w 376237"/>
                <a:gd name="connsiteY6" fmla="*/ 266700 h 266700"/>
                <a:gd name="connsiteX7" fmla="*/ 0 w 376237"/>
                <a:gd name="connsiteY7" fmla="*/ 0 h 266700"/>
                <a:gd name="connsiteX8" fmla="*/ 65723 w 376237"/>
                <a:gd name="connsiteY8" fmla="*/ 0 h 266700"/>
                <a:gd name="connsiteX9" fmla="*/ 111443 w 376237"/>
                <a:gd name="connsiteY9" fmla="*/ 180022 h 266700"/>
                <a:gd name="connsiteX10" fmla="*/ 112395 w 376237"/>
                <a:gd name="connsiteY10" fmla="*/ 180022 h 266700"/>
                <a:gd name="connsiteX11" fmla="*/ 159068 w 376237"/>
                <a:gd name="connsiteY11" fmla="*/ 0 h 266700"/>
                <a:gd name="connsiteX12" fmla="*/ 216218 w 376237"/>
                <a:gd name="connsiteY12" fmla="*/ 0 h 266700"/>
                <a:gd name="connsiteX13" fmla="*/ 264795 w 376237"/>
                <a:gd name="connsiteY13" fmla="*/ 180022 h 266700"/>
                <a:gd name="connsiteX14" fmla="*/ 265748 w 376237"/>
                <a:gd name="connsiteY14" fmla="*/ 180022 h 266700"/>
                <a:gd name="connsiteX15" fmla="*/ 311468 w 376237"/>
                <a:gd name="connsiteY15" fmla="*/ 0 h 266700"/>
                <a:gd name="connsiteX16" fmla="*/ 376238 w 376237"/>
                <a:gd name="connsiteY1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237" h="266700">
                  <a:moveTo>
                    <a:pt x="376238" y="0"/>
                  </a:moveTo>
                  <a:lnTo>
                    <a:pt x="297180" y="266700"/>
                  </a:lnTo>
                  <a:lnTo>
                    <a:pt x="237173" y="266700"/>
                  </a:lnTo>
                  <a:lnTo>
                    <a:pt x="188595" y="81915"/>
                  </a:lnTo>
                  <a:lnTo>
                    <a:pt x="187643" y="81915"/>
                  </a:lnTo>
                  <a:lnTo>
                    <a:pt x="139065" y="266700"/>
                  </a:lnTo>
                  <a:lnTo>
                    <a:pt x="79057" y="266700"/>
                  </a:lnTo>
                  <a:lnTo>
                    <a:pt x="0" y="0"/>
                  </a:lnTo>
                  <a:lnTo>
                    <a:pt x="65723" y="0"/>
                  </a:lnTo>
                  <a:lnTo>
                    <a:pt x="111443" y="180022"/>
                  </a:lnTo>
                  <a:lnTo>
                    <a:pt x="112395" y="180022"/>
                  </a:lnTo>
                  <a:lnTo>
                    <a:pt x="159068" y="0"/>
                  </a:lnTo>
                  <a:lnTo>
                    <a:pt x="216218" y="0"/>
                  </a:lnTo>
                  <a:lnTo>
                    <a:pt x="264795" y="180022"/>
                  </a:lnTo>
                  <a:lnTo>
                    <a:pt x="265748" y="180022"/>
                  </a:lnTo>
                  <a:lnTo>
                    <a:pt x="311468" y="0"/>
                  </a:lnTo>
                  <a:lnTo>
                    <a:pt x="3762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31A37F81-D616-456A-9BB5-630F98BE708D}"/>
                </a:ext>
              </a:extLst>
            </p:cNvPr>
            <p:cNvSpPr/>
            <p:nvPr/>
          </p:nvSpPr>
          <p:spPr>
            <a:xfrm>
              <a:off x="7259954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097730BE-9166-460E-AAD2-4BEB195E1174}"/>
                </a:ext>
              </a:extLst>
            </p:cNvPr>
            <p:cNvSpPr/>
            <p:nvPr/>
          </p:nvSpPr>
          <p:spPr>
            <a:xfrm>
              <a:off x="73885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A2E02141-6B4B-472B-8FC7-E4B47D9A77E3}"/>
                </a:ext>
              </a:extLst>
            </p:cNvPr>
            <p:cNvSpPr/>
            <p:nvPr/>
          </p:nvSpPr>
          <p:spPr>
            <a:xfrm>
              <a:off x="7635239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1C381119-A2BA-485E-BE98-479B24429EDD}"/>
                </a:ext>
              </a:extLst>
            </p:cNvPr>
            <p:cNvSpPr/>
            <p:nvPr/>
          </p:nvSpPr>
          <p:spPr>
            <a:xfrm>
              <a:off x="789050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16C63372-1C8E-4CBE-9BE1-F118ECC80455}"/>
                </a:ext>
              </a:extLst>
            </p:cNvPr>
            <p:cNvSpPr/>
            <p:nvPr/>
          </p:nvSpPr>
          <p:spPr>
            <a:xfrm>
              <a:off x="8202929" y="3217544"/>
              <a:ext cx="228600" cy="273367"/>
            </a:xfrm>
            <a:custGeom>
              <a:avLst/>
              <a:gdLst>
                <a:gd name="connsiteX0" fmla="*/ 228600 w 228600"/>
                <a:gd name="connsiteY0" fmla="*/ 273367 h 273367"/>
                <a:gd name="connsiteX1" fmla="*/ 166688 w 228600"/>
                <a:gd name="connsiteY1" fmla="*/ 273367 h 273367"/>
                <a:gd name="connsiteX2" fmla="*/ 166688 w 228600"/>
                <a:gd name="connsiteY2" fmla="*/ 120967 h 273367"/>
                <a:gd name="connsiteX3" fmla="*/ 117157 w 228600"/>
                <a:gd name="connsiteY3" fmla="*/ 56197 h 273367"/>
                <a:gd name="connsiteX4" fmla="*/ 61913 w 228600"/>
                <a:gd name="connsiteY4" fmla="*/ 120967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3367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3367"/>
                  </a:moveTo>
                  <a:lnTo>
                    <a:pt x="166688" y="273367"/>
                  </a:lnTo>
                  <a:lnTo>
                    <a:pt x="166688" y="120967"/>
                  </a:lnTo>
                  <a:cubicBezTo>
                    <a:pt x="166688" y="81915"/>
                    <a:pt x="155257" y="56197"/>
                    <a:pt x="117157" y="56197"/>
                  </a:cubicBezTo>
                  <a:cubicBezTo>
                    <a:pt x="73343" y="56197"/>
                    <a:pt x="61913" y="91440"/>
                    <a:pt x="61913" y="120967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33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37A9BBCA-24C0-4BE0-ACC3-A8F17B9FA8A5}"/>
                </a:ext>
              </a:extLst>
            </p:cNvPr>
            <p:cNvSpPr/>
            <p:nvPr/>
          </p:nvSpPr>
          <p:spPr>
            <a:xfrm>
              <a:off x="8487726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9AEEE4BD-D09F-4028-BE39-68FF6FE4817D}"/>
                </a:ext>
              </a:extLst>
            </p:cNvPr>
            <p:cNvSpPr/>
            <p:nvPr/>
          </p:nvSpPr>
          <p:spPr>
            <a:xfrm>
              <a:off x="874394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E6C8FC0C-FF6E-46F6-A3CA-026DE75C28C1}"/>
                </a:ext>
              </a:extLst>
            </p:cNvPr>
            <p:cNvSpPr/>
            <p:nvPr/>
          </p:nvSpPr>
          <p:spPr>
            <a:xfrm>
              <a:off x="902207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7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81D94ACD-F368-4472-9DCE-514A0AA54968}"/>
                </a:ext>
              </a:extLst>
            </p:cNvPr>
            <p:cNvSpPr/>
            <p:nvPr/>
          </p:nvSpPr>
          <p:spPr>
            <a:xfrm>
              <a:off x="9312592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7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3 w 225742"/>
                <a:gd name="connsiteY7" fmla="*/ 102870 h 279082"/>
                <a:gd name="connsiteX8" fmla="*/ 225743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3352 h 279082"/>
                <a:gd name="connsiteX18" fmla="*/ 120968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7" y="52388"/>
                  </a:cubicBezTo>
                  <a:cubicBezTo>
                    <a:pt x="83820" y="52388"/>
                    <a:pt x="60007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3" y="0"/>
                    <a:pt x="225743" y="35242"/>
                    <a:pt x="225743" y="102870"/>
                  </a:cubicBezTo>
                  <a:lnTo>
                    <a:pt x="225743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3352"/>
                  </a:lnTo>
                  <a:cubicBezTo>
                    <a:pt x="150495" y="149542"/>
                    <a:pt x="135255" y="148590"/>
                    <a:pt x="120968" y="148590"/>
                  </a:cubicBezTo>
                  <a:cubicBezTo>
                    <a:pt x="81915" y="148590"/>
                    <a:pt x="59055" y="163830"/>
                    <a:pt x="59055" y="192405"/>
                  </a:cubicBezTo>
                  <a:cubicBezTo>
                    <a:pt x="60007" y="217170"/>
                    <a:pt x="77152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6C8CDCFB-F73C-48A5-BAD7-18CB5B87C38B}"/>
                </a:ext>
              </a:extLst>
            </p:cNvPr>
            <p:cNvSpPr/>
            <p:nvPr/>
          </p:nvSpPr>
          <p:spPr>
            <a:xfrm>
              <a:off x="9588817" y="3097529"/>
              <a:ext cx="162877" cy="393382"/>
            </a:xfrm>
            <a:custGeom>
              <a:avLst/>
              <a:gdLst>
                <a:gd name="connsiteX0" fmla="*/ 162877 w 162877"/>
                <a:gd name="connsiteY0" fmla="*/ 58103 h 393382"/>
                <a:gd name="connsiteX1" fmla="*/ 135255 w 162877"/>
                <a:gd name="connsiteY1" fmla="*/ 53340 h 393382"/>
                <a:gd name="connsiteX2" fmla="*/ 101918 w 162877"/>
                <a:gd name="connsiteY2" fmla="*/ 90488 h 393382"/>
                <a:gd name="connsiteX3" fmla="*/ 101918 w 162877"/>
                <a:gd name="connsiteY3" fmla="*/ 126683 h 393382"/>
                <a:gd name="connsiteX4" fmla="*/ 155257 w 162877"/>
                <a:gd name="connsiteY4" fmla="*/ 126683 h 393382"/>
                <a:gd name="connsiteX5" fmla="*/ 155257 w 162877"/>
                <a:gd name="connsiteY5" fmla="*/ 178118 h 393382"/>
                <a:gd name="connsiteX6" fmla="*/ 102870 w 162877"/>
                <a:gd name="connsiteY6" fmla="*/ 178118 h 393382"/>
                <a:gd name="connsiteX7" fmla="*/ 102870 w 162877"/>
                <a:gd name="connsiteY7" fmla="*/ 393383 h 393382"/>
                <a:gd name="connsiteX8" fmla="*/ 40957 w 162877"/>
                <a:gd name="connsiteY8" fmla="*/ 393383 h 393382"/>
                <a:gd name="connsiteX9" fmla="*/ 40957 w 162877"/>
                <a:gd name="connsiteY9" fmla="*/ 179070 h 393382"/>
                <a:gd name="connsiteX10" fmla="*/ 0 w 162877"/>
                <a:gd name="connsiteY10" fmla="*/ 179070 h 393382"/>
                <a:gd name="connsiteX11" fmla="*/ 0 w 162877"/>
                <a:gd name="connsiteY11" fmla="*/ 126683 h 393382"/>
                <a:gd name="connsiteX12" fmla="*/ 40957 w 162877"/>
                <a:gd name="connsiteY12" fmla="*/ 126683 h 393382"/>
                <a:gd name="connsiteX13" fmla="*/ 40957 w 162877"/>
                <a:gd name="connsiteY13" fmla="*/ 88583 h 393382"/>
                <a:gd name="connsiteX14" fmla="*/ 125730 w 162877"/>
                <a:gd name="connsiteY14" fmla="*/ 0 h 393382"/>
                <a:gd name="connsiteX15" fmla="*/ 162877 w 162877"/>
                <a:gd name="connsiteY15" fmla="*/ 5715 h 393382"/>
                <a:gd name="connsiteX16" fmla="*/ 162877 w 162877"/>
                <a:gd name="connsiteY16" fmla="*/ 58103 h 393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877" h="393382">
                  <a:moveTo>
                    <a:pt x="162877" y="58103"/>
                  </a:moveTo>
                  <a:cubicBezTo>
                    <a:pt x="154305" y="54293"/>
                    <a:pt x="144780" y="53340"/>
                    <a:pt x="135255" y="53340"/>
                  </a:cubicBezTo>
                  <a:cubicBezTo>
                    <a:pt x="111443" y="53340"/>
                    <a:pt x="101918" y="65723"/>
                    <a:pt x="101918" y="90488"/>
                  </a:cubicBezTo>
                  <a:lnTo>
                    <a:pt x="101918" y="126683"/>
                  </a:lnTo>
                  <a:lnTo>
                    <a:pt x="155257" y="126683"/>
                  </a:lnTo>
                  <a:lnTo>
                    <a:pt x="155257" y="178118"/>
                  </a:lnTo>
                  <a:lnTo>
                    <a:pt x="102870" y="178118"/>
                  </a:lnTo>
                  <a:lnTo>
                    <a:pt x="102870" y="393383"/>
                  </a:lnTo>
                  <a:lnTo>
                    <a:pt x="40957" y="393383"/>
                  </a:lnTo>
                  <a:lnTo>
                    <a:pt x="40957" y="179070"/>
                  </a:lnTo>
                  <a:lnTo>
                    <a:pt x="0" y="179070"/>
                  </a:lnTo>
                  <a:lnTo>
                    <a:pt x="0" y="126683"/>
                  </a:lnTo>
                  <a:lnTo>
                    <a:pt x="40957" y="126683"/>
                  </a:lnTo>
                  <a:lnTo>
                    <a:pt x="40957" y="88583"/>
                  </a:lnTo>
                  <a:cubicBezTo>
                    <a:pt x="40957" y="33338"/>
                    <a:pt x="65722" y="0"/>
                    <a:pt x="125730" y="0"/>
                  </a:cubicBezTo>
                  <a:cubicBezTo>
                    <a:pt x="139065" y="0"/>
                    <a:pt x="152400" y="1905"/>
                    <a:pt x="162877" y="5715"/>
                  </a:cubicBezTo>
                  <a:lnTo>
                    <a:pt x="162877" y="581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DA8859A3-A58E-46CF-8142-3F1B295D3618}"/>
                </a:ext>
              </a:extLst>
            </p:cNvPr>
            <p:cNvSpPr/>
            <p:nvPr/>
          </p:nvSpPr>
          <p:spPr>
            <a:xfrm>
              <a:off x="978598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1922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4797165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6FEA-3FF6-494D-B706-4E23BBB1C80F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25613776-0F22-42BA-AE5A-1B73727AAD1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D4D5745E-E636-484E-8028-8021CCFDEC5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097028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5A3C6-EFBA-4A6D-8C0D-F3133B32F504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6329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6791738E-1095-45F8-98E2-D057FFD19CA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73212EE7-978B-435B-B747-4DF34057F18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594138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B6EF3-D0F0-4720-9B8F-C62F29F9B281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18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07242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2780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86333803-0B38-4F61-95AE-49DCFFD7FB8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08BEEA51-35F2-44B9-8FA6-474AFBCFB0F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667381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453F5-159D-4A45-A3BC-5CBF3C6E5FB7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8D50DB04-91D7-4C23-96CE-09E0502D14C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BA160CC5-8A59-46D3-A1D7-F21A3B6955D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664633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8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8DBA7-0385-4D84-A6C6-833E9D9F09AD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6331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C6D487A-3469-4A14-880C-0C0352BFC29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65A4D142-596E-4394-B407-65001A377D3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128208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9" y="3431381"/>
            <a:ext cx="357120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13202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72F4C-B254-41E7-9EBE-BD5E675422DD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1115774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05EC4CE8-43C6-428F-9E62-CB38E0CE644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42AAD46-67A3-4127-B280-D69434A7D72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408502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2598-0512-48B0-BEDB-37E263871362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06331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BF87D6FE-3E8F-49D4-B36A-217C95B23AF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381895C7-DC25-40C3-9857-7AF6421845A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627449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F5A06-C1DB-4EEE-B23D-568D3876050A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06305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12311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A7347480-9F70-4378-B138-B8B7C593F8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DD6E75C0-962B-4DE7-8D95-4D4F45AB824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7218925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B7BA5-BA69-4D27-95D8-1E4230534015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11155366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A13C3F65-DA83-41EB-89FA-4255A4DF2ED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854430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14218-A20B-41DD-9352-D734DF1511FB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06330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6BCD0DB3-1746-4FA4-9BF2-5CC1A0E5F8B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577756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53FD9-414D-4F1D-B463-5B53552BE487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4861" y="1631156"/>
            <a:ext cx="3571200" cy="456962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8317" y="1631157"/>
            <a:ext cx="7363752" cy="4569620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7CDDF36A-B7A5-4E95-A5D6-07C5FCED28B4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B3506DC8-BD94-4752-B673-EB18A5638B4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1857921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Ro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360FA9B-309D-46AD-8FFB-6B86479D4584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925060-7FCF-4CBC-B0DA-0731E3E98579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BC19384B-1D95-4C0D-B3F0-61407A015F56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93DCB95B-459E-4AC2-8E4B-6C459242A95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9ECB07F-83AC-4A69-A930-C51459FBE5BA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EB6DF347-64CA-4BE1-8952-3E80EBD008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2628F6-8442-4626-962B-E947FDA8C0C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30291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0154A-CF1D-42DC-8596-CCB5C2229E21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18B908A7-A1D8-4FB7-9CB4-BDC3E20D2B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A9DBE995-23F2-460C-86CC-60633EED251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024811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B40A1-1744-46DE-B8EE-2ACD8524DA17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/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„Mastertextformat bearbeiten“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F862885B-685B-4384-B9F0-6266AD0BDA7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C209FD4A-C7D6-4B64-AD6B-63B653F6B00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354895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167">
            <a:extLst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59" name="Bildplatzhalter 60">
            <a:extLst>
              <a:ext uri="{FF2B5EF4-FFF2-40B4-BE49-F238E27FC236}">
                <a16:creationId xmlns:a16="http://schemas.microsoft.com/office/drawing/2014/main" id="{92CE05A2-27DE-4191-8A63-5C7C7ACA37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CBD8B083-79E8-44E1-BA43-E993160F02E1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 dirty="0" smtClean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Vielen Dank</a:t>
            </a:r>
            <a:br>
              <a:rPr lang="de-DE" dirty="0"/>
            </a:br>
            <a:r>
              <a:rPr lang="de-DE" dirty="0"/>
              <a:t>für Ihre Aufmerksamkeit!</a:t>
            </a:r>
          </a:p>
        </p:txBody>
      </p:sp>
      <p:sp>
        <p:nvSpPr>
          <p:cNvPr id="58" name="Freihandform: Form 57">
            <a:extLst>
              <a:ext uri="{FF2B5EF4-FFF2-40B4-BE49-F238E27FC236}">
                <a16:creationId xmlns:a16="http://schemas.microsoft.com/office/drawing/2014/main" id="{1A7F7BEE-9A4B-44B2-960F-97720F4BC3DA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3" name="Grafik 3">
            <a:extLst>
              <a:ext uri="{FF2B5EF4-FFF2-40B4-BE49-F238E27FC236}">
                <a16:creationId xmlns:a16="http://schemas.microsoft.com/office/drawing/2014/main" id="{33FFE2D6-CE9B-4B10-874C-597FC55BD0EB}"/>
              </a:ext>
            </a:extLst>
          </p:cNvPr>
          <p:cNvGrpSpPr/>
          <p:nvPr userDrawn="1"/>
        </p:nvGrpSpPr>
        <p:grpSpPr>
          <a:xfrm>
            <a:off x="520163" y="293688"/>
            <a:ext cx="2654043" cy="328339"/>
            <a:chOff x="2090737" y="2524124"/>
            <a:chExt cx="7860982" cy="972502"/>
          </a:xfrm>
          <a:solidFill>
            <a:schemeClr val="tx1"/>
          </a:solidFill>
        </p:grpSpPr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45C6E753-C535-4A2E-9943-8DF5CC64DF98}"/>
                </a:ext>
              </a:extLst>
            </p:cNvPr>
            <p:cNvSpPr/>
            <p:nvPr/>
          </p:nvSpPr>
          <p:spPr>
            <a:xfrm>
              <a:off x="2090737" y="2545079"/>
              <a:ext cx="231457" cy="369569"/>
            </a:xfrm>
            <a:custGeom>
              <a:avLst/>
              <a:gdLst>
                <a:gd name="connsiteX0" fmla="*/ 231458 w 231457"/>
                <a:gd name="connsiteY0" fmla="*/ 60960 h 369569"/>
                <a:gd name="connsiteX1" fmla="*/ 65723 w 231457"/>
                <a:gd name="connsiteY1" fmla="*/ 60960 h 369569"/>
                <a:gd name="connsiteX2" fmla="*/ 65723 w 231457"/>
                <a:gd name="connsiteY2" fmla="*/ 152400 h 369569"/>
                <a:gd name="connsiteX3" fmla="*/ 189548 w 231457"/>
                <a:gd name="connsiteY3" fmla="*/ 152400 h 369569"/>
                <a:gd name="connsiteX4" fmla="*/ 189548 w 231457"/>
                <a:gd name="connsiteY4" fmla="*/ 212408 h 369569"/>
                <a:gd name="connsiteX5" fmla="*/ 65723 w 231457"/>
                <a:gd name="connsiteY5" fmla="*/ 212408 h 369569"/>
                <a:gd name="connsiteX6" fmla="*/ 65723 w 231457"/>
                <a:gd name="connsiteY6" fmla="*/ 369570 h 369569"/>
                <a:gd name="connsiteX7" fmla="*/ 0 w 231457"/>
                <a:gd name="connsiteY7" fmla="*/ 369570 h 369569"/>
                <a:gd name="connsiteX8" fmla="*/ 0 w 231457"/>
                <a:gd name="connsiteY8" fmla="*/ 0 h 369569"/>
                <a:gd name="connsiteX9" fmla="*/ 231458 w 231457"/>
                <a:gd name="connsiteY9" fmla="*/ 0 h 369569"/>
                <a:gd name="connsiteX10" fmla="*/ 231458 w 231457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9569">
                  <a:moveTo>
                    <a:pt x="231458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8" y="152400"/>
                  </a:lnTo>
                  <a:lnTo>
                    <a:pt x="189548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59B46B7F-D212-453C-80BF-A6C40A6C0451}"/>
                </a:ext>
              </a:extLst>
            </p:cNvPr>
            <p:cNvSpPr/>
            <p:nvPr/>
          </p:nvSpPr>
          <p:spPr>
            <a:xfrm>
              <a:off x="2357437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7 w 161925"/>
                <a:gd name="connsiteY3" fmla="*/ 135498 h 272657"/>
                <a:gd name="connsiteX4" fmla="*/ 63817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7" y="94540"/>
                    <a:pt x="63817" y="135498"/>
                  </a:cubicBezTo>
                  <a:lnTo>
                    <a:pt x="63817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B78EDB47-2349-4B04-8AC2-36BB12C1C39D}"/>
                </a:ext>
              </a:extLst>
            </p:cNvPr>
            <p:cNvSpPr/>
            <p:nvPr/>
          </p:nvSpPr>
          <p:spPr>
            <a:xfrm>
              <a:off x="2563176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788D67DB-86D4-4757-BF80-C74C3D598079}"/>
                </a:ext>
              </a:extLst>
            </p:cNvPr>
            <p:cNvSpPr/>
            <p:nvPr/>
          </p:nvSpPr>
          <p:spPr>
            <a:xfrm>
              <a:off x="269938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0C0EDA80-7B98-43BD-8E81-D5B121FB9706}"/>
                </a:ext>
              </a:extLst>
            </p:cNvPr>
            <p:cNvSpPr/>
            <p:nvPr/>
          </p:nvSpPr>
          <p:spPr>
            <a:xfrm>
              <a:off x="2997516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8595 w 248602"/>
                <a:gd name="connsiteY7" fmla="*/ 389573 h 396239"/>
                <a:gd name="connsiteX8" fmla="*/ 188595 w 248602"/>
                <a:gd name="connsiteY8" fmla="*/ 358140 h 396239"/>
                <a:gd name="connsiteX9" fmla="*/ 187642 w 248602"/>
                <a:gd name="connsiteY9" fmla="*/ 358140 h 396239"/>
                <a:gd name="connsiteX10" fmla="*/ 107633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3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8595" y="389573"/>
                  </a:lnTo>
                  <a:lnTo>
                    <a:pt x="188595" y="358140"/>
                  </a:lnTo>
                  <a:lnTo>
                    <a:pt x="187642" y="358140"/>
                  </a:lnTo>
                  <a:cubicBezTo>
                    <a:pt x="168592" y="381953"/>
                    <a:pt x="140970" y="396240"/>
                    <a:pt x="107633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3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2867" y="173355"/>
                    <a:pt x="61913" y="202883"/>
                    <a:pt x="61913" y="2562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1E69B34B-1A8A-474A-B629-2F93AD545BE8}"/>
                </a:ext>
              </a:extLst>
            </p:cNvPr>
            <p:cNvSpPr/>
            <p:nvPr/>
          </p:nvSpPr>
          <p:spPr>
            <a:xfrm>
              <a:off x="3328987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3A135E7B-66D5-4C03-B51B-A261BFC26522}"/>
                </a:ext>
              </a:extLst>
            </p:cNvPr>
            <p:cNvSpPr/>
            <p:nvPr/>
          </p:nvSpPr>
          <p:spPr>
            <a:xfrm>
              <a:off x="353377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8F3F7707-F1C6-4427-9DB7-FCECE008CB27}"/>
                </a:ext>
              </a:extLst>
            </p:cNvPr>
            <p:cNvSpPr/>
            <p:nvPr/>
          </p:nvSpPr>
          <p:spPr>
            <a:xfrm>
              <a:off x="3671887" y="2640329"/>
              <a:ext cx="224790" cy="280034"/>
            </a:xfrm>
            <a:custGeom>
              <a:avLst/>
              <a:gdLst>
                <a:gd name="connsiteX0" fmla="*/ 222885 w 224790"/>
                <a:gd name="connsiteY0" fmla="*/ 237172 h 280034"/>
                <a:gd name="connsiteX1" fmla="*/ 127635 w 224790"/>
                <a:gd name="connsiteY1" fmla="*/ 280035 h 280034"/>
                <a:gd name="connsiteX2" fmla="*/ 0 w 224790"/>
                <a:gd name="connsiteY2" fmla="*/ 140970 h 280034"/>
                <a:gd name="connsiteX3" fmla="*/ 128588 w 224790"/>
                <a:gd name="connsiteY3" fmla="*/ 0 h 280034"/>
                <a:gd name="connsiteX4" fmla="*/ 224790 w 224790"/>
                <a:gd name="connsiteY4" fmla="*/ 45720 h 280034"/>
                <a:gd name="connsiteX5" fmla="*/ 181928 w 224790"/>
                <a:gd name="connsiteY5" fmla="*/ 86678 h 280034"/>
                <a:gd name="connsiteX6" fmla="*/ 128588 w 224790"/>
                <a:gd name="connsiteY6" fmla="*/ 57150 h 280034"/>
                <a:gd name="connsiteX7" fmla="*/ 62865 w 224790"/>
                <a:gd name="connsiteY7" fmla="*/ 140018 h 280034"/>
                <a:gd name="connsiteX8" fmla="*/ 128588 w 224790"/>
                <a:gd name="connsiteY8" fmla="*/ 222885 h 280034"/>
                <a:gd name="connsiteX9" fmla="*/ 183833 w 224790"/>
                <a:gd name="connsiteY9" fmla="*/ 193358 h 280034"/>
                <a:gd name="connsiteX10" fmla="*/ 222885 w 224790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E0E438D6-685B-4915-8082-8343DFB814E4}"/>
                </a:ext>
              </a:extLst>
            </p:cNvPr>
            <p:cNvSpPr/>
            <p:nvPr/>
          </p:nvSpPr>
          <p:spPr>
            <a:xfrm>
              <a:off x="3950016" y="2524124"/>
              <a:ext cx="228600" cy="391477"/>
            </a:xfrm>
            <a:custGeom>
              <a:avLst/>
              <a:gdLst>
                <a:gd name="connsiteX0" fmla="*/ 228600 w 228600"/>
                <a:gd name="connsiteY0" fmla="*/ 390525 h 391477"/>
                <a:gd name="connsiteX1" fmla="*/ 166688 w 228600"/>
                <a:gd name="connsiteY1" fmla="*/ 390525 h 391477"/>
                <a:gd name="connsiteX2" fmla="*/ 166688 w 228600"/>
                <a:gd name="connsiteY2" fmla="*/ 238125 h 391477"/>
                <a:gd name="connsiteX3" fmla="*/ 117158 w 228600"/>
                <a:gd name="connsiteY3" fmla="*/ 173355 h 391477"/>
                <a:gd name="connsiteX4" fmla="*/ 61913 w 228600"/>
                <a:gd name="connsiteY4" fmla="*/ 238125 h 391477"/>
                <a:gd name="connsiteX5" fmla="*/ 61913 w 228600"/>
                <a:gd name="connsiteY5" fmla="*/ 391478 h 391477"/>
                <a:gd name="connsiteX6" fmla="*/ 0 w 228600"/>
                <a:gd name="connsiteY6" fmla="*/ 391478 h 391477"/>
                <a:gd name="connsiteX7" fmla="*/ 0 w 228600"/>
                <a:gd name="connsiteY7" fmla="*/ 16193 h 391477"/>
                <a:gd name="connsiteX8" fmla="*/ 61913 w 228600"/>
                <a:gd name="connsiteY8" fmla="*/ 0 h 391477"/>
                <a:gd name="connsiteX9" fmla="*/ 61913 w 228600"/>
                <a:gd name="connsiteY9" fmla="*/ 155258 h 391477"/>
                <a:gd name="connsiteX10" fmla="*/ 62865 w 228600"/>
                <a:gd name="connsiteY10" fmla="*/ 155258 h 391477"/>
                <a:gd name="connsiteX11" fmla="*/ 140970 w 228600"/>
                <a:gd name="connsiteY11" fmla="*/ 116205 h 391477"/>
                <a:gd name="connsiteX12" fmla="*/ 228600 w 228600"/>
                <a:gd name="connsiteY12" fmla="*/ 223838 h 391477"/>
                <a:gd name="connsiteX13" fmla="*/ 228600 w 228600"/>
                <a:gd name="connsiteY13" fmla="*/ 390525 h 39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1477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1478"/>
                  </a:lnTo>
                  <a:lnTo>
                    <a:pt x="0" y="391478"/>
                  </a:lnTo>
                  <a:lnTo>
                    <a:pt x="0" y="16193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271A1D79-1059-4445-971F-C23FF3062008}"/>
                </a:ext>
              </a:extLst>
            </p:cNvPr>
            <p:cNvSpPr/>
            <p:nvPr/>
          </p:nvSpPr>
          <p:spPr>
            <a:xfrm>
              <a:off x="4251006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01EACC0C-3E37-4DD4-96DF-FDE34BE06CCF}"/>
                </a:ext>
              </a:extLst>
            </p:cNvPr>
            <p:cNvSpPr/>
            <p:nvPr/>
          </p:nvSpPr>
          <p:spPr>
            <a:xfrm>
              <a:off x="4413884" y="2545079"/>
              <a:ext cx="343852" cy="368617"/>
            </a:xfrm>
            <a:custGeom>
              <a:avLst/>
              <a:gdLst>
                <a:gd name="connsiteX0" fmla="*/ 137160 w 343852"/>
                <a:gd name="connsiteY0" fmla="*/ 0 h 368617"/>
                <a:gd name="connsiteX1" fmla="*/ 206693 w 343852"/>
                <a:gd name="connsiteY1" fmla="*/ 0 h 368617"/>
                <a:gd name="connsiteX2" fmla="*/ 343853 w 343852"/>
                <a:gd name="connsiteY2" fmla="*/ 368618 h 368617"/>
                <a:gd name="connsiteX3" fmla="*/ 272415 w 343852"/>
                <a:gd name="connsiteY3" fmla="*/ 368618 h 368617"/>
                <a:gd name="connsiteX4" fmla="*/ 245745 w 343852"/>
                <a:gd name="connsiteY4" fmla="*/ 290512 h 368617"/>
                <a:gd name="connsiteX5" fmla="*/ 96203 w 343852"/>
                <a:gd name="connsiteY5" fmla="*/ 290512 h 368617"/>
                <a:gd name="connsiteX6" fmla="*/ 69533 w 343852"/>
                <a:gd name="connsiteY6" fmla="*/ 368618 h 368617"/>
                <a:gd name="connsiteX7" fmla="*/ 0 w 343852"/>
                <a:gd name="connsiteY7" fmla="*/ 368618 h 368617"/>
                <a:gd name="connsiteX8" fmla="*/ 137160 w 343852"/>
                <a:gd name="connsiteY8" fmla="*/ 0 h 368617"/>
                <a:gd name="connsiteX9" fmla="*/ 116205 w 343852"/>
                <a:gd name="connsiteY9" fmla="*/ 231458 h 368617"/>
                <a:gd name="connsiteX10" fmla="*/ 223838 w 343852"/>
                <a:gd name="connsiteY10" fmla="*/ 231458 h 368617"/>
                <a:gd name="connsiteX11" fmla="*/ 170497 w 343852"/>
                <a:gd name="connsiteY11" fmla="*/ 75247 h 368617"/>
                <a:gd name="connsiteX12" fmla="*/ 169545 w 343852"/>
                <a:gd name="connsiteY12" fmla="*/ 75247 h 368617"/>
                <a:gd name="connsiteX13" fmla="*/ 116205 w 343852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3852" h="368617">
                  <a:moveTo>
                    <a:pt x="137160" y="0"/>
                  </a:moveTo>
                  <a:lnTo>
                    <a:pt x="206693" y="0"/>
                  </a:lnTo>
                  <a:lnTo>
                    <a:pt x="343853" y="368618"/>
                  </a:lnTo>
                  <a:lnTo>
                    <a:pt x="272415" y="368618"/>
                  </a:lnTo>
                  <a:lnTo>
                    <a:pt x="245745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7160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7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C68ABD75-A08C-43C2-9215-BB2180C3FA0D}"/>
                </a:ext>
              </a:extLst>
            </p:cNvPr>
            <p:cNvSpPr/>
            <p:nvPr/>
          </p:nvSpPr>
          <p:spPr>
            <a:xfrm>
              <a:off x="4812029" y="2525076"/>
              <a:ext cx="61912" cy="389572"/>
            </a:xfrm>
            <a:custGeom>
              <a:avLst/>
              <a:gdLst>
                <a:gd name="connsiteX0" fmla="*/ 61913 w 61912"/>
                <a:gd name="connsiteY0" fmla="*/ 389573 h 389572"/>
                <a:gd name="connsiteX1" fmla="*/ 0 w 61912"/>
                <a:gd name="connsiteY1" fmla="*/ 389573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3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3"/>
                  </a:moveTo>
                  <a:lnTo>
                    <a:pt x="0" y="389573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6EEDFA95-D5AD-4F05-BE43-90D2F1B713D6}"/>
                </a:ext>
              </a:extLst>
            </p:cNvPr>
            <p:cNvSpPr/>
            <p:nvPr/>
          </p:nvSpPr>
          <p:spPr>
            <a:xfrm>
              <a:off x="4941569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5CCE0483-5A60-4EDD-AB5E-C2CDD38042D6}"/>
                </a:ext>
              </a:extLst>
            </p:cNvPr>
            <p:cNvSpPr/>
            <p:nvPr/>
          </p:nvSpPr>
          <p:spPr>
            <a:xfrm>
              <a:off x="5217794" y="2647949"/>
              <a:ext cx="255270" cy="266700"/>
            </a:xfrm>
            <a:custGeom>
              <a:avLst/>
              <a:gdLst>
                <a:gd name="connsiteX0" fmla="*/ 255270 w 255270"/>
                <a:gd name="connsiteY0" fmla="*/ 266700 h 266700"/>
                <a:gd name="connsiteX1" fmla="*/ 183833 w 255270"/>
                <a:gd name="connsiteY1" fmla="*/ 266700 h 266700"/>
                <a:gd name="connsiteX2" fmla="*/ 126683 w 255270"/>
                <a:gd name="connsiteY2" fmla="*/ 174308 h 266700"/>
                <a:gd name="connsiteX3" fmla="*/ 125730 w 255270"/>
                <a:gd name="connsiteY3" fmla="*/ 174308 h 266700"/>
                <a:gd name="connsiteX4" fmla="*/ 70485 w 255270"/>
                <a:gd name="connsiteY4" fmla="*/ 266700 h 266700"/>
                <a:gd name="connsiteX5" fmla="*/ 0 w 255270"/>
                <a:gd name="connsiteY5" fmla="*/ 266700 h 266700"/>
                <a:gd name="connsiteX6" fmla="*/ 91440 w 255270"/>
                <a:gd name="connsiteY6" fmla="*/ 128588 h 266700"/>
                <a:gd name="connsiteX7" fmla="*/ 6668 w 255270"/>
                <a:gd name="connsiteY7" fmla="*/ 0 h 266700"/>
                <a:gd name="connsiteX8" fmla="*/ 77153 w 255270"/>
                <a:gd name="connsiteY8" fmla="*/ 0 h 266700"/>
                <a:gd name="connsiteX9" fmla="*/ 127635 w 255270"/>
                <a:gd name="connsiteY9" fmla="*/ 81915 h 266700"/>
                <a:gd name="connsiteX10" fmla="*/ 128588 w 255270"/>
                <a:gd name="connsiteY10" fmla="*/ 81915 h 266700"/>
                <a:gd name="connsiteX11" fmla="*/ 178118 w 255270"/>
                <a:gd name="connsiteY11" fmla="*/ 0 h 266700"/>
                <a:gd name="connsiteX12" fmla="*/ 247650 w 255270"/>
                <a:gd name="connsiteY12" fmla="*/ 0 h 266700"/>
                <a:gd name="connsiteX13" fmla="*/ 163830 w 255270"/>
                <a:gd name="connsiteY13" fmla="*/ 127635 h 266700"/>
                <a:gd name="connsiteX14" fmla="*/ 255270 w 255270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70" h="266700">
                  <a:moveTo>
                    <a:pt x="255270" y="266700"/>
                  </a:moveTo>
                  <a:lnTo>
                    <a:pt x="183833" y="266700"/>
                  </a:lnTo>
                  <a:lnTo>
                    <a:pt x="126683" y="174308"/>
                  </a:lnTo>
                  <a:lnTo>
                    <a:pt x="125730" y="174308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8" y="0"/>
                  </a:lnTo>
                  <a:lnTo>
                    <a:pt x="77153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8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F3C1D690-F8BA-49E5-B792-13F9CED552A7}"/>
                </a:ext>
              </a:extLst>
            </p:cNvPr>
            <p:cNvSpPr/>
            <p:nvPr/>
          </p:nvSpPr>
          <p:spPr>
            <a:xfrm>
              <a:off x="5506402" y="2641281"/>
              <a:ext cx="225742" cy="279082"/>
            </a:xfrm>
            <a:custGeom>
              <a:avLst/>
              <a:gdLst>
                <a:gd name="connsiteX0" fmla="*/ 114300 w 225742"/>
                <a:gd name="connsiteY0" fmla="*/ 107632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8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8 h 279082"/>
                <a:gd name="connsiteX9" fmla="*/ 166688 w 225742"/>
                <a:gd name="connsiteY9" fmla="*/ 273368 h 279082"/>
                <a:gd name="connsiteX10" fmla="*/ 166688 w 225742"/>
                <a:gd name="connsiteY10" fmla="*/ 244793 h 279082"/>
                <a:gd name="connsiteX11" fmla="*/ 165735 w 225742"/>
                <a:gd name="connsiteY11" fmla="*/ 244793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2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4305 h 279082"/>
                <a:gd name="connsiteX18" fmla="*/ 120967 w 225742"/>
                <a:gd name="connsiteY18" fmla="*/ 149543 h 279082"/>
                <a:gd name="connsiteX19" fmla="*/ 59055 w 225742"/>
                <a:gd name="connsiteY19" fmla="*/ 193358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2"/>
                  </a:moveTo>
                  <a:cubicBezTo>
                    <a:pt x="131445" y="107632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8" y="52388"/>
                  </a:cubicBezTo>
                  <a:cubicBezTo>
                    <a:pt x="83820" y="52388"/>
                    <a:pt x="60007" y="57150"/>
                    <a:pt x="38100" y="67628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3"/>
                    <a:pt x="225742" y="102870"/>
                  </a:cubicBezTo>
                  <a:lnTo>
                    <a:pt x="225742" y="273368"/>
                  </a:lnTo>
                  <a:lnTo>
                    <a:pt x="166688" y="273368"/>
                  </a:lnTo>
                  <a:lnTo>
                    <a:pt x="166688" y="244793"/>
                  </a:lnTo>
                  <a:lnTo>
                    <a:pt x="165735" y="244793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2"/>
                    <a:pt x="114300" y="107632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4305"/>
                  </a:lnTo>
                  <a:cubicBezTo>
                    <a:pt x="150495" y="150495"/>
                    <a:pt x="135255" y="149543"/>
                    <a:pt x="120967" y="149543"/>
                  </a:cubicBezTo>
                  <a:cubicBezTo>
                    <a:pt x="81915" y="149543"/>
                    <a:pt x="59055" y="164783"/>
                    <a:pt x="59055" y="193358"/>
                  </a:cubicBezTo>
                  <a:cubicBezTo>
                    <a:pt x="59055" y="217170"/>
                    <a:pt x="76200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6B91162B-2F3A-41BD-ACE0-954CC778D4BC}"/>
                </a:ext>
              </a:extLst>
            </p:cNvPr>
            <p:cNvSpPr/>
            <p:nvPr/>
          </p:nvSpPr>
          <p:spPr>
            <a:xfrm>
              <a:off x="5812154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2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E6A40520-E7F9-4A9B-BE6D-04EEC2395DC7}"/>
                </a:ext>
              </a:extLst>
            </p:cNvPr>
            <p:cNvSpPr/>
            <p:nvPr/>
          </p:nvSpPr>
          <p:spPr>
            <a:xfrm>
              <a:off x="6106477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2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2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3820" y="173355"/>
                    <a:pt x="61913" y="202883"/>
                    <a:pt x="61913" y="2562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1D9A6941-C7A1-4174-91A6-625A9538394A}"/>
                </a:ext>
              </a:extLst>
            </p:cNvPr>
            <p:cNvSpPr/>
            <p:nvPr/>
          </p:nvSpPr>
          <p:spPr>
            <a:xfrm>
              <a:off x="642365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3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2" name="Freihandform: Form 111">
              <a:extLst>
                <a:ext uri="{FF2B5EF4-FFF2-40B4-BE49-F238E27FC236}">
                  <a16:creationId xmlns:a16="http://schemas.microsoft.com/office/drawing/2014/main" id="{13BB7DD4-25B1-4A81-A0B6-81701809DC89}"/>
                </a:ext>
              </a:extLst>
            </p:cNvPr>
            <p:cNvSpPr/>
            <p:nvPr/>
          </p:nvSpPr>
          <p:spPr>
            <a:xfrm>
              <a:off x="6737031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3" name="Freihandform: Form 112">
              <a:extLst>
                <a:ext uri="{FF2B5EF4-FFF2-40B4-BE49-F238E27FC236}">
                  <a16:creationId xmlns:a16="http://schemas.microsoft.com/office/drawing/2014/main" id="{EA8CAE56-4EA6-426A-8FEC-7FCF1CDA5ECE}"/>
                </a:ext>
              </a:extLst>
            </p:cNvPr>
            <p:cNvSpPr/>
            <p:nvPr/>
          </p:nvSpPr>
          <p:spPr>
            <a:xfrm>
              <a:off x="693610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9A847FBD-8DCF-41F4-9430-6C2133DF9073}"/>
                </a:ext>
              </a:extLst>
            </p:cNvPr>
            <p:cNvSpPr/>
            <p:nvPr/>
          </p:nvSpPr>
          <p:spPr>
            <a:xfrm>
              <a:off x="714565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2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8DA86AD3-2130-4893-98F8-724C5E2B88BD}"/>
                </a:ext>
              </a:extLst>
            </p:cNvPr>
            <p:cNvSpPr/>
            <p:nvPr/>
          </p:nvSpPr>
          <p:spPr>
            <a:xfrm>
              <a:off x="7517129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87C5D211-1714-4F68-BAA8-0CCF90B4A092}"/>
                </a:ext>
              </a:extLst>
            </p:cNvPr>
            <p:cNvSpPr/>
            <p:nvPr/>
          </p:nvSpPr>
          <p:spPr>
            <a:xfrm>
              <a:off x="781621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13A4EEEB-1931-44F7-8DD0-70CCA93FE56F}"/>
                </a:ext>
              </a:extLst>
            </p:cNvPr>
            <p:cNvSpPr/>
            <p:nvPr/>
          </p:nvSpPr>
          <p:spPr>
            <a:xfrm>
              <a:off x="7940039" y="2647949"/>
              <a:ext cx="259080" cy="266700"/>
            </a:xfrm>
            <a:custGeom>
              <a:avLst/>
              <a:gdLst>
                <a:gd name="connsiteX0" fmla="*/ 259080 w 259080"/>
                <a:gd name="connsiteY0" fmla="*/ 0 h 266700"/>
                <a:gd name="connsiteX1" fmla="*/ 161925 w 259080"/>
                <a:gd name="connsiteY1" fmla="*/ 266700 h 266700"/>
                <a:gd name="connsiteX2" fmla="*/ 97155 w 259080"/>
                <a:gd name="connsiteY2" fmla="*/ 266700 h 266700"/>
                <a:gd name="connsiteX3" fmla="*/ 0 w 259080"/>
                <a:gd name="connsiteY3" fmla="*/ 0 h 266700"/>
                <a:gd name="connsiteX4" fmla="*/ 68580 w 259080"/>
                <a:gd name="connsiteY4" fmla="*/ 0 h 266700"/>
                <a:gd name="connsiteX5" fmla="*/ 129540 w 259080"/>
                <a:gd name="connsiteY5" fmla="*/ 193358 h 266700"/>
                <a:gd name="connsiteX6" fmla="*/ 130493 w 259080"/>
                <a:gd name="connsiteY6" fmla="*/ 193358 h 266700"/>
                <a:gd name="connsiteX7" fmla="*/ 191453 w 259080"/>
                <a:gd name="connsiteY7" fmla="*/ 0 h 266700"/>
                <a:gd name="connsiteX8" fmla="*/ 259080 w 259080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80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3" y="193358"/>
                  </a:lnTo>
                  <a:lnTo>
                    <a:pt x="191453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B58062EE-0C6E-4E08-9366-930B1EC5A423}"/>
                </a:ext>
              </a:extLst>
            </p:cNvPr>
            <p:cNvSpPr/>
            <p:nvPr/>
          </p:nvSpPr>
          <p:spPr>
            <a:xfrm>
              <a:off x="822769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CB8B1DBD-8A03-40BE-A043-3E75F48DC906}"/>
                </a:ext>
              </a:extLst>
            </p:cNvPr>
            <p:cNvSpPr/>
            <p:nvPr/>
          </p:nvSpPr>
          <p:spPr>
            <a:xfrm>
              <a:off x="8539162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8 w 161925"/>
                <a:gd name="connsiteY3" fmla="*/ 135498 h 272657"/>
                <a:gd name="connsiteX4" fmla="*/ 63818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8" y="94540"/>
                    <a:pt x="63818" y="135498"/>
                  </a:cubicBezTo>
                  <a:lnTo>
                    <a:pt x="63818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5FAE65FD-02E0-4069-93FF-B6E34C2509A9}"/>
                </a:ext>
              </a:extLst>
            </p:cNvPr>
            <p:cNvSpPr/>
            <p:nvPr/>
          </p:nvSpPr>
          <p:spPr>
            <a:xfrm>
              <a:off x="8729662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3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8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8" y="60007"/>
                    <a:pt x="130493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DBB5CC19-A116-4318-9947-CEF7AD437127}"/>
                </a:ext>
              </a:extLst>
            </p:cNvPr>
            <p:cNvSpPr/>
            <p:nvPr/>
          </p:nvSpPr>
          <p:spPr>
            <a:xfrm>
              <a:off x="8993504" y="2528887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C5C58F9F-B4C2-412E-8BE7-E2E312D955E1}"/>
                </a:ext>
              </a:extLst>
            </p:cNvPr>
            <p:cNvSpPr/>
            <p:nvPr/>
          </p:nvSpPr>
          <p:spPr>
            <a:xfrm>
              <a:off x="9117329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8 w 165734"/>
                <a:gd name="connsiteY9" fmla="*/ 0 h 358139"/>
                <a:gd name="connsiteX10" fmla="*/ 101918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8 w 165734"/>
                <a:gd name="connsiteY13" fmla="*/ 138113 h 358139"/>
                <a:gd name="connsiteX14" fmla="*/ 101918 w 165734"/>
                <a:gd name="connsiteY14" fmla="*/ 269558 h 358139"/>
                <a:gd name="connsiteX15" fmla="*/ 130493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9D489816-B6E9-495C-BE5C-702D18922C49}"/>
                </a:ext>
              </a:extLst>
            </p:cNvPr>
            <p:cNvSpPr/>
            <p:nvPr/>
          </p:nvSpPr>
          <p:spPr>
            <a:xfrm>
              <a:off x="9331642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2 w 225742"/>
                <a:gd name="connsiteY1" fmla="*/ 220980 h 386714"/>
                <a:gd name="connsiteX2" fmla="*/ 164782 w 225742"/>
                <a:gd name="connsiteY2" fmla="*/ 211455 h 386714"/>
                <a:gd name="connsiteX3" fmla="*/ 105727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4775 w 225742"/>
                <a:gd name="connsiteY20" fmla="*/ 340042 h 386714"/>
                <a:gd name="connsiteX21" fmla="*/ 165735 w 225742"/>
                <a:gd name="connsiteY21" fmla="*/ 307658 h 386714"/>
                <a:gd name="connsiteX22" fmla="*/ 165735 w 225742"/>
                <a:gd name="connsiteY22" fmla="*/ 261938 h 386714"/>
                <a:gd name="connsiteX23" fmla="*/ 121920 w 225742"/>
                <a:gd name="connsiteY23" fmla="*/ 257175 h 386714"/>
                <a:gd name="connsiteX24" fmla="*/ 60007 w 225742"/>
                <a:gd name="connsiteY24" fmla="*/ 300990 h 386714"/>
                <a:gd name="connsiteX25" fmla="*/ 104775 w 225742"/>
                <a:gd name="connsiteY25" fmla="*/ 340042 h 386714"/>
                <a:gd name="connsiteX26" fmla="*/ 173355 w 225742"/>
                <a:gd name="connsiteY26" fmla="*/ 72390 h 386714"/>
                <a:gd name="connsiteX27" fmla="*/ 136207 w 225742"/>
                <a:gd name="connsiteY27" fmla="*/ 36195 h 386714"/>
                <a:gd name="connsiteX28" fmla="*/ 173355 w 225742"/>
                <a:gd name="connsiteY28" fmla="*/ 0 h 386714"/>
                <a:gd name="connsiteX29" fmla="*/ 210502 w 225742"/>
                <a:gd name="connsiteY29" fmla="*/ 36195 h 386714"/>
                <a:gd name="connsiteX30" fmla="*/ 173355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4775" y="340042"/>
                  </a:moveTo>
                  <a:cubicBezTo>
                    <a:pt x="127635" y="340042"/>
                    <a:pt x="148590" y="328613"/>
                    <a:pt x="165735" y="307658"/>
                  </a:cubicBezTo>
                  <a:lnTo>
                    <a:pt x="165735" y="261938"/>
                  </a:lnTo>
                  <a:cubicBezTo>
                    <a:pt x="151447" y="258127"/>
                    <a:pt x="136207" y="257175"/>
                    <a:pt x="121920" y="257175"/>
                  </a:cubicBezTo>
                  <a:cubicBezTo>
                    <a:pt x="82868" y="257175"/>
                    <a:pt x="60007" y="272415"/>
                    <a:pt x="60007" y="300990"/>
                  </a:cubicBezTo>
                  <a:cubicBezTo>
                    <a:pt x="60007" y="324803"/>
                    <a:pt x="77152" y="340042"/>
                    <a:pt x="104775" y="340042"/>
                  </a:cubicBezTo>
                  <a:close/>
                  <a:moveTo>
                    <a:pt x="173355" y="72390"/>
                  </a:moveTo>
                  <a:cubicBezTo>
                    <a:pt x="153352" y="72390"/>
                    <a:pt x="136207" y="55245"/>
                    <a:pt x="136207" y="36195"/>
                  </a:cubicBezTo>
                  <a:cubicBezTo>
                    <a:pt x="136207" y="17145"/>
                    <a:pt x="153352" y="0"/>
                    <a:pt x="173355" y="0"/>
                  </a:cubicBezTo>
                  <a:cubicBezTo>
                    <a:pt x="193357" y="0"/>
                    <a:pt x="210502" y="17145"/>
                    <a:pt x="210502" y="36195"/>
                  </a:cubicBezTo>
                  <a:cubicBezTo>
                    <a:pt x="210502" y="56198"/>
                    <a:pt x="192405" y="72390"/>
                    <a:pt x="173355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A2DDD381-1879-4360-925E-2E2FAB769E83}"/>
                </a:ext>
              </a:extLst>
            </p:cNvPr>
            <p:cNvSpPr/>
            <p:nvPr/>
          </p:nvSpPr>
          <p:spPr>
            <a:xfrm>
              <a:off x="9605962" y="2562224"/>
              <a:ext cx="166687" cy="358139"/>
            </a:xfrm>
            <a:custGeom>
              <a:avLst/>
              <a:gdLst>
                <a:gd name="connsiteX0" fmla="*/ 166688 w 166687"/>
                <a:gd name="connsiteY0" fmla="*/ 295275 h 358139"/>
                <a:gd name="connsiteX1" fmla="*/ 166688 w 166687"/>
                <a:gd name="connsiteY1" fmla="*/ 348615 h 358139"/>
                <a:gd name="connsiteX2" fmla="*/ 114300 w 166687"/>
                <a:gd name="connsiteY2" fmla="*/ 358140 h 358139"/>
                <a:gd name="connsiteX3" fmla="*/ 41910 w 166687"/>
                <a:gd name="connsiteY3" fmla="*/ 282892 h 358139"/>
                <a:gd name="connsiteX4" fmla="*/ 41910 w 166687"/>
                <a:gd name="connsiteY4" fmla="*/ 137160 h 358139"/>
                <a:gd name="connsiteX5" fmla="*/ 0 w 166687"/>
                <a:gd name="connsiteY5" fmla="*/ 137160 h 358139"/>
                <a:gd name="connsiteX6" fmla="*/ 0 w 166687"/>
                <a:gd name="connsiteY6" fmla="*/ 85725 h 358139"/>
                <a:gd name="connsiteX7" fmla="*/ 40005 w 166687"/>
                <a:gd name="connsiteY7" fmla="*/ 85725 h 358139"/>
                <a:gd name="connsiteX8" fmla="*/ 40005 w 166687"/>
                <a:gd name="connsiteY8" fmla="*/ 13335 h 358139"/>
                <a:gd name="connsiteX9" fmla="*/ 101918 w 166687"/>
                <a:gd name="connsiteY9" fmla="*/ 0 h 358139"/>
                <a:gd name="connsiteX10" fmla="*/ 101918 w 166687"/>
                <a:gd name="connsiteY10" fmla="*/ 86677 h 358139"/>
                <a:gd name="connsiteX11" fmla="*/ 165735 w 166687"/>
                <a:gd name="connsiteY11" fmla="*/ 86677 h 358139"/>
                <a:gd name="connsiteX12" fmla="*/ 165735 w 166687"/>
                <a:gd name="connsiteY12" fmla="*/ 138113 h 358139"/>
                <a:gd name="connsiteX13" fmla="*/ 101918 w 166687"/>
                <a:gd name="connsiteY13" fmla="*/ 138113 h 358139"/>
                <a:gd name="connsiteX14" fmla="*/ 101918 w 166687"/>
                <a:gd name="connsiteY14" fmla="*/ 269558 h 358139"/>
                <a:gd name="connsiteX15" fmla="*/ 130493 w 166687"/>
                <a:gd name="connsiteY15" fmla="*/ 304800 h 358139"/>
                <a:gd name="connsiteX16" fmla="*/ 166688 w 166687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687" h="358139">
                  <a:moveTo>
                    <a:pt x="166688" y="295275"/>
                  </a:moveTo>
                  <a:lnTo>
                    <a:pt x="166688" y="348615"/>
                  </a:lnTo>
                  <a:cubicBezTo>
                    <a:pt x="153352" y="355283"/>
                    <a:pt x="132398" y="358140"/>
                    <a:pt x="114300" y="358140"/>
                  </a:cubicBezTo>
                  <a:cubicBezTo>
                    <a:pt x="67627" y="358140"/>
                    <a:pt x="41910" y="331470"/>
                    <a:pt x="41910" y="282892"/>
                  </a:cubicBezTo>
                  <a:lnTo>
                    <a:pt x="41910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3827" y="303848"/>
                    <a:pt x="156210" y="300038"/>
                    <a:pt x="166688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86F9E7FA-DD20-4A3F-B947-C3E6352B7EA0}"/>
                </a:ext>
              </a:extLst>
            </p:cNvPr>
            <p:cNvSpPr/>
            <p:nvPr/>
          </p:nvSpPr>
          <p:spPr>
            <a:xfrm>
              <a:off x="2090737" y="3122294"/>
              <a:ext cx="231457" cy="368617"/>
            </a:xfrm>
            <a:custGeom>
              <a:avLst/>
              <a:gdLst>
                <a:gd name="connsiteX0" fmla="*/ 231458 w 231457"/>
                <a:gd name="connsiteY0" fmla="*/ 60007 h 368617"/>
                <a:gd name="connsiteX1" fmla="*/ 65723 w 231457"/>
                <a:gd name="connsiteY1" fmla="*/ 60007 h 368617"/>
                <a:gd name="connsiteX2" fmla="*/ 65723 w 231457"/>
                <a:gd name="connsiteY2" fmla="*/ 151447 h 368617"/>
                <a:gd name="connsiteX3" fmla="*/ 189548 w 231457"/>
                <a:gd name="connsiteY3" fmla="*/ 151447 h 368617"/>
                <a:gd name="connsiteX4" fmla="*/ 189548 w 231457"/>
                <a:gd name="connsiteY4" fmla="*/ 211455 h 368617"/>
                <a:gd name="connsiteX5" fmla="*/ 65723 w 231457"/>
                <a:gd name="connsiteY5" fmla="*/ 211455 h 368617"/>
                <a:gd name="connsiteX6" fmla="*/ 65723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8 w 231457"/>
                <a:gd name="connsiteY9" fmla="*/ 0 h 368617"/>
                <a:gd name="connsiteX10" fmla="*/ 231458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8" y="60007"/>
                  </a:moveTo>
                  <a:lnTo>
                    <a:pt x="65723" y="60007"/>
                  </a:lnTo>
                  <a:lnTo>
                    <a:pt x="65723" y="151447"/>
                  </a:lnTo>
                  <a:lnTo>
                    <a:pt x="189548" y="151447"/>
                  </a:lnTo>
                  <a:lnTo>
                    <a:pt x="189548" y="211455"/>
                  </a:lnTo>
                  <a:lnTo>
                    <a:pt x="65723" y="211455"/>
                  </a:lnTo>
                  <a:lnTo>
                    <a:pt x="65723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90D84DBD-C27A-43CD-8985-12C88AB5F9AE}"/>
                </a:ext>
              </a:extLst>
            </p:cNvPr>
            <p:cNvSpPr/>
            <p:nvPr/>
          </p:nvSpPr>
          <p:spPr>
            <a:xfrm>
              <a:off x="2334560" y="3217544"/>
              <a:ext cx="225758" cy="279082"/>
            </a:xfrm>
            <a:custGeom>
              <a:avLst/>
              <a:gdLst>
                <a:gd name="connsiteX0" fmla="*/ 114316 w 225758"/>
                <a:gd name="connsiteY0" fmla="*/ 107633 h 279082"/>
                <a:gd name="connsiteX1" fmla="*/ 164799 w 225758"/>
                <a:gd name="connsiteY1" fmla="*/ 113347 h 279082"/>
                <a:gd name="connsiteX2" fmla="*/ 164799 w 225758"/>
                <a:gd name="connsiteY2" fmla="*/ 103822 h 279082"/>
                <a:gd name="connsiteX3" fmla="*/ 105744 w 225758"/>
                <a:gd name="connsiteY3" fmla="*/ 52388 h 279082"/>
                <a:gd name="connsiteX4" fmla="*/ 38116 w 225758"/>
                <a:gd name="connsiteY4" fmla="*/ 67627 h 279082"/>
                <a:gd name="connsiteX5" fmla="*/ 24781 w 225758"/>
                <a:gd name="connsiteY5" fmla="*/ 15240 h 279082"/>
                <a:gd name="connsiteX6" fmla="*/ 112411 w 225758"/>
                <a:gd name="connsiteY6" fmla="*/ 0 h 279082"/>
                <a:gd name="connsiteX7" fmla="*/ 225759 w 225758"/>
                <a:gd name="connsiteY7" fmla="*/ 102870 h 279082"/>
                <a:gd name="connsiteX8" fmla="*/ 225759 w 225758"/>
                <a:gd name="connsiteY8" fmla="*/ 273367 h 279082"/>
                <a:gd name="connsiteX9" fmla="*/ 166704 w 225758"/>
                <a:gd name="connsiteY9" fmla="*/ 273367 h 279082"/>
                <a:gd name="connsiteX10" fmla="*/ 166704 w 225758"/>
                <a:gd name="connsiteY10" fmla="*/ 244792 h 279082"/>
                <a:gd name="connsiteX11" fmla="*/ 165751 w 225758"/>
                <a:gd name="connsiteY11" fmla="*/ 244792 h 279082"/>
                <a:gd name="connsiteX12" fmla="*/ 87646 w 225758"/>
                <a:gd name="connsiteY12" fmla="*/ 279083 h 279082"/>
                <a:gd name="connsiteX13" fmla="*/ 16 w 225758"/>
                <a:gd name="connsiteY13" fmla="*/ 194310 h 279082"/>
                <a:gd name="connsiteX14" fmla="*/ 114316 w 225758"/>
                <a:gd name="connsiteY14" fmla="*/ 107633 h 279082"/>
                <a:gd name="connsiteX15" fmla="*/ 103839 w 225758"/>
                <a:gd name="connsiteY15" fmla="*/ 232410 h 279082"/>
                <a:gd name="connsiteX16" fmla="*/ 164799 w 225758"/>
                <a:gd name="connsiteY16" fmla="*/ 200025 h 279082"/>
                <a:gd name="connsiteX17" fmla="*/ 164799 w 225758"/>
                <a:gd name="connsiteY17" fmla="*/ 153352 h 279082"/>
                <a:gd name="connsiteX18" fmla="*/ 120984 w 225758"/>
                <a:gd name="connsiteY18" fmla="*/ 148590 h 279082"/>
                <a:gd name="connsiteX19" fmla="*/ 59071 w 225758"/>
                <a:gd name="connsiteY19" fmla="*/ 192405 h 279082"/>
                <a:gd name="connsiteX20" fmla="*/ 103839 w 225758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8" h="279082">
                  <a:moveTo>
                    <a:pt x="114316" y="107633"/>
                  </a:moveTo>
                  <a:cubicBezTo>
                    <a:pt x="131461" y="107633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6" y="52388"/>
                    <a:pt x="105744" y="52388"/>
                  </a:cubicBezTo>
                  <a:cubicBezTo>
                    <a:pt x="83836" y="52388"/>
                    <a:pt x="60024" y="57150"/>
                    <a:pt x="38116" y="67627"/>
                  </a:cubicBezTo>
                  <a:lnTo>
                    <a:pt x="24781" y="15240"/>
                  </a:lnTo>
                  <a:cubicBezTo>
                    <a:pt x="49546" y="5715"/>
                    <a:pt x="81931" y="0"/>
                    <a:pt x="112411" y="0"/>
                  </a:cubicBezTo>
                  <a:cubicBezTo>
                    <a:pt x="187659" y="0"/>
                    <a:pt x="225759" y="35242"/>
                    <a:pt x="225759" y="102870"/>
                  </a:cubicBezTo>
                  <a:lnTo>
                    <a:pt x="225759" y="273367"/>
                  </a:lnTo>
                  <a:lnTo>
                    <a:pt x="166704" y="273367"/>
                  </a:lnTo>
                  <a:lnTo>
                    <a:pt x="166704" y="244792"/>
                  </a:lnTo>
                  <a:lnTo>
                    <a:pt x="165751" y="244792"/>
                  </a:lnTo>
                  <a:cubicBezTo>
                    <a:pt x="142891" y="268605"/>
                    <a:pt x="119079" y="279083"/>
                    <a:pt x="87646" y="279083"/>
                  </a:cubicBezTo>
                  <a:cubicBezTo>
                    <a:pt x="34306" y="279083"/>
                    <a:pt x="16" y="245745"/>
                    <a:pt x="16" y="194310"/>
                  </a:cubicBezTo>
                  <a:cubicBezTo>
                    <a:pt x="-936" y="138113"/>
                    <a:pt x="40021" y="107633"/>
                    <a:pt x="114316" y="107633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3352"/>
                  </a:lnTo>
                  <a:cubicBezTo>
                    <a:pt x="150511" y="149542"/>
                    <a:pt x="135271" y="148590"/>
                    <a:pt x="120984" y="148590"/>
                  </a:cubicBezTo>
                  <a:cubicBezTo>
                    <a:pt x="81931" y="148590"/>
                    <a:pt x="59071" y="163830"/>
                    <a:pt x="59071" y="192405"/>
                  </a:cubicBezTo>
                  <a:cubicBezTo>
                    <a:pt x="59071" y="217170"/>
                    <a:pt x="76216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94233EBB-FE37-4CE4-89F2-97886A4BABFC}"/>
                </a:ext>
              </a:extLst>
            </p:cNvPr>
            <p:cNvSpPr/>
            <p:nvPr/>
          </p:nvSpPr>
          <p:spPr>
            <a:xfrm>
              <a:off x="262508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3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7A2AD458-911D-49BF-858A-C8BBE6FBCB2F}"/>
                </a:ext>
              </a:extLst>
            </p:cNvPr>
            <p:cNvSpPr/>
            <p:nvPr/>
          </p:nvSpPr>
          <p:spPr>
            <a:xfrm>
              <a:off x="2904172" y="3100387"/>
              <a:ext cx="228599" cy="390525"/>
            </a:xfrm>
            <a:custGeom>
              <a:avLst/>
              <a:gdLst>
                <a:gd name="connsiteX0" fmla="*/ 228600 w 228599"/>
                <a:gd name="connsiteY0" fmla="*/ 390525 h 390525"/>
                <a:gd name="connsiteX1" fmla="*/ 166687 w 228599"/>
                <a:gd name="connsiteY1" fmla="*/ 390525 h 390525"/>
                <a:gd name="connsiteX2" fmla="*/ 166687 w 228599"/>
                <a:gd name="connsiteY2" fmla="*/ 238125 h 390525"/>
                <a:gd name="connsiteX3" fmla="*/ 117157 w 228599"/>
                <a:gd name="connsiteY3" fmla="*/ 173355 h 390525"/>
                <a:gd name="connsiteX4" fmla="*/ 61913 w 228599"/>
                <a:gd name="connsiteY4" fmla="*/ 238125 h 390525"/>
                <a:gd name="connsiteX5" fmla="*/ 61913 w 228599"/>
                <a:gd name="connsiteY5" fmla="*/ 390525 h 390525"/>
                <a:gd name="connsiteX6" fmla="*/ 0 w 228599"/>
                <a:gd name="connsiteY6" fmla="*/ 390525 h 390525"/>
                <a:gd name="connsiteX7" fmla="*/ 0 w 228599"/>
                <a:gd name="connsiteY7" fmla="*/ 16192 h 390525"/>
                <a:gd name="connsiteX8" fmla="*/ 61913 w 228599"/>
                <a:gd name="connsiteY8" fmla="*/ 0 h 390525"/>
                <a:gd name="connsiteX9" fmla="*/ 61913 w 228599"/>
                <a:gd name="connsiteY9" fmla="*/ 155258 h 390525"/>
                <a:gd name="connsiteX10" fmla="*/ 62865 w 228599"/>
                <a:gd name="connsiteY10" fmla="*/ 155258 h 390525"/>
                <a:gd name="connsiteX11" fmla="*/ 140970 w 228599"/>
                <a:gd name="connsiteY11" fmla="*/ 116205 h 390525"/>
                <a:gd name="connsiteX12" fmla="*/ 228600 w 228599"/>
                <a:gd name="connsiteY12" fmla="*/ 223838 h 390525"/>
                <a:gd name="connsiteX13" fmla="*/ 228600 w 228599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599" h="390525">
                  <a:moveTo>
                    <a:pt x="228600" y="390525"/>
                  </a:moveTo>
                  <a:lnTo>
                    <a:pt x="166687" y="390525"/>
                  </a:lnTo>
                  <a:lnTo>
                    <a:pt x="166687" y="238125"/>
                  </a:lnTo>
                  <a:cubicBezTo>
                    <a:pt x="166687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C20CF276-1400-4BB7-BE83-A79F8856A4E2}"/>
                </a:ext>
              </a:extLst>
            </p:cNvPr>
            <p:cNvSpPr/>
            <p:nvPr/>
          </p:nvSpPr>
          <p:spPr>
            <a:xfrm>
              <a:off x="3211829" y="3099434"/>
              <a:ext cx="249554" cy="397192"/>
            </a:xfrm>
            <a:custGeom>
              <a:avLst/>
              <a:gdLst>
                <a:gd name="connsiteX0" fmla="*/ 249555 w 249554"/>
                <a:gd name="connsiteY0" fmla="*/ 256223 h 397192"/>
                <a:gd name="connsiteX1" fmla="*/ 140970 w 249554"/>
                <a:gd name="connsiteY1" fmla="*/ 397193 h 397192"/>
                <a:gd name="connsiteX2" fmla="*/ 61913 w 249554"/>
                <a:gd name="connsiteY2" fmla="*/ 360045 h 397192"/>
                <a:gd name="connsiteX3" fmla="*/ 60008 w 249554"/>
                <a:gd name="connsiteY3" fmla="*/ 360045 h 397192"/>
                <a:gd name="connsiteX4" fmla="*/ 60008 w 249554"/>
                <a:gd name="connsiteY4" fmla="*/ 390525 h 397192"/>
                <a:gd name="connsiteX5" fmla="*/ 0 w 249554"/>
                <a:gd name="connsiteY5" fmla="*/ 390525 h 397192"/>
                <a:gd name="connsiteX6" fmla="*/ 0 w 249554"/>
                <a:gd name="connsiteY6" fmla="*/ 16192 h 397192"/>
                <a:gd name="connsiteX7" fmla="*/ 61913 w 249554"/>
                <a:gd name="connsiteY7" fmla="*/ 0 h 397192"/>
                <a:gd name="connsiteX8" fmla="*/ 61913 w 249554"/>
                <a:gd name="connsiteY8" fmla="*/ 154305 h 397192"/>
                <a:gd name="connsiteX9" fmla="*/ 62865 w 249554"/>
                <a:gd name="connsiteY9" fmla="*/ 154305 h 397192"/>
                <a:gd name="connsiteX10" fmla="*/ 140970 w 249554"/>
                <a:gd name="connsiteY10" fmla="*/ 116205 h 397192"/>
                <a:gd name="connsiteX11" fmla="*/ 249555 w 249554"/>
                <a:gd name="connsiteY11" fmla="*/ 256223 h 397192"/>
                <a:gd name="connsiteX12" fmla="*/ 187642 w 249554"/>
                <a:gd name="connsiteY12" fmla="*/ 257175 h 397192"/>
                <a:gd name="connsiteX13" fmla="*/ 125730 w 249554"/>
                <a:gd name="connsiteY13" fmla="*/ 173355 h 397192"/>
                <a:gd name="connsiteX14" fmla="*/ 62865 w 249554"/>
                <a:gd name="connsiteY14" fmla="*/ 207645 h 397192"/>
                <a:gd name="connsiteX15" fmla="*/ 62865 w 249554"/>
                <a:gd name="connsiteY15" fmla="*/ 305753 h 397192"/>
                <a:gd name="connsiteX16" fmla="*/ 126683 w 249554"/>
                <a:gd name="connsiteY16" fmla="*/ 341948 h 397192"/>
                <a:gd name="connsiteX17" fmla="*/ 187642 w 249554"/>
                <a:gd name="connsiteY17" fmla="*/ 257175 h 397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9554" h="397192">
                  <a:moveTo>
                    <a:pt x="249555" y="256223"/>
                  </a:moveTo>
                  <a:cubicBezTo>
                    <a:pt x="249555" y="341948"/>
                    <a:pt x="205740" y="397193"/>
                    <a:pt x="140970" y="397193"/>
                  </a:cubicBezTo>
                  <a:cubicBezTo>
                    <a:pt x="107633" y="397193"/>
                    <a:pt x="80010" y="382905"/>
                    <a:pt x="61913" y="360045"/>
                  </a:cubicBezTo>
                  <a:lnTo>
                    <a:pt x="60008" y="360045"/>
                  </a:lnTo>
                  <a:lnTo>
                    <a:pt x="60008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4305"/>
                  </a:lnTo>
                  <a:lnTo>
                    <a:pt x="62865" y="154305"/>
                  </a:lnTo>
                  <a:cubicBezTo>
                    <a:pt x="80963" y="130492"/>
                    <a:pt x="107633" y="116205"/>
                    <a:pt x="140970" y="116205"/>
                  </a:cubicBezTo>
                  <a:cubicBezTo>
                    <a:pt x="205740" y="117157"/>
                    <a:pt x="249555" y="169545"/>
                    <a:pt x="249555" y="256223"/>
                  </a:cubicBezTo>
                  <a:close/>
                  <a:moveTo>
                    <a:pt x="187642" y="257175"/>
                  </a:moveTo>
                  <a:cubicBezTo>
                    <a:pt x="187642" y="201930"/>
                    <a:pt x="164783" y="173355"/>
                    <a:pt x="125730" y="173355"/>
                  </a:cubicBezTo>
                  <a:cubicBezTo>
                    <a:pt x="101917" y="173355"/>
                    <a:pt x="81915" y="183832"/>
                    <a:pt x="62865" y="207645"/>
                  </a:cubicBezTo>
                  <a:lnTo>
                    <a:pt x="62865" y="305753"/>
                  </a:lnTo>
                  <a:cubicBezTo>
                    <a:pt x="80963" y="329565"/>
                    <a:pt x="100965" y="341948"/>
                    <a:pt x="126683" y="341948"/>
                  </a:cubicBezTo>
                  <a:cubicBezTo>
                    <a:pt x="166688" y="341948"/>
                    <a:pt x="187642" y="310515"/>
                    <a:pt x="187642" y="2571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AD34D773-239C-4D74-81BE-0FC6195EB2B5}"/>
                </a:ext>
              </a:extLst>
            </p:cNvPr>
            <p:cNvSpPr/>
            <p:nvPr/>
          </p:nvSpPr>
          <p:spPr>
            <a:xfrm>
              <a:off x="351567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717406AB-483F-4C36-8A29-92B6BFF98885}"/>
                </a:ext>
              </a:extLst>
            </p:cNvPr>
            <p:cNvSpPr/>
            <p:nvPr/>
          </p:nvSpPr>
          <p:spPr>
            <a:xfrm>
              <a:off x="3829049" y="3217301"/>
              <a:ext cx="160020" cy="273610"/>
            </a:xfrm>
            <a:custGeom>
              <a:avLst/>
              <a:gdLst>
                <a:gd name="connsiteX0" fmla="*/ 160020 w 160020"/>
                <a:gd name="connsiteY0" fmla="*/ 5005 h 273610"/>
                <a:gd name="connsiteX1" fmla="*/ 150495 w 160020"/>
                <a:gd name="connsiteY1" fmla="*/ 68823 h 273610"/>
                <a:gd name="connsiteX2" fmla="*/ 116205 w 160020"/>
                <a:gd name="connsiteY2" fmla="*/ 60250 h 273610"/>
                <a:gd name="connsiteX3" fmla="*/ 61913 w 160020"/>
                <a:gd name="connsiteY3" fmla="*/ 135498 h 273610"/>
                <a:gd name="connsiteX4" fmla="*/ 61913 w 160020"/>
                <a:gd name="connsiteY4" fmla="*/ 273610 h 273610"/>
                <a:gd name="connsiteX5" fmla="*/ 0 w 160020"/>
                <a:gd name="connsiteY5" fmla="*/ 273610 h 273610"/>
                <a:gd name="connsiteX6" fmla="*/ 0 w 160020"/>
                <a:gd name="connsiteY6" fmla="*/ 6910 h 273610"/>
                <a:gd name="connsiteX7" fmla="*/ 60960 w 160020"/>
                <a:gd name="connsiteY7" fmla="*/ 6910 h 273610"/>
                <a:gd name="connsiteX8" fmla="*/ 60960 w 160020"/>
                <a:gd name="connsiteY8" fmla="*/ 40248 h 273610"/>
                <a:gd name="connsiteX9" fmla="*/ 61913 w 160020"/>
                <a:gd name="connsiteY9" fmla="*/ 40248 h 273610"/>
                <a:gd name="connsiteX10" fmla="*/ 131445 w 160020"/>
                <a:gd name="connsiteY10" fmla="*/ 243 h 273610"/>
                <a:gd name="connsiteX11" fmla="*/ 160020 w 160020"/>
                <a:gd name="connsiteY11" fmla="*/ 5005 h 273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361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3610"/>
                  </a:lnTo>
                  <a:lnTo>
                    <a:pt x="0" y="273610"/>
                  </a:lnTo>
                  <a:lnTo>
                    <a:pt x="0" y="6910"/>
                  </a:lnTo>
                  <a:lnTo>
                    <a:pt x="60960" y="6910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7C10380E-8231-4359-81F9-4B25B77D5ECA}"/>
                </a:ext>
              </a:extLst>
            </p:cNvPr>
            <p:cNvSpPr/>
            <p:nvPr/>
          </p:nvSpPr>
          <p:spPr>
            <a:xfrm>
              <a:off x="402240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7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3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7" y="53340"/>
                    <a:pt x="242887" y="135255"/>
                  </a:cubicBezTo>
                  <a:cubicBezTo>
                    <a:pt x="242887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3" y="235267"/>
                  </a:lnTo>
                  <a:cubicBezTo>
                    <a:pt x="207645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6FEFFC8E-05EF-4439-9D01-F9FD118AB61A}"/>
                </a:ext>
              </a:extLst>
            </p:cNvPr>
            <p:cNvSpPr/>
            <p:nvPr/>
          </p:nvSpPr>
          <p:spPr>
            <a:xfrm>
              <a:off x="4325302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7 w 79057"/>
                <a:gd name="connsiteY4" fmla="*/ 38100 h 385762"/>
                <a:gd name="connsiteX5" fmla="*/ 71438 w 79057"/>
                <a:gd name="connsiteY5" fmla="*/ 385763 h 385762"/>
                <a:gd name="connsiteX6" fmla="*/ 9525 w 79057"/>
                <a:gd name="connsiteY6" fmla="*/ 385763 h 385762"/>
                <a:gd name="connsiteX7" fmla="*/ 9525 w 79057"/>
                <a:gd name="connsiteY7" fmla="*/ 119063 h 385762"/>
                <a:gd name="connsiteX8" fmla="*/ 71438 w 79057"/>
                <a:gd name="connsiteY8" fmla="*/ 119063 h 385762"/>
                <a:gd name="connsiteX9" fmla="*/ 71438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3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1438" y="385763"/>
                  </a:moveTo>
                  <a:lnTo>
                    <a:pt x="9525" y="385763"/>
                  </a:lnTo>
                  <a:lnTo>
                    <a:pt x="9525" y="119063"/>
                  </a:lnTo>
                  <a:lnTo>
                    <a:pt x="71438" y="119063"/>
                  </a:lnTo>
                  <a:lnTo>
                    <a:pt x="71438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15CC45AC-F73E-4AEA-832F-4EB41A9FC1A0}"/>
                </a:ext>
              </a:extLst>
            </p:cNvPr>
            <p:cNvSpPr/>
            <p:nvPr/>
          </p:nvSpPr>
          <p:spPr>
            <a:xfrm>
              <a:off x="4463414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CC3E7569-FEFD-4840-91A2-AED5BF9C3024}"/>
                </a:ext>
              </a:extLst>
            </p:cNvPr>
            <p:cNvSpPr/>
            <p:nvPr/>
          </p:nvSpPr>
          <p:spPr>
            <a:xfrm>
              <a:off x="4742496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4C8A46FB-F89F-464F-AB95-1955CB3A057A}"/>
                </a:ext>
              </a:extLst>
            </p:cNvPr>
            <p:cNvSpPr/>
            <p:nvPr/>
          </p:nvSpPr>
          <p:spPr>
            <a:xfrm>
              <a:off x="5209221" y="3122294"/>
              <a:ext cx="273367" cy="368617"/>
            </a:xfrm>
            <a:custGeom>
              <a:avLst/>
              <a:gdLst>
                <a:gd name="connsiteX0" fmla="*/ 64770 w 273367"/>
                <a:gd name="connsiteY0" fmla="*/ 368617 h 368617"/>
                <a:gd name="connsiteX1" fmla="*/ 0 w 273367"/>
                <a:gd name="connsiteY1" fmla="*/ 368617 h 368617"/>
                <a:gd name="connsiteX2" fmla="*/ 0 w 273367"/>
                <a:gd name="connsiteY2" fmla="*/ 0 h 368617"/>
                <a:gd name="connsiteX3" fmla="*/ 137160 w 273367"/>
                <a:gd name="connsiteY3" fmla="*/ 0 h 368617"/>
                <a:gd name="connsiteX4" fmla="*/ 263843 w 273367"/>
                <a:gd name="connsiteY4" fmla="*/ 108585 h 368617"/>
                <a:gd name="connsiteX5" fmla="*/ 188595 w 273367"/>
                <a:gd name="connsiteY5" fmla="*/ 214313 h 368617"/>
                <a:gd name="connsiteX6" fmla="*/ 273368 w 273367"/>
                <a:gd name="connsiteY6" fmla="*/ 368617 h 368617"/>
                <a:gd name="connsiteX7" fmla="*/ 196215 w 273367"/>
                <a:gd name="connsiteY7" fmla="*/ 368617 h 368617"/>
                <a:gd name="connsiteX8" fmla="*/ 120015 w 273367"/>
                <a:gd name="connsiteY8" fmla="*/ 220980 h 368617"/>
                <a:gd name="connsiteX9" fmla="*/ 63818 w 273367"/>
                <a:gd name="connsiteY9" fmla="*/ 220980 h 368617"/>
                <a:gd name="connsiteX10" fmla="*/ 63818 w 273367"/>
                <a:gd name="connsiteY10" fmla="*/ 368617 h 368617"/>
                <a:gd name="connsiteX11" fmla="*/ 197168 w 273367"/>
                <a:gd name="connsiteY11" fmla="*/ 110490 h 368617"/>
                <a:gd name="connsiteX12" fmla="*/ 131445 w 273367"/>
                <a:gd name="connsiteY12" fmla="*/ 57150 h 368617"/>
                <a:gd name="connsiteX13" fmla="*/ 64770 w 273367"/>
                <a:gd name="connsiteY13" fmla="*/ 57150 h 368617"/>
                <a:gd name="connsiteX14" fmla="*/ 64770 w 273367"/>
                <a:gd name="connsiteY14" fmla="*/ 164782 h 368617"/>
                <a:gd name="connsiteX15" fmla="*/ 128588 w 273367"/>
                <a:gd name="connsiteY15" fmla="*/ 164782 h 368617"/>
                <a:gd name="connsiteX16" fmla="*/ 197168 w 273367"/>
                <a:gd name="connsiteY16" fmla="*/ 11049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73367" h="368617">
                  <a:moveTo>
                    <a:pt x="64770" y="368617"/>
                  </a:moveTo>
                  <a:lnTo>
                    <a:pt x="0" y="368617"/>
                  </a:lnTo>
                  <a:lnTo>
                    <a:pt x="0" y="0"/>
                  </a:lnTo>
                  <a:lnTo>
                    <a:pt x="137160" y="0"/>
                  </a:lnTo>
                  <a:cubicBezTo>
                    <a:pt x="215265" y="0"/>
                    <a:pt x="263843" y="36195"/>
                    <a:pt x="263843" y="108585"/>
                  </a:cubicBezTo>
                  <a:cubicBezTo>
                    <a:pt x="263843" y="164782"/>
                    <a:pt x="235268" y="200025"/>
                    <a:pt x="188595" y="214313"/>
                  </a:cubicBezTo>
                  <a:lnTo>
                    <a:pt x="273368" y="368617"/>
                  </a:lnTo>
                  <a:lnTo>
                    <a:pt x="196215" y="368617"/>
                  </a:lnTo>
                  <a:lnTo>
                    <a:pt x="120015" y="220980"/>
                  </a:lnTo>
                  <a:lnTo>
                    <a:pt x="63818" y="220980"/>
                  </a:lnTo>
                  <a:lnTo>
                    <a:pt x="63818" y="368617"/>
                  </a:lnTo>
                  <a:close/>
                  <a:moveTo>
                    <a:pt x="197168" y="110490"/>
                  </a:moveTo>
                  <a:cubicBezTo>
                    <a:pt x="197168" y="74295"/>
                    <a:pt x="174308" y="57150"/>
                    <a:pt x="131445" y="57150"/>
                  </a:cubicBezTo>
                  <a:lnTo>
                    <a:pt x="64770" y="57150"/>
                  </a:lnTo>
                  <a:lnTo>
                    <a:pt x="64770" y="164782"/>
                  </a:lnTo>
                  <a:lnTo>
                    <a:pt x="128588" y="164782"/>
                  </a:lnTo>
                  <a:cubicBezTo>
                    <a:pt x="173355" y="164782"/>
                    <a:pt x="197168" y="146685"/>
                    <a:pt x="197168" y="1104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F0BDD119-E404-4E32-9FCD-F32FF7160AB0}"/>
                </a:ext>
              </a:extLst>
            </p:cNvPr>
            <p:cNvSpPr/>
            <p:nvPr/>
          </p:nvSpPr>
          <p:spPr>
            <a:xfrm>
              <a:off x="5523546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3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3E823F4D-1704-4718-A76C-8A78BB2CF3CD}"/>
                </a:ext>
              </a:extLst>
            </p:cNvPr>
            <p:cNvSpPr/>
            <p:nvPr/>
          </p:nvSpPr>
          <p:spPr>
            <a:xfrm>
              <a:off x="582167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0FDE95C1-131B-435A-9D59-14FB31EE8986}"/>
                </a:ext>
              </a:extLst>
            </p:cNvPr>
            <p:cNvSpPr/>
            <p:nvPr/>
          </p:nvSpPr>
          <p:spPr>
            <a:xfrm>
              <a:off x="609980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500E535E-8025-4D42-9149-C207DDA98379}"/>
                </a:ext>
              </a:extLst>
            </p:cNvPr>
            <p:cNvSpPr/>
            <p:nvPr/>
          </p:nvSpPr>
          <p:spPr>
            <a:xfrm>
              <a:off x="637793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EF497F22-FF1E-455E-9B26-2218731DEA9E}"/>
                </a:ext>
              </a:extLst>
            </p:cNvPr>
            <p:cNvSpPr/>
            <p:nvPr/>
          </p:nvSpPr>
          <p:spPr>
            <a:xfrm>
              <a:off x="65884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B60477FE-90C0-4774-9C70-17D5CA53298D}"/>
                </a:ext>
              </a:extLst>
            </p:cNvPr>
            <p:cNvSpPr/>
            <p:nvPr/>
          </p:nvSpPr>
          <p:spPr>
            <a:xfrm>
              <a:off x="6837044" y="3224212"/>
              <a:ext cx="376237" cy="266700"/>
            </a:xfrm>
            <a:custGeom>
              <a:avLst/>
              <a:gdLst>
                <a:gd name="connsiteX0" fmla="*/ 376238 w 376237"/>
                <a:gd name="connsiteY0" fmla="*/ 0 h 266700"/>
                <a:gd name="connsiteX1" fmla="*/ 297180 w 376237"/>
                <a:gd name="connsiteY1" fmla="*/ 266700 h 266700"/>
                <a:gd name="connsiteX2" fmla="*/ 237173 w 376237"/>
                <a:gd name="connsiteY2" fmla="*/ 266700 h 266700"/>
                <a:gd name="connsiteX3" fmla="*/ 188595 w 376237"/>
                <a:gd name="connsiteY3" fmla="*/ 81915 h 266700"/>
                <a:gd name="connsiteX4" fmla="*/ 187643 w 376237"/>
                <a:gd name="connsiteY4" fmla="*/ 81915 h 266700"/>
                <a:gd name="connsiteX5" fmla="*/ 139065 w 376237"/>
                <a:gd name="connsiteY5" fmla="*/ 266700 h 266700"/>
                <a:gd name="connsiteX6" fmla="*/ 79057 w 376237"/>
                <a:gd name="connsiteY6" fmla="*/ 266700 h 266700"/>
                <a:gd name="connsiteX7" fmla="*/ 0 w 376237"/>
                <a:gd name="connsiteY7" fmla="*/ 0 h 266700"/>
                <a:gd name="connsiteX8" fmla="*/ 65723 w 376237"/>
                <a:gd name="connsiteY8" fmla="*/ 0 h 266700"/>
                <a:gd name="connsiteX9" fmla="*/ 111443 w 376237"/>
                <a:gd name="connsiteY9" fmla="*/ 180022 h 266700"/>
                <a:gd name="connsiteX10" fmla="*/ 112395 w 376237"/>
                <a:gd name="connsiteY10" fmla="*/ 180022 h 266700"/>
                <a:gd name="connsiteX11" fmla="*/ 159068 w 376237"/>
                <a:gd name="connsiteY11" fmla="*/ 0 h 266700"/>
                <a:gd name="connsiteX12" fmla="*/ 216218 w 376237"/>
                <a:gd name="connsiteY12" fmla="*/ 0 h 266700"/>
                <a:gd name="connsiteX13" fmla="*/ 264795 w 376237"/>
                <a:gd name="connsiteY13" fmla="*/ 180022 h 266700"/>
                <a:gd name="connsiteX14" fmla="*/ 265748 w 376237"/>
                <a:gd name="connsiteY14" fmla="*/ 180022 h 266700"/>
                <a:gd name="connsiteX15" fmla="*/ 311468 w 376237"/>
                <a:gd name="connsiteY15" fmla="*/ 0 h 266700"/>
                <a:gd name="connsiteX16" fmla="*/ 376238 w 376237"/>
                <a:gd name="connsiteY1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237" h="266700">
                  <a:moveTo>
                    <a:pt x="376238" y="0"/>
                  </a:moveTo>
                  <a:lnTo>
                    <a:pt x="297180" y="266700"/>
                  </a:lnTo>
                  <a:lnTo>
                    <a:pt x="237173" y="266700"/>
                  </a:lnTo>
                  <a:lnTo>
                    <a:pt x="188595" y="81915"/>
                  </a:lnTo>
                  <a:lnTo>
                    <a:pt x="187643" y="81915"/>
                  </a:lnTo>
                  <a:lnTo>
                    <a:pt x="139065" y="266700"/>
                  </a:lnTo>
                  <a:lnTo>
                    <a:pt x="79057" y="266700"/>
                  </a:lnTo>
                  <a:lnTo>
                    <a:pt x="0" y="0"/>
                  </a:lnTo>
                  <a:lnTo>
                    <a:pt x="65723" y="0"/>
                  </a:lnTo>
                  <a:lnTo>
                    <a:pt x="111443" y="180022"/>
                  </a:lnTo>
                  <a:lnTo>
                    <a:pt x="112395" y="180022"/>
                  </a:lnTo>
                  <a:lnTo>
                    <a:pt x="159068" y="0"/>
                  </a:lnTo>
                  <a:lnTo>
                    <a:pt x="216218" y="0"/>
                  </a:lnTo>
                  <a:lnTo>
                    <a:pt x="264795" y="180022"/>
                  </a:lnTo>
                  <a:lnTo>
                    <a:pt x="265748" y="180022"/>
                  </a:lnTo>
                  <a:lnTo>
                    <a:pt x="311468" y="0"/>
                  </a:lnTo>
                  <a:lnTo>
                    <a:pt x="3762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EF0023EF-8627-43B5-8FB5-CA3ADDC100FB}"/>
                </a:ext>
              </a:extLst>
            </p:cNvPr>
            <p:cNvSpPr/>
            <p:nvPr/>
          </p:nvSpPr>
          <p:spPr>
            <a:xfrm>
              <a:off x="7259954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74358F21-1A96-45BD-993F-F2F065AA2251}"/>
                </a:ext>
              </a:extLst>
            </p:cNvPr>
            <p:cNvSpPr/>
            <p:nvPr/>
          </p:nvSpPr>
          <p:spPr>
            <a:xfrm>
              <a:off x="73885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13A8A515-862A-4F6A-82DB-B96CF42A8D67}"/>
                </a:ext>
              </a:extLst>
            </p:cNvPr>
            <p:cNvSpPr/>
            <p:nvPr/>
          </p:nvSpPr>
          <p:spPr>
            <a:xfrm>
              <a:off x="7635239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CBE2C598-8BEA-4337-B381-3B90B86F167A}"/>
                </a:ext>
              </a:extLst>
            </p:cNvPr>
            <p:cNvSpPr/>
            <p:nvPr/>
          </p:nvSpPr>
          <p:spPr>
            <a:xfrm>
              <a:off x="789050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193C3EB6-379F-462A-97E1-8223B7D72B98}"/>
                </a:ext>
              </a:extLst>
            </p:cNvPr>
            <p:cNvSpPr/>
            <p:nvPr/>
          </p:nvSpPr>
          <p:spPr>
            <a:xfrm>
              <a:off x="8202929" y="3217544"/>
              <a:ext cx="228600" cy="273367"/>
            </a:xfrm>
            <a:custGeom>
              <a:avLst/>
              <a:gdLst>
                <a:gd name="connsiteX0" fmla="*/ 228600 w 228600"/>
                <a:gd name="connsiteY0" fmla="*/ 273367 h 273367"/>
                <a:gd name="connsiteX1" fmla="*/ 166688 w 228600"/>
                <a:gd name="connsiteY1" fmla="*/ 273367 h 273367"/>
                <a:gd name="connsiteX2" fmla="*/ 166688 w 228600"/>
                <a:gd name="connsiteY2" fmla="*/ 120967 h 273367"/>
                <a:gd name="connsiteX3" fmla="*/ 117157 w 228600"/>
                <a:gd name="connsiteY3" fmla="*/ 56197 h 273367"/>
                <a:gd name="connsiteX4" fmla="*/ 61913 w 228600"/>
                <a:gd name="connsiteY4" fmla="*/ 120967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3367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3367"/>
                  </a:moveTo>
                  <a:lnTo>
                    <a:pt x="166688" y="273367"/>
                  </a:lnTo>
                  <a:lnTo>
                    <a:pt x="166688" y="120967"/>
                  </a:lnTo>
                  <a:cubicBezTo>
                    <a:pt x="166688" y="81915"/>
                    <a:pt x="155257" y="56197"/>
                    <a:pt x="117157" y="56197"/>
                  </a:cubicBezTo>
                  <a:cubicBezTo>
                    <a:pt x="73343" y="56197"/>
                    <a:pt x="61913" y="91440"/>
                    <a:pt x="61913" y="120967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33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AB878F57-4CD5-487D-B929-B5D17E7037DA}"/>
                </a:ext>
              </a:extLst>
            </p:cNvPr>
            <p:cNvSpPr/>
            <p:nvPr/>
          </p:nvSpPr>
          <p:spPr>
            <a:xfrm>
              <a:off x="8487726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A9DF4386-8A6E-409B-9C72-1C6CE27164A2}"/>
                </a:ext>
              </a:extLst>
            </p:cNvPr>
            <p:cNvSpPr/>
            <p:nvPr/>
          </p:nvSpPr>
          <p:spPr>
            <a:xfrm>
              <a:off x="874394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4851C5E3-828C-4527-B7BD-3339989145C7}"/>
                </a:ext>
              </a:extLst>
            </p:cNvPr>
            <p:cNvSpPr/>
            <p:nvPr/>
          </p:nvSpPr>
          <p:spPr>
            <a:xfrm>
              <a:off x="902207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7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A9397179-8378-443B-9F78-4EC0E5FF56C9}"/>
                </a:ext>
              </a:extLst>
            </p:cNvPr>
            <p:cNvSpPr/>
            <p:nvPr/>
          </p:nvSpPr>
          <p:spPr>
            <a:xfrm>
              <a:off x="9312592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7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3 w 225742"/>
                <a:gd name="connsiteY7" fmla="*/ 102870 h 279082"/>
                <a:gd name="connsiteX8" fmla="*/ 225743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3352 h 279082"/>
                <a:gd name="connsiteX18" fmla="*/ 120968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7" y="52388"/>
                  </a:cubicBezTo>
                  <a:cubicBezTo>
                    <a:pt x="83820" y="52388"/>
                    <a:pt x="60007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3" y="0"/>
                    <a:pt x="225743" y="35242"/>
                    <a:pt x="225743" y="102870"/>
                  </a:cubicBezTo>
                  <a:lnTo>
                    <a:pt x="225743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3352"/>
                  </a:lnTo>
                  <a:cubicBezTo>
                    <a:pt x="150495" y="149542"/>
                    <a:pt x="135255" y="148590"/>
                    <a:pt x="120968" y="148590"/>
                  </a:cubicBezTo>
                  <a:cubicBezTo>
                    <a:pt x="81915" y="148590"/>
                    <a:pt x="59055" y="163830"/>
                    <a:pt x="59055" y="192405"/>
                  </a:cubicBezTo>
                  <a:cubicBezTo>
                    <a:pt x="60007" y="217170"/>
                    <a:pt x="77152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6416B46B-F997-44E4-9A7A-2C0AA4735DCE}"/>
                </a:ext>
              </a:extLst>
            </p:cNvPr>
            <p:cNvSpPr/>
            <p:nvPr/>
          </p:nvSpPr>
          <p:spPr>
            <a:xfrm>
              <a:off x="9588817" y="3097529"/>
              <a:ext cx="162877" cy="393382"/>
            </a:xfrm>
            <a:custGeom>
              <a:avLst/>
              <a:gdLst>
                <a:gd name="connsiteX0" fmla="*/ 162877 w 162877"/>
                <a:gd name="connsiteY0" fmla="*/ 58103 h 393382"/>
                <a:gd name="connsiteX1" fmla="*/ 135255 w 162877"/>
                <a:gd name="connsiteY1" fmla="*/ 53340 h 393382"/>
                <a:gd name="connsiteX2" fmla="*/ 101918 w 162877"/>
                <a:gd name="connsiteY2" fmla="*/ 90488 h 393382"/>
                <a:gd name="connsiteX3" fmla="*/ 101918 w 162877"/>
                <a:gd name="connsiteY3" fmla="*/ 126683 h 393382"/>
                <a:gd name="connsiteX4" fmla="*/ 155257 w 162877"/>
                <a:gd name="connsiteY4" fmla="*/ 126683 h 393382"/>
                <a:gd name="connsiteX5" fmla="*/ 155257 w 162877"/>
                <a:gd name="connsiteY5" fmla="*/ 178118 h 393382"/>
                <a:gd name="connsiteX6" fmla="*/ 102870 w 162877"/>
                <a:gd name="connsiteY6" fmla="*/ 178118 h 393382"/>
                <a:gd name="connsiteX7" fmla="*/ 102870 w 162877"/>
                <a:gd name="connsiteY7" fmla="*/ 393383 h 393382"/>
                <a:gd name="connsiteX8" fmla="*/ 40957 w 162877"/>
                <a:gd name="connsiteY8" fmla="*/ 393383 h 393382"/>
                <a:gd name="connsiteX9" fmla="*/ 40957 w 162877"/>
                <a:gd name="connsiteY9" fmla="*/ 179070 h 393382"/>
                <a:gd name="connsiteX10" fmla="*/ 0 w 162877"/>
                <a:gd name="connsiteY10" fmla="*/ 179070 h 393382"/>
                <a:gd name="connsiteX11" fmla="*/ 0 w 162877"/>
                <a:gd name="connsiteY11" fmla="*/ 126683 h 393382"/>
                <a:gd name="connsiteX12" fmla="*/ 40957 w 162877"/>
                <a:gd name="connsiteY12" fmla="*/ 126683 h 393382"/>
                <a:gd name="connsiteX13" fmla="*/ 40957 w 162877"/>
                <a:gd name="connsiteY13" fmla="*/ 88583 h 393382"/>
                <a:gd name="connsiteX14" fmla="*/ 125730 w 162877"/>
                <a:gd name="connsiteY14" fmla="*/ 0 h 393382"/>
                <a:gd name="connsiteX15" fmla="*/ 162877 w 162877"/>
                <a:gd name="connsiteY15" fmla="*/ 5715 h 393382"/>
                <a:gd name="connsiteX16" fmla="*/ 162877 w 162877"/>
                <a:gd name="connsiteY16" fmla="*/ 58103 h 393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877" h="393382">
                  <a:moveTo>
                    <a:pt x="162877" y="58103"/>
                  </a:moveTo>
                  <a:cubicBezTo>
                    <a:pt x="154305" y="54293"/>
                    <a:pt x="144780" y="53340"/>
                    <a:pt x="135255" y="53340"/>
                  </a:cubicBezTo>
                  <a:cubicBezTo>
                    <a:pt x="111443" y="53340"/>
                    <a:pt x="101918" y="65723"/>
                    <a:pt x="101918" y="90488"/>
                  </a:cubicBezTo>
                  <a:lnTo>
                    <a:pt x="101918" y="126683"/>
                  </a:lnTo>
                  <a:lnTo>
                    <a:pt x="155257" y="126683"/>
                  </a:lnTo>
                  <a:lnTo>
                    <a:pt x="155257" y="178118"/>
                  </a:lnTo>
                  <a:lnTo>
                    <a:pt x="102870" y="178118"/>
                  </a:lnTo>
                  <a:lnTo>
                    <a:pt x="102870" y="393383"/>
                  </a:lnTo>
                  <a:lnTo>
                    <a:pt x="40957" y="393383"/>
                  </a:lnTo>
                  <a:lnTo>
                    <a:pt x="40957" y="179070"/>
                  </a:lnTo>
                  <a:lnTo>
                    <a:pt x="0" y="179070"/>
                  </a:lnTo>
                  <a:lnTo>
                    <a:pt x="0" y="126683"/>
                  </a:lnTo>
                  <a:lnTo>
                    <a:pt x="40957" y="126683"/>
                  </a:lnTo>
                  <a:lnTo>
                    <a:pt x="40957" y="88583"/>
                  </a:lnTo>
                  <a:cubicBezTo>
                    <a:pt x="40957" y="33338"/>
                    <a:pt x="65722" y="0"/>
                    <a:pt x="125730" y="0"/>
                  </a:cubicBezTo>
                  <a:cubicBezTo>
                    <a:pt x="139065" y="0"/>
                    <a:pt x="152400" y="1905"/>
                    <a:pt x="162877" y="5715"/>
                  </a:cubicBezTo>
                  <a:lnTo>
                    <a:pt x="162877" y="581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A06D570A-B13C-44B1-87AF-99795C3F8598}"/>
                </a:ext>
              </a:extLst>
            </p:cNvPr>
            <p:cNvSpPr/>
            <p:nvPr/>
          </p:nvSpPr>
          <p:spPr>
            <a:xfrm>
              <a:off x="978598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1922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483891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platzhalter 167">
            <a:extLst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165" name="Bildplatzhalter 60">
            <a:extLst>
              <a:ext uri="{FF2B5EF4-FFF2-40B4-BE49-F238E27FC236}">
                <a16:creationId xmlns:a16="http://schemas.microsoft.com/office/drawing/2014/main" id="{F018B551-27B5-4B00-BF39-7527999917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1DC1BF-B7B9-4143-AFEB-7D1D6C73E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63" y="2913731"/>
            <a:ext cx="4979505" cy="1030539"/>
          </a:xfrm>
        </p:spPr>
        <p:txBody>
          <a:bodyPr wrap="none" tIns="0" rIns="0"/>
          <a:lstStyle>
            <a:lvl1pPr algn="l">
              <a:lnSpc>
                <a:spcPct val="11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Willkommen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DB0B422D-422E-4796-8EA3-E0C93BC35646}"/>
              </a:ext>
            </a:extLst>
          </p:cNvPr>
          <p:cNvSpPr/>
          <p:nvPr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B1A981A-C15F-48BC-856D-45BFDE402164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CA1B7D91-52B4-4C4E-9872-DAE627C5BD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D5301F3-CDC0-4F62-A7F3-64DF1FAFB6C3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141" name="Grafik 3">
            <a:extLst>
              <a:ext uri="{FF2B5EF4-FFF2-40B4-BE49-F238E27FC236}">
                <a16:creationId xmlns:a16="http://schemas.microsoft.com/office/drawing/2014/main" id="{6137700A-CC4E-43C0-A285-5EB4C4D8DB59}"/>
              </a:ext>
            </a:extLst>
          </p:cNvPr>
          <p:cNvGrpSpPr/>
          <p:nvPr userDrawn="1"/>
        </p:nvGrpSpPr>
        <p:grpSpPr>
          <a:xfrm>
            <a:off x="520163" y="293688"/>
            <a:ext cx="2589683" cy="327844"/>
            <a:chOff x="2269806" y="2525076"/>
            <a:chExt cx="7681912" cy="972502"/>
          </a:xfrm>
          <a:solidFill>
            <a:schemeClr val="tx1"/>
          </a:solidFill>
        </p:grpSpPr>
        <p:sp>
          <p:nvSpPr>
            <p:cNvPr id="142" name="Freihandform: Form 141">
              <a:extLst>
                <a:ext uri="{FF2B5EF4-FFF2-40B4-BE49-F238E27FC236}">
                  <a16:creationId xmlns:a16="http://schemas.microsoft.com/office/drawing/2014/main" id="{6B91A8CD-98F6-42A3-800A-C635CCA88734}"/>
                </a:ext>
              </a:extLst>
            </p:cNvPr>
            <p:cNvSpPr/>
            <p:nvPr/>
          </p:nvSpPr>
          <p:spPr>
            <a:xfrm>
              <a:off x="2269806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3" name="Freihandform: Form 142">
              <a:extLst>
                <a:ext uri="{FF2B5EF4-FFF2-40B4-BE49-F238E27FC236}">
                  <a16:creationId xmlns:a16="http://schemas.microsoft.com/office/drawing/2014/main" id="{549274FD-58DD-4FAF-8D02-55582E234285}"/>
                </a:ext>
              </a:extLst>
            </p:cNvPr>
            <p:cNvSpPr/>
            <p:nvPr/>
          </p:nvSpPr>
          <p:spPr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4" name="Freihandform: Form 143">
              <a:extLst>
                <a:ext uri="{FF2B5EF4-FFF2-40B4-BE49-F238E27FC236}">
                  <a16:creationId xmlns:a16="http://schemas.microsoft.com/office/drawing/2014/main" id="{3AAA0352-F104-41B2-BE0F-3590B98C7C9D}"/>
                </a:ext>
              </a:extLst>
            </p:cNvPr>
            <p:cNvSpPr/>
            <p:nvPr/>
          </p:nvSpPr>
          <p:spPr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5" name="Freihandform: Form 144">
              <a:extLst>
                <a:ext uri="{FF2B5EF4-FFF2-40B4-BE49-F238E27FC236}">
                  <a16:creationId xmlns:a16="http://schemas.microsoft.com/office/drawing/2014/main" id="{3E814530-3828-4A24-BE5E-FCABE419B518}"/>
                </a:ext>
              </a:extLst>
            </p:cNvPr>
            <p:cNvSpPr/>
            <p:nvPr/>
          </p:nvSpPr>
          <p:spPr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6" name="Freihandform: Form 145">
              <a:extLst>
                <a:ext uri="{FF2B5EF4-FFF2-40B4-BE49-F238E27FC236}">
                  <a16:creationId xmlns:a16="http://schemas.microsoft.com/office/drawing/2014/main" id="{7B6A0E9B-656E-40B4-8D95-E6C5661FCAC0}"/>
                </a:ext>
              </a:extLst>
            </p:cNvPr>
            <p:cNvSpPr/>
            <p:nvPr/>
          </p:nvSpPr>
          <p:spPr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7" name="Freihandform: Form 146">
              <a:extLst>
                <a:ext uri="{FF2B5EF4-FFF2-40B4-BE49-F238E27FC236}">
                  <a16:creationId xmlns:a16="http://schemas.microsoft.com/office/drawing/2014/main" id="{8C6043E1-1047-4143-AE4E-40A9E12A9C03}"/>
                </a:ext>
              </a:extLst>
            </p:cNvPr>
            <p:cNvSpPr/>
            <p:nvPr/>
          </p:nvSpPr>
          <p:spPr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8" name="Freihandform: Form 147">
              <a:extLst>
                <a:ext uri="{FF2B5EF4-FFF2-40B4-BE49-F238E27FC236}">
                  <a16:creationId xmlns:a16="http://schemas.microsoft.com/office/drawing/2014/main" id="{8D5C9184-3CC4-4501-B870-F984583E988B}"/>
                </a:ext>
              </a:extLst>
            </p:cNvPr>
            <p:cNvSpPr/>
            <p:nvPr/>
          </p:nvSpPr>
          <p:spPr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9" name="Freihandform: Form 148">
              <a:extLst>
                <a:ext uri="{FF2B5EF4-FFF2-40B4-BE49-F238E27FC236}">
                  <a16:creationId xmlns:a16="http://schemas.microsoft.com/office/drawing/2014/main" id="{869AD892-F335-4BFB-8F2F-2EE8B8E5E8F0}"/>
                </a:ext>
              </a:extLst>
            </p:cNvPr>
            <p:cNvSpPr/>
            <p:nvPr/>
          </p:nvSpPr>
          <p:spPr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0" name="Freihandform: Form 149">
              <a:extLst>
                <a:ext uri="{FF2B5EF4-FFF2-40B4-BE49-F238E27FC236}">
                  <a16:creationId xmlns:a16="http://schemas.microsoft.com/office/drawing/2014/main" id="{D4F83502-E212-4AAA-A2E4-517247605A23}"/>
                </a:ext>
              </a:extLst>
            </p:cNvPr>
            <p:cNvSpPr/>
            <p:nvPr/>
          </p:nvSpPr>
          <p:spPr>
            <a:xfrm>
              <a:off x="4129087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1" name="Freihandform: Form 150">
              <a:extLst>
                <a:ext uri="{FF2B5EF4-FFF2-40B4-BE49-F238E27FC236}">
                  <a16:creationId xmlns:a16="http://schemas.microsoft.com/office/drawing/2014/main" id="{3EE3A909-5BA5-4896-A5F4-B99113BAD67A}"/>
                </a:ext>
              </a:extLst>
            </p:cNvPr>
            <p:cNvSpPr/>
            <p:nvPr/>
          </p:nvSpPr>
          <p:spPr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2" name="Freihandform: Form 151">
              <a:extLst>
                <a:ext uri="{FF2B5EF4-FFF2-40B4-BE49-F238E27FC236}">
                  <a16:creationId xmlns:a16="http://schemas.microsoft.com/office/drawing/2014/main" id="{C42CAE58-7688-4A42-9F49-7C1A17FEA91E}"/>
                </a:ext>
              </a:extLst>
            </p:cNvPr>
            <p:cNvSpPr/>
            <p:nvPr/>
          </p:nvSpPr>
          <p:spPr>
            <a:xfrm>
              <a:off x="4593906" y="2545079"/>
              <a:ext cx="342900" cy="368617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3" name="Freihandform: Form 152">
              <a:extLst>
                <a:ext uri="{FF2B5EF4-FFF2-40B4-BE49-F238E27FC236}">
                  <a16:creationId xmlns:a16="http://schemas.microsoft.com/office/drawing/2014/main" id="{F5E85483-C91D-49A4-ADA4-0BA16C3D9EF8}"/>
                </a:ext>
              </a:extLst>
            </p:cNvPr>
            <p:cNvSpPr/>
            <p:nvPr/>
          </p:nvSpPr>
          <p:spPr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4" name="Freihandform: Form 153">
              <a:extLst>
                <a:ext uri="{FF2B5EF4-FFF2-40B4-BE49-F238E27FC236}">
                  <a16:creationId xmlns:a16="http://schemas.microsoft.com/office/drawing/2014/main" id="{4B206A12-4618-42FB-8ECF-8ABE45C0411F}"/>
                </a:ext>
              </a:extLst>
            </p:cNvPr>
            <p:cNvSpPr/>
            <p:nvPr/>
          </p:nvSpPr>
          <p:spPr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5" name="Freihandform: Form 154">
              <a:extLst>
                <a:ext uri="{FF2B5EF4-FFF2-40B4-BE49-F238E27FC236}">
                  <a16:creationId xmlns:a16="http://schemas.microsoft.com/office/drawing/2014/main" id="{D534A7B6-93CE-44CF-B039-9BD62FFB1ABC}"/>
                </a:ext>
              </a:extLst>
            </p:cNvPr>
            <p:cNvSpPr/>
            <p:nvPr/>
          </p:nvSpPr>
          <p:spPr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6" name="Freihandform: Form 155">
              <a:extLst>
                <a:ext uri="{FF2B5EF4-FFF2-40B4-BE49-F238E27FC236}">
                  <a16:creationId xmlns:a16="http://schemas.microsoft.com/office/drawing/2014/main" id="{669E4AD7-9CBC-47E4-A150-82143670658B}"/>
                </a:ext>
              </a:extLst>
            </p:cNvPr>
            <p:cNvSpPr/>
            <p:nvPr/>
          </p:nvSpPr>
          <p:spPr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8103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7" name="Freihandform: Form 156">
              <a:extLst>
                <a:ext uri="{FF2B5EF4-FFF2-40B4-BE49-F238E27FC236}">
                  <a16:creationId xmlns:a16="http://schemas.microsoft.com/office/drawing/2014/main" id="{5E9FE3F8-CCF5-41E1-BF52-47B95AA3BBE8}"/>
                </a:ext>
              </a:extLst>
            </p:cNvPr>
            <p:cNvSpPr/>
            <p:nvPr/>
          </p:nvSpPr>
          <p:spPr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8" name="Freihandform: Form 157">
              <a:extLst>
                <a:ext uri="{FF2B5EF4-FFF2-40B4-BE49-F238E27FC236}">
                  <a16:creationId xmlns:a16="http://schemas.microsoft.com/office/drawing/2014/main" id="{3339F6C1-7626-466E-BDC4-6BC4655E6486}"/>
                </a:ext>
              </a:extLst>
            </p:cNvPr>
            <p:cNvSpPr/>
            <p:nvPr/>
          </p:nvSpPr>
          <p:spPr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9" name="Freihandform: Form 158">
              <a:extLst>
                <a:ext uri="{FF2B5EF4-FFF2-40B4-BE49-F238E27FC236}">
                  <a16:creationId xmlns:a16="http://schemas.microsoft.com/office/drawing/2014/main" id="{68752AFC-B321-4C30-8C54-CEC9D9023B13}"/>
                </a:ext>
              </a:extLst>
            </p:cNvPr>
            <p:cNvSpPr/>
            <p:nvPr/>
          </p:nvSpPr>
          <p:spPr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0" name="Freihandform: Form 159">
              <a:extLst>
                <a:ext uri="{FF2B5EF4-FFF2-40B4-BE49-F238E27FC236}">
                  <a16:creationId xmlns:a16="http://schemas.microsoft.com/office/drawing/2014/main" id="{EDB161CA-7E11-414E-B351-EAD8C9475A17}"/>
                </a:ext>
              </a:extLst>
            </p:cNvPr>
            <p:cNvSpPr/>
            <p:nvPr/>
          </p:nvSpPr>
          <p:spPr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EE44CDE7-39CA-422F-8718-5D4E4E698B9D}"/>
                </a:ext>
              </a:extLst>
            </p:cNvPr>
            <p:cNvSpPr/>
            <p:nvPr/>
          </p:nvSpPr>
          <p:spPr>
            <a:xfrm>
              <a:off x="711517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121B33D4-82BB-4EE8-8105-D9DB08B0048E}"/>
                </a:ext>
              </a:extLst>
            </p:cNvPr>
            <p:cNvSpPr/>
            <p:nvPr/>
          </p:nvSpPr>
          <p:spPr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B240D7B1-4B99-4E33-8513-9C4B65AB7A79}"/>
                </a:ext>
              </a:extLst>
            </p:cNvPr>
            <p:cNvSpPr/>
            <p:nvPr/>
          </p:nvSpPr>
          <p:spPr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AD00072F-DF48-47A5-B159-6A25EEBF77A8}"/>
                </a:ext>
              </a:extLst>
            </p:cNvPr>
            <p:cNvSpPr/>
            <p:nvPr/>
          </p:nvSpPr>
          <p:spPr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E3B21D0A-878A-4D2A-B912-C524217301EC}"/>
                </a:ext>
              </a:extLst>
            </p:cNvPr>
            <p:cNvSpPr/>
            <p:nvPr/>
          </p:nvSpPr>
          <p:spPr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56781AA2-902F-43E7-8524-0A4A2EE7F006}"/>
                </a:ext>
              </a:extLst>
            </p:cNvPr>
            <p:cNvSpPr/>
            <p:nvPr/>
          </p:nvSpPr>
          <p:spPr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BCD18816-7285-4DE9-9DDC-71EF7BEE33DB}"/>
                </a:ext>
              </a:extLst>
            </p:cNvPr>
            <p:cNvSpPr/>
            <p:nvPr/>
          </p:nvSpPr>
          <p:spPr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B29C4B1F-66D8-44B9-9DCB-5EA808143694}"/>
                </a:ext>
              </a:extLst>
            </p:cNvPr>
            <p:cNvSpPr/>
            <p:nvPr/>
          </p:nvSpPr>
          <p:spPr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F27F74A7-EBA9-4D92-B701-B68A25744794}"/>
                </a:ext>
              </a:extLst>
            </p:cNvPr>
            <p:cNvSpPr/>
            <p:nvPr/>
          </p:nvSpPr>
          <p:spPr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A8349EB6-FBD9-4892-B559-568CB7506698}"/>
                </a:ext>
              </a:extLst>
            </p:cNvPr>
            <p:cNvSpPr/>
            <p:nvPr/>
          </p:nvSpPr>
          <p:spPr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2423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6C7F7824-6B9B-46EF-A15D-FAB86FA0C8D3}"/>
                </a:ext>
              </a:extLst>
            </p:cNvPr>
            <p:cNvSpPr/>
            <p:nvPr/>
          </p:nvSpPr>
          <p:spPr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5735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B0287798-80E0-49AB-8FA9-A7802A4BA50D}"/>
                </a:ext>
              </a:extLst>
            </p:cNvPr>
            <p:cNvSpPr/>
            <p:nvPr/>
          </p:nvSpPr>
          <p:spPr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2423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A454F467-A1F4-4F72-9271-42EBD14BE8EB}"/>
                </a:ext>
              </a:extLst>
            </p:cNvPr>
            <p:cNvSpPr/>
            <p:nvPr/>
          </p:nvSpPr>
          <p:spPr>
            <a:xfrm>
              <a:off x="2269806" y="3121341"/>
              <a:ext cx="359092" cy="373379"/>
            </a:xfrm>
            <a:custGeom>
              <a:avLst/>
              <a:gdLst>
                <a:gd name="connsiteX0" fmla="*/ 0 w 359092"/>
                <a:gd name="connsiteY0" fmla="*/ 0 h 373379"/>
                <a:gd name="connsiteX1" fmla="*/ 79057 w 359092"/>
                <a:gd name="connsiteY1" fmla="*/ 0 h 373379"/>
                <a:gd name="connsiteX2" fmla="*/ 180022 w 359092"/>
                <a:gd name="connsiteY2" fmla="*/ 229553 h 373379"/>
                <a:gd name="connsiteX3" fmla="*/ 180975 w 359092"/>
                <a:gd name="connsiteY3" fmla="*/ 229553 h 373379"/>
                <a:gd name="connsiteX4" fmla="*/ 279083 w 359092"/>
                <a:gd name="connsiteY4" fmla="*/ 0 h 373379"/>
                <a:gd name="connsiteX5" fmla="*/ 359093 w 359092"/>
                <a:gd name="connsiteY5" fmla="*/ 0 h 373379"/>
                <a:gd name="connsiteX6" fmla="*/ 359093 w 359092"/>
                <a:gd name="connsiteY6" fmla="*/ 368617 h 373379"/>
                <a:gd name="connsiteX7" fmla="*/ 295275 w 359092"/>
                <a:gd name="connsiteY7" fmla="*/ 368617 h 373379"/>
                <a:gd name="connsiteX8" fmla="*/ 295275 w 359092"/>
                <a:gd name="connsiteY8" fmla="*/ 114300 h 373379"/>
                <a:gd name="connsiteX9" fmla="*/ 294322 w 359092"/>
                <a:gd name="connsiteY9" fmla="*/ 114300 h 373379"/>
                <a:gd name="connsiteX10" fmla="*/ 180975 w 359092"/>
                <a:gd name="connsiteY10" fmla="*/ 373380 h 373379"/>
                <a:gd name="connsiteX11" fmla="*/ 179070 w 359092"/>
                <a:gd name="connsiteY11" fmla="*/ 373380 h 373379"/>
                <a:gd name="connsiteX12" fmla="*/ 64770 w 359092"/>
                <a:gd name="connsiteY12" fmla="*/ 114300 h 373379"/>
                <a:gd name="connsiteX13" fmla="*/ 63818 w 359092"/>
                <a:gd name="connsiteY13" fmla="*/ 114300 h 373379"/>
                <a:gd name="connsiteX14" fmla="*/ 63818 w 359092"/>
                <a:gd name="connsiteY14" fmla="*/ 368617 h 373379"/>
                <a:gd name="connsiteX15" fmla="*/ 953 w 359092"/>
                <a:gd name="connsiteY15" fmla="*/ 368617 h 373379"/>
                <a:gd name="connsiteX16" fmla="*/ 953 w 359092"/>
                <a:gd name="connsiteY16" fmla="*/ 0 h 373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9092" h="373379">
                  <a:moveTo>
                    <a:pt x="0" y="0"/>
                  </a:moveTo>
                  <a:lnTo>
                    <a:pt x="79057" y="0"/>
                  </a:lnTo>
                  <a:lnTo>
                    <a:pt x="180022" y="229553"/>
                  </a:lnTo>
                  <a:lnTo>
                    <a:pt x="180975" y="229553"/>
                  </a:lnTo>
                  <a:lnTo>
                    <a:pt x="279083" y="0"/>
                  </a:lnTo>
                  <a:lnTo>
                    <a:pt x="359093" y="0"/>
                  </a:lnTo>
                  <a:lnTo>
                    <a:pt x="359093" y="368617"/>
                  </a:lnTo>
                  <a:lnTo>
                    <a:pt x="295275" y="368617"/>
                  </a:lnTo>
                  <a:lnTo>
                    <a:pt x="295275" y="114300"/>
                  </a:lnTo>
                  <a:lnTo>
                    <a:pt x="294322" y="114300"/>
                  </a:lnTo>
                  <a:lnTo>
                    <a:pt x="180975" y="373380"/>
                  </a:lnTo>
                  <a:lnTo>
                    <a:pt x="179070" y="373380"/>
                  </a:lnTo>
                  <a:lnTo>
                    <a:pt x="64770" y="114300"/>
                  </a:lnTo>
                  <a:lnTo>
                    <a:pt x="63818" y="114300"/>
                  </a:lnTo>
                  <a:lnTo>
                    <a:pt x="63818" y="368617"/>
                  </a:lnTo>
                  <a:lnTo>
                    <a:pt x="953" y="368617"/>
                  </a:lnTo>
                  <a:lnTo>
                    <a:pt x="95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283720D2-CFCA-4B1C-9031-8590404EC8CD}"/>
                </a:ext>
              </a:extLst>
            </p:cNvPr>
            <p:cNvSpPr/>
            <p:nvPr/>
          </p:nvSpPr>
          <p:spPr>
            <a:xfrm>
              <a:off x="2702241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2 h 279082"/>
                <a:gd name="connsiteX7" fmla="*/ 198120 w 242887"/>
                <a:gd name="connsiteY7" fmla="*/ 194310 h 279082"/>
                <a:gd name="connsiteX8" fmla="*/ 237173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2"/>
                    <a:pt x="132398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3" y="235267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89535" y="50482"/>
                    <a:pt x="67628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B4014799-7763-4F5E-B627-E20ED15E9164}"/>
                </a:ext>
              </a:extLst>
            </p:cNvPr>
            <p:cNvSpPr/>
            <p:nvPr/>
          </p:nvSpPr>
          <p:spPr>
            <a:xfrm>
              <a:off x="3000374" y="3101339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2 w 248602"/>
                <a:gd name="connsiteY14" fmla="*/ 305753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2" y="305753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2867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D9FDD39B-3138-4807-B4B3-385554B82372}"/>
                </a:ext>
              </a:extLst>
            </p:cNvPr>
            <p:cNvSpPr/>
            <p:nvPr/>
          </p:nvSpPr>
          <p:spPr>
            <a:xfrm>
              <a:off x="3323271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3 w 79057"/>
                <a:gd name="connsiteY6" fmla="*/ 384810 h 384809"/>
                <a:gd name="connsiteX7" fmla="*/ 8573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2E6C9DD6-5487-417E-9F60-2D6E8560168B}"/>
                </a:ext>
              </a:extLst>
            </p:cNvPr>
            <p:cNvSpPr/>
            <p:nvPr/>
          </p:nvSpPr>
          <p:spPr>
            <a:xfrm>
              <a:off x="3455669" y="3224212"/>
              <a:ext cx="211454" cy="265747"/>
            </a:xfrm>
            <a:custGeom>
              <a:avLst/>
              <a:gdLst>
                <a:gd name="connsiteX0" fmla="*/ 210502 w 211454"/>
                <a:gd name="connsiteY0" fmla="*/ 265747 h 265747"/>
                <a:gd name="connsiteX1" fmla="*/ 0 w 211454"/>
                <a:gd name="connsiteY1" fmla="*/ 265747 h 265747"/>
                <a:gd name="connsiteX2" fmla="*/ 0 w 211454"/>
                <a:gd name="connsiteY2" fmla="*/ 212408 h 265747"/>
                <a:gd name="connsiteX3" fmla="*/ 133350 w 211454"/>
                <a:gd name="connsiteY3" fmla="*/ 52388 h 265747"/>
                <a:gd name="connsiteX4" fmla="*/ 8572 w 211454"/>
                <a:gd name="connsiteY4" fmla="*/ 52388 h 265747"/>
                <a:gd name="connsiteX5" fmla="*/ 8572 w 211454"/>
                <a:gd name="connsiteY5" fmla="*/ 0 h 265747"/>
                <a:gd name="connsiteX6" fmla="*/ 209550 w 211454"/>
                <a:gd name="connsiteY6" fmla="*/ 0 h 265747"/>
                <a:gd name="connsiteX7" fmla="*/ 209550 w 211454"/>
                <a:gd name="connsiteY7" fmla="*/ 53340 h 265747"/>
                <a:gd name="connsiteX8" fmla="*/ 76200 w 211454"/>
                <a:gd name="connsiteY8" fmla="*/ 213360 h 265747"/>
                <a:gd name="connsiteX9" fmla="*/ 211455 w 211454"/>
                <a:gd name="connsiteY9" fmla="*/ 213360 h 265747"/>
                <a:gd name="connsiteX10" fmla="*/ 211455 w 211454"/>
                <a:gd name="connsiteY10" fmla="*/ 265747 h 26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1454" h="265747">
                  <a:moveTo>
                    <a:pt x="210502" y="265747"/>
                  </a:moveTo>
                  <a:lnTo>
                    <a:pt x="0" y="265747"/>
                  </a:lnTo>
                  <a:lnTo>
                    <a:pt x="0" y="212408"/>
                  </a:lnTo>
                  <a:lnTo>
                    <a:pt x="133350" y="52388"/>
                  </a:lnTo>
                  <a:lnTo>
                    <a:pt x="8572" y="52388"/>
                  </a:lnTo>
                  <a:lnTo>
                    <a:pt x="8572" y="0"/>
                  </a:lnTo>
                  <a:lnTo>
                    <a:pt x="209550" y="0"/>
                  </a:lnTo>
                  <a:lnTo>
                    <a:pt x="209550" y="53340"/>
                  </a:lnTo>
                  <a:lnTo>
                    <a:pt x="76200" y="213360"/>
                  </a:lnTo>
                  <a:lnTo>
                    <a:pt x="211455" y="213360"/>
                  </a:lnTo>
                  <a:lnTo>
                    <a:pt x="211455" y="26574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CDFEB6FA-3CAD-46B7-8D68-B7AA84793B04}"/>
                </a:ext>
              </a:extLst>
            </p:cNvPr>
            <p:cNvSpPr/>
            <p:nvPr/>
          </p:nvSpPr>
          <p:spPr>
            <a:xfrm>
              <a:off x="372236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9C49B8E4-8A51-4538-AE79-AF434DDED268}"/>
                </a:ext>
              </a:extLst>
            </p:cNvPr>
            <p:cNvSpPr/>
            <p:nvPr/>
          </p:nvSpPr>
          <p:spPr>
            <a:xfrm>
              <a:off x="3875721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C42CB422-11F2-4F02-8408-1968AE9F0B4A}"/>
                </a:ext>
              </a:extLst>
            </p:cNvPr>
            <p:cNvSpPr/>
            <p:nvPr/>
          </p:nvSpPr>
          <p:spPr>
            <a:xfrm>
              <a:off x="4173854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1438 w 79057"/>
                <a:gd name="connsiteY5" fmla="*/ 384810 h 384809"/>
                <a:gd name="connsiteX6" fmla="*/ 9525 w 79057"/>
                <a:gd name="connsiteY6" fmla="*/ 384810 h 384809"/>
                <a:gd name="connsiteX7" fmla="*/ 9525 w 79057"/>
                <a:gd name="connsiteY7" fmla="*/ 118110 h 384809"/>
                <a:gd name="connsiteX8" fmla="*/ 71438 w 79057"/>
                <a:gd name="connsiteY8" fmla="*/ 118110 h 384809"/>
                <a:gd name="connsiteX9" fmla="*/ 71438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1913" y="0"/>
                    <a:pt x="79058" y="16192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F0971886-809A-4633-B2A0-BFF14EF6EE8D}"/>
                </a:ext>
              </a:extLst>
            </p:cNvPr>
            <p:cNvSpPr/>
            <p:nvPr/>
          </p:nvSpPr>
          <p:spPr>
            <a:xfrm>
              <a:off x="43024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2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DE4E6EDF-3FCD-4859-A7FA-00DA1EA40453}"/>
                </a:ext>
              </a:extLst>
            </p:cNvPr>
            <p:cNvSpPr/>
            <p:nvPr/>
          </p:nvSpPr>
          <p:spPr>
            <a:xfrm>
              <a:off x="4558664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9B8E1A26-27B5-43EB-BCC4-C7EDD1745154}"/>
                </a:ext>
              </a:extLst>
            </p:cNvPr>
            <p:cNvSpPr/>
            <p:nvPr/>
          </p:nvSpPr>
          <p:spPr>
            <a:xfrm>
              <a:off x="4837746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C7350A6F-AEF2-40D5-B18A-25F40CB1AE29}"/>
                </a:ext>
              </a:extLst>
            </p:cNvPr>
            <p:cNvSpPr/>
            <p:nvPr/>
          </p:nvSpPr>
          <p:spPr>
            <a:xfrm>
              <a:off x="513111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94A77134-1757-4B16-9CCB-89DFC24F4583}"/>
                </a:ext>
              </a:extLst>
            </p:cNvPr>
            <p:cNvSpPr/>
            <p:nvPr/>
          </p:nvSpPr>
          <p:spPr>
            <a:xfrm>
              <a:off x="5601652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1E690A31-8E26-41E0-9B9F-013D263A32F0}"/>
                </a:ext>
              </a:extLst>
            </p:cNvPr>
            <p:cNvSpPr/>
            <p:nvPr/>
          </p:nvSpPr>
          <p:spPr>
            <a:xfrm>
              <a:off x="5844539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3352 h 279082"/>
                <a:gd name="connsiteX18" fmla="*/ 120967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8" y="52388"/>
                  </a:cubicBezTo>
                  <a:cubicBezTo>
                    <a:pt x="83820" y="52388"/>
                    <a:pt x="60007" y="58102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2"/>
                    <a:pt x="225742" y="102870"/>
                  </a:cubicBezTo>
                  <a:lnTo>
                    <a:pt x="225742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3352"/>
                  </a:lnTo>
                  <a:cubicBezTo>
                    <a:pt x="150495" y="149542"/>
                    <a:pt x="135255" y="148590"/>
                    <a:pt x="120967" y="148590"/>
                  </a:cubicBezTo>
                  <a:cubicBezTo>
                    <a:pt x="81915" y="148590"/>
                    <a:pt x="59055" y="163830"/>
                    <a:pt x="59055" y="192405"/>
                  </a:cubicBezTo>
                  <a:cubicBezTo>
                    <a:pt x="60007" y="217170"/>
                    <a:pt x="77153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483EEED3-728F-4244-95FE-E7CBB4E571FE}"/>
                </a:ext>
              </a:extLst>
            </p:cNvPr>
            <p:cNvSpPr/>
            <p:nvPr/>
          </p:nvSpPr>
          <p:spPr>
            <a:xfrm>
              <a:off x="6150292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525B4E81-689A-4F11-B3FC-0109065DF5A0}"/>
                </a:ext>
              </a:extLst>
            </p:cNvPr>
            <p:cNvSpPr/>
            <p:nvPr/>
          </p:nvSpPr>
          <p:spPr>
            <a:xfrm>
              <a:off x="6430327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9BD00AC2-D5A5-4018-8E4C-A3FE601BED21}"/>
                </a:ext>
              </a:extLst>
            </p:cNvPr>
            <p:cNvSpPr/>
            <p:nvPr/>
          </p:nvSpPr>
          <p:spPr>
            <a:xfrm>
              <a:off x="6739889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C6C38B0F-FAF9-4838-9513-DD81F66BE36C}"/>
                </a:ext>
              </a:extLst>
            </p:cNvPr>
            <p:cNvSpPr/>
            <p:nvPr/>
          </p:nvSpPr>
          <p:spPr>
            <a:xfrm>
              <a:off x="6856094" y="3138487"/>
              <a:ext cx="165735" cy="358140"/>
            </a:xfrm>
            <a:custGeom>
              <a:avLst/>
              <a:gdLst>
                <a:gd name="connsiteX0" fmla="*/ 165735 w 165735"/>
                <a:gd name="connsiteY0" fmla="*/ 295275 h 358140"/>
                <a:gd name="connsiteX1" fmla="*/ 165735 w 165735"/>
                <a:gd name="connsiteY1" fmla="*/ 348615 h 358140"/>
                <a:gd name="connsiteX2" fmla="*/ 113348 w 165735"/>
                <a:gd name="connsiteY2" fmla="*/ 358140 h 358140"/>
                <a:gd name="connsiteX3" fmla="*/ 40957 w 165735"/>
                <a:gd name="connsiteY3" fmla="*/ 282892 h 358140"/>
                <a:gd name="connsiteX4" fmla="*/ 40957 w 165735"/>
                <a:gd name="connsiteY4" fmla="*/ 137160 h 358140"/>
                <a:gd name="connsiteX5" fmla="*/ 0 w 165735"/>
                <a:gd name="connsiteY5" fmla="*/ 137160 h 358140"/>
                <a:gd name="connsiteX6" fmla="*/ 0 w 165735"/>
                <a:gd name="connsiteY6" fmla="*/ 85725 h 358140"/>
                <a:gd name="connsiteX7" fmla="*/ 40005 w 165735"/>
                <a:gd name="connsiteY7" fmla="*/ 85725 h 358140"/>
                <a:gd name="connsiteX8" fmla="*/ 40005 w 165735"/>
                <a:gd name="connsiteY8" fmla="*/ 13335 h 358140"/>
                <a:gd name="connsiteX9" fmla="*/ 101918 w 165735"/>
                <a:gd name="connsiteY9" fmla="*/ 0 h 358140"/>
                <a:gd name="connsiteX10" fmla="*/ 101918 w 165735"/>
                <a:gd name="connsiteY10" fmla="*/ 86677 h 358140"/>
                <a:gd name="connsiteX11" fmla="*/ 165735 w 165735"/>
                <a:gd name="connsiteY11" fmla="*/ 86677 h 358140"/>
                <a:gd name="connsiteX12" fmla="*/ 165735 w 165735"/>
                <a:gd name="connsiteY12" fmla="*/ 138113 h 358140"/>
                <a:gd name="connsiteX13" fmla="*/ 101918 w 165735"/>
                <a:gd name="connsiteY13" fmla="*/ 138113 h 358140"/>
                <a:gd name="connsiteX14" fmla="*/ 101918 w 165735"/>
                <a:gd name="connsiteY14" fmla="*/ 269558 h 358140"/>
                <a:gd name="connsiteX15" fmla="*/ 130493 w 165735"/>
                <a:gd name="connsiteY15" fmla="*/ 304800 h 358140"/>
                <a:gd name="connsiteX16" fmla="*/ 165735 w 165735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2422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29DECCA2-8126-4621-B1E9-225B9CC8BD1F}"/>
                </a:ext>
              </a:extLst>
            </p:cNvPr>
            <p:cNvSpPr/>
            <p:nvPr/>
          </p:nvSpPr>
          <p:spPr>
            <a:xfrm>
              <a:off x="7071359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2 w 225742"/>
                <a:gd name="connsiteY1" fmla="*/ 220980 h 386715"/>
                <a:gd name="connsiteX2" fmla="*/ 164782 w 225742"/>
                <a:gd name="connsiteY2" fmla="*/ 211455 h 386715"/>
                <a:gd name="connsiteX3" fmla="*/ 105727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2 w 225742"/>
                <a:gd name="connsiteY21" fmla="*/ 307658 h 386715"/>
                <a:gd name="connsiteX22" fmla="*/ 164782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2 w 225742"/>
                <a:gd name="connsiteY26" fmla="*/ 72390 h 386715"/>
                <a:gd name="connsiteX27" fmla="*/ 135255 w 225742"/>
                <a:gd name="connsiteY27" fmla="*/ 36195 h 386715"/>
                <a:gd name="connsiteX28" fmla="*/ 172402 w 225742"/>
                <a:gd name="connsiteY28" fmla="*/ 0 h 386715"/>
                <a:gd name="connsiteX29" fmla="*/ 209550 w 225742"/>
                <a:gd name="connsiteY29" fmla="*/ 36195 h 386715"/>
                <a:gd name="connsiteX30" fmla="*/ 172402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5735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2" y="340042"/>
                    <a:pt x="147638" y="328613"/>
                    <a:pt x="164782" y="307658"/>
                  </a:cubicBezTo>
                  <a:lnTo>
                    <a:pt x="164782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2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2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2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D9F48B69-C336-48B4-90B8-DF787E1ED845}"/>
                </a:ext>
              </a:extLst>
            </p:cNvPr>
            <p:cNvSpPr/>
            <p:nvPr/>
          </p:nvSpPr>
          <p:spPr>
            <a:xfrm>
              <a:off x="734567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2422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5856977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EA00-F8E5-4E05-9FF6-C36C32B81BAD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6332" y="1632184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332" y="2355533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332" y="3078882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6332" y="380223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6332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28657059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9943A-FE13-4159-9DE2-CC40F1C59D92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21" name="Bildplatzhalter 6">
            <a:extLst>
              <a:ext uri="{FF2B5EF4-FFF2-40B4-BE49-F238E27FC236}">
                <a16:creationId xmlns:a16="http://schemas.microsoft.com/office/drawing/2014/main" id="{8F4DFED6-EBAA-4D0C-A5C6-CD2902883FB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7542BA39-D316-470E-9589-E46EE29AC52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529879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8" y="2875002"/>
            <a:ext cx="11157743" cy="1107996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Kapiteltrenner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6B7E74-0805-4959-B4C8-E6B1F59AFD0A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987594-F169-42FB-8839-77BF8D405E37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Freihandform: Form 59">
            <a:extLst>
              <a:ext uri="{FF2B5EF4-FFF2-40B4-BE49-F238E27FC236}">
                <a16:creationId xmlns:a16="http://schemas.microsoft.com/office/drawing/2014/main" id="{40F781E3-735A-4333-AF8D-7842FE86295B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C156EC4-BDB3-4DEA-9B78-E98FCFD2F54B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9E9C384D-D46B-429F-9A97-86F6E3560F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64B7918E-86D1-49EB-8917-1468D42A6E25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1" name="Grafik 3">
            <a:extLst>
              <a:ext uri="{FF2B5EF4-FFF2-40B4-BE49-F238E27FC236}">
                <a16:creationId xmlns:a16="http://schemas.microsoft.com/office/drawing/2014/main" id="{37E6B3DF-5023-4389-B81D-D5693ABB5B67}"/>
              </a:ext>
            </a:extLst>
          </p:cNvPr>
          <p:cNvGrpSpPr/>
          <p:nvPr userDrawn="1"/>
        </p:nvGrpSpPr>
        <p:grpSpPr>
          <a:xfrm>
            <a:off x="520163" y="293688"/>
            <a:ext cx="2589683" cy="327844"/>
            <a:chOff x="2269806" y="2525076"/>
            <a:chExt cx="7681912" cy="972502"/>
          </a:xfrm>
          <a:solidFill>
            <a:schemeClr val="tx1"/>
          </a:solidFill>
        </p:grpSpPr>
        <p:sp>
          <p:nvSpPr>
            <p:cNvPr id="92" name="Freihandform: Form 91">
              <a:extLst>
                <a:ext uri="{FF2B5EF4-FFF2-40B4-BE49-F238E27FC236}">
                  <a16:creationId xmlns:a16="http://schemas.microsoft.com/office/drawing/2014/main" id="{DAED8277-653C-47D2-B038-A1B365F0C07B}"/>
                </a:ext>
              </a:extLst>
            </p:cNvPr>
            <p:cNvSpPr/>
            <p:nvPr/>
          </p:nvSpPr>
          <p:spPr>
            <a:xfrm>
              <a:off x="2269806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3" name="Freihandform: Form 92">
              <a:extLst>
                <a:ext uri="{FF2B5EF4-FFF2-40B4-BE49-F238E27FC236}">
                  <a16:creationId xmlns:a16="http://schemas.microsoft.com/office/drawing/2014/main" id="{5C92A5BB-6532-457C-BF70-CEA37B3D00B9}"/>
                </a:ext>
              </a:extLst>
            </p:cNvPr>
            <p:cNvSpPr/>
            <p:nvPr/>
          </p:nvSpPr>
          <p:spPr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0AD83E51-3651-43AF-A758-D8EAB7F1DE64}"/>
                </a:ext>
              </a:extLst>
            </p:cNvPr>
            <p:cNvSpPr/>
            <p:nvPr/>
          </p:nvSpPr>
          <p:spPr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FAE9DE47-2100-441A-AF8F-B6656A85A29E}"/>
                </a:ext>
              </a:extLst>
            </p:cNvPr>
            <p:cNvSpPr/>
            <p:nvPr/>
          </p:nvSpPr>
          <p:spPr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82F9C808-C971-4C71-8B8E-8E1522DEB033}"/>
                </a:ext>
              </a:extLst>
            </p:cNvPr>
            <p:cNvSpPr/>
            <p:nvPr/>
          </p:nvSpPr>
          <p:spPr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4A9192D8-3754-405F-94AA-F053F2FE3663}"/>
                </a:ext>
              </a:extLst>
            </p:cNvPr>
            <p:cNvSpPr/>
            <p:nvPr/>
          </p:nvSpPr>
          <p:spPr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DE3CCAF0-731A-462F-B849-752B7AAC53A8}"/>
                </a:ext>
              </a:extLst>
            </p:cNvPr>
            <p:cNvSpPr/>
            <p:nvPr/>
          </p:nvSpPr>
          <p:spPr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506E3476-867D-49C9-BD5E-B4FD54ED947D}"/>
                </a:ext>
              </a:extLst>
            </p:cNvPr>
            <p:cNvSpPr/>
            <p:nvPr/>
          </p:nvSpPr>
          <p:spPr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7C93A481-2E85-4A20-A917-C5A1CC10727E}"/>
                </a:ext>
              </a:extLst>
            </p:cNvPr>
            <p:cNvSpPr/>
            <p:nvPr/>
          </p:nvSpPr>
          <p:spPr>
            <a:xfrm>
              <a:off x="4129087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C75B00E1-A444-45AA-B896-18C695BD10C5}"/>
                </a:ext>
              </a:extLst>
            </p:cNvPr>
            <p:cNvSpPr/>
            <p:nvPr/>
          </p:nvSpPr>
          <p:spPr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6F38E875-EDA6-45E4-830B-9D992D035F07}"/>
                </a:ext>
              </a:extLst>
            </p:cNvPr>
            <p:cNvSpPr/>
            <p:nvPr/>
          </p:nvSpPr>
          <p:spPr>
            <a:xfrm>
              <a:off x="4593906" y="2545079"/>
              <a:ext cx="342900" cy="368617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EB5182F2-73FB-4CB9-9E91-947D019A8F17}"/>
                </a:ext>
              </a:extLst>
            </p:cNvPr>
            <p:cNvSpPr/>
            <p:nvPr/>
          </p:nvSpPr>
          <p:spPr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067D886F-6FC9-401B-9251-AD38C062F481}"/>
                </a:ext>
              </a:extLst>
            </p:cNvPr>
            <p:cNvSpPr/>
            <p:nvPr/>
          </p:nvSpPr>
          <p:spPr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1795BE12-FA44-4375-99C7-2C21B9038021}"/>
                </a:ext>
              </a:extLst>
            </p:cNvPr>
            <p:cNvSpPr/>
            <p:nvPr/>
          </p:nvSpPr>
          <p:spPr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CC4F8284-C36D-43D0-94D8-3341EC9E4FDA}"/>
                </a:ext>
              </a:extLst>
            </p:cNvPr>
            <p:cNvSpPr/>
            <p:nvPr/>
          </p:nvSpPr>
          <p:spPr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8103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D739AA9B-F674-4AC7-9697-E665D1C5E54E}"/>
                </a:ext>
              </a:extLst>
            </p:cNvPr>
            <p:cNvSpPr/>
            <p:nvPr/>
          </p:nvSpPr>
          <p:spPr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87A3CBCA-9587-4F2E-89F4-52C56F0E6676}"/>
                </a:ext>
              </a:extLst>
            </p:cNvPr>
            <p:cNvSpPr/>
            <p:nvPr/>
          </p:nvSpPr>
          <p:spPr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D20A0AC3-BB00-4222-8E0C-DF0BFFDC8108}"/>
                </a:ext>
              </a:extLst>
            </p:cNvPr>
            <p:cNvSpPr/>
            <p:nvPr/>
          </p:nvSpPr>
          <p:spPr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995FA418-1D22-47ED-8473-BF05C355BBCD}"/>
                </a:ext>
              </a:extLst>
            </p:cNvPr>
            <p:cNvSpPr/>
            <p:nvPr/>
          </p:nvSpPr>
          <p:spPr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2F468C89-F681-439A-98C4-0D6A60EE62FB}"/>
                </a:ext>
              </a:extLst>
            </p:cNvPr>
            <p:cNvSpPr/>
            <p:nvPr/>
          </p:nvSpPr>
          <p:spPr>
            <a:xfrm>
              <a:off x="711517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D04D7ADC-1CF7-4E3F-A016-713FACCEC586}"/>
                </a:ext>
              </a:extLst>
            </p:cNvPr>
            <p:cNvSpPr/>
            <p:nvPr/>
          </p:nvSpPr>
          <p:spPr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CECFFFB2-B9A1-420F-9BEE-D629610BD89B}"/>
                </a:ext>
              </a:extLst>
            </p:cNvPr>
            <p:cNvSpPr/>
            <p:nvPr/>
          </p:nvSpPr>
          <p:spPr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4F9FCDCD-D972-43CE-A40C-8CC813FDFD51}"/>
                </a:ext>
              </a:extLst>
            </p:cNvPr>
            <p:cNvSpPr/>
            <p:nvPr/>
          </p:nvSpPr>
          <p:spPr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3B066928-1E72-487B-AFB2-2C383A73BBC9}"/>
                </a:ext>
              </a:extLst>
            </p:cNvPr>
            <p:cNvSpPr/>
            <p:nvPr/>
          </p:nvSpPr>
          <p:spPr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AF415682-683E-4CEB-9D53-084796374DF1}"/>
                </a:ext>
              </a:extLst>
            </p:cNvPr>
            <p:cNvSpPr/>
            <p:nvPr/>
          </p:nvSpPr>
          <p:spPr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AB4C0555-F376-4AE3-9FC2-9D548F5895C3}"/>
                </a:ext>
              </a:extLst>
            </p:cNvPr>
            <p:cNvSpPr/>
            <p:nvPr/>
          </p:nvSpPr>
          <p:spPr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17A4FA34-7CC1-43D7-9085-E14A26FC9D71}"/>
                </a:ext>
              </a:extLst>
            </p:cNvPr>
            <p:cNvSpPr/>
            <p:nvPr/>
          </p:nvSpPr>
          <p:spPr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79E7E56E-40BD-4374-BF2B-EE9542AF8E66}"/>
                </a:ext>
              </a:extLst>
            </p:cNvPr>
            <p:cNvSpPr/>
            <p:nvPr/>
          </p:nvSpPr>
          <p:spPr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770D6381-A1FE-4650-9108-C09FA97B64F1}"/>
                </a:ext>
              </a:extLst>
            </p:cNvPr>
            <p:cNvSpPr/>
            <p:nvPr/>
          </p:nvSpPr>
          <p:spPr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2423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FB565826-CB23-4587-94FB-0DC86DDE3CE4}"/>
                </a:ext>
              </a:extLst>
            </p:cNvPr>
            <p:cNvSpPr/>
            <p:nvPr/>
          </p:nvSpPr>
          <p:spPr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5735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DD1E3C0D-9B7F-464A-AF5A-F74FF099F79A}"/>
                </a:ext>
              </a:extLst>
            </p:cNvPr>
            <p:cNvSpPr/>
            <p:nvPr/>
          </p:nvSpPr>
          <p:spPr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2423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27451BE7-0DEA-4CF8-9081-F22E71D71274}"/>
                </a:ext>
              </a:extLst>
            </p:cNvPr>
            <p:cNvSpPr/>
            <p:nvPr/>
          </p:nvSpPr>
          <p:spPr>
            <a:xfrm>
              <a:off x="2269806" y="3121341"/>
              <a:ext cx="359092" cy="373379"/>
            </a:xfrm>
            <a:custGeom>
              <a:avLst/>
              <a:gdLst>
                <a:gd name="connsiteX0" fmla="*/ 0 w 359092"/>
                <a:gd name="connsiteY0" fmla="*/ 0 h 373379"/>
                <a:gd name="connsiteX1" fmla="*/ 79057 w 359092"/>
                <a:gd name="connsiteY1" fmla="*/ 0 h 373379"/>
                <a:gd name="connsiteX2" fmla="*/ 180022 w 359092"/>
                <a:gd name="connsiteY2" fmla="*/ 229553 h 373379"/>
                <a:gd name="connsiteX3" fmla="*/ 180975 w 359092"/>
                <a:gd name="connsiteY3" fmla="*/ 229553 h 373379"/>
                <a:gd name="connsiteX4" fmla="*/ 279083 w 359092"/>
                <a:gd name="connsiteY4" fmla="*/ 0 h 373379"/>
                <a:gd name="connsiteX5" fmla="*/ 359093 w 359092"/>
                <a:gd name="connsiteY5" fmla="*/ 0 h 373379"/>
                <a:gd name="connsiteX6" fmla="*/ 359093 w 359092"/>
                <a:gd name="connsiteY6" fmla="*/ 368617 h 373379"/>
                <a:gd name="connsiteX7" fmla="*/ 295275 w 359092"/>
                <a:gd name="connsiteY7" fmla="*/ 368617 h 373379"/>
                <a:gd name="connsiteX8" fmla="*/ 295275 w 359092"/>
                <a:gd name="connsiteY8" fmla="*/ 114300 h 373379"/>
                <a:gd name="connsiteX9" fmla="*/ 294322 w 359092"/>
                <a:gd name="connsiteY9" fmla="*/ 114300 h 373379"/>
                <a:gd name="connsiteX10" fmla="*/ 180975 w 359092"/>
                <a:gd name="connsiteY10" fmla="*/ 373380 h 373379"/>
                <a:gd name="connsiteX11" fmla="*/ 179070 w 359092"/>
                <a:gd name="connsiteY11" fmla="*/ 373380 h 373379"/>
                <a:gd name="connsiteX12" fmla="*/ 64770 w 359092"/>
                <a:gd name="connsiteY12" fmla="*/ 114300 h 373379"/>
                <a:gd name="connsiteX13" fmla="*/ 63818 w 359092"/>
                <a:gd name="connsiteY13" fmla="*/ 114300 h 373379"/>
                <a:gd name="connsiteX14" fmla="*/ 63818 w 359092"/>
                <a:gd name="connsiteY14" fmla="*/ 368617 h 373379"/>
                <a:gd name="connsiteX15" fmla="*/ 953 w 359092"/>
                <a:gd name="connsiteY15" fmla="*/ 368617 h 373379"/>
                <a:gd name="connsiteX16" fmla="*/ 953 w 359092"/>
                <a:gd name="connsiteY16" fmla="*/ 0 h 373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9092" h="373379">
                  <a:moveTo>
                    <a:pt x="0" y="0"/>
                  </a:moveTo>
                  <a:lnTo>
                    <a:pt x="79057" y="0"/>
                  </a:lnTo>
                  <a:lnTo>
                    <a:pt x="180022" y="229553"/>
                  </a:lnTo>
                  <a:lnTo>
                    <a:pt x="180975" y="229553"/>
                  </a:lnTo>
                  <a:lnTo>
                    <a:pt x="279083" y="0"/>
                  </a:lnTo>
                  <a:lnTo>
                    <a:pt x="359093" y="0"/>
                  </a:lnTo>
                  <a:lnTo>
                    <a:pt x="359093" y="368617"/>
                  </a:lnTo>
                  <a:lnTo>
                    <a:pt x="295275" y="368617"/>
                  </a:lnTo>
                  <a:lnTo>
                    <a:pt x="295275" y="114300"/>
                  </a:lnTo>
                  <a:lnTo>
                    <a:pt x="294322" y="114300"/>
                  </a:lnTo>
                  <a:lnTo>
                    <a:pt x="180975" y="373380"/>
                  </a:lnTo>
                  <a:lnTo>
                    <a:pt x="179070" y="373380"/>
                  </a:lnTo>
                  <a:lnTo>
                    <a:pt x="64770" y="114300"/>
                  </a:lnTo>
                  <a:lnTo>
                    <a:pt x="63818" y="114300"/>
                  </a:lnTo>
                  <a:lnTo>
                    <a:pt x="63818" y="368617"/>
                  </a:lnTo>
                  <a:lnTo>
                    <a:pt x="953" y="368617"/>
                  </a:lnTo>
                  <a:lnTo>
                    <a:pt x="95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1D302C50-8640-4F59-84E8-36E787BA7CB4}"/>
                </a:ext>
              </a:extLst>
            </p:cNvPr>
            <p:cNvSpPr/>
            <p:nvPr/>
          </p:nvSpPr>
          <p:spPr>
            <a:xfrm>
              <a:off x="2702241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2 h 279082"/>
                <a:gd name="connsiteX7" fmla="*/ 198120 w 242887"/>
                <a:gd name="connsiteY7" fmla="*/ 194310 h 279082"/>
                <a:gd name="connsiteX8" fmla="*/ 237173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2"/>
                    <a:pt x="132398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3" y="235267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89535" y="50482"/>
                    <a:pt x="67628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FA0C7172-E728-4345-9EB9-B763EB657A4C}"/>
                </a:ext>
              </a:extLst>
            </p:cNvPr>
            <p:cNvSpPr/>
            <p:nvPr/>
          </p:nvSpPr>
          <p:spPr>
            <a:xfrm>
              <a:off x="3000374" y="3101339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2 w 248602"/>
                <a:gd name="connsiteY14" fmla="*/ 305753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2" y="305753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2867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7560A71D-130F-449E-9B2D-45E1FA681F0F}"/>
                </a:ext>
              </a:extLst>
            </p:cNvPr>
            <p:cNvSpPr/>
            <p:nvPr/>
          </p:nvSpPr>
          <p:spPr>
            <a:xfrm>
              <a:off x="3323271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3 w 79057"/>
                <a:gd name="connsiteY6" fmla="*/ 384810 h 384809"/>
                <a:gd name="connsiteX7" fmla="*/ 8573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1A034AAE-CC36-44D1-836B-C9672154B99C}"/>
                </a:ext>
              </a:extLst>
            </p:cNvPr>
            <p:cNvSpPr/>
            <p:nvPr/>
          </p:nvSpPr>
          <p:spPr>
            <a:xfrm>
              <a:off x="3455669" y="3224212"/>
              <a:ext cx="211454" cy="265747"/>
            </a:xfrm>
            <a:custGeom>
              <a:avLst/>
              <a:gdLst>
                <a:gd name="connsiteX0" fmla="*/ 210502 w 211454"/>
                <a:gd name="connsiteY0" fmla="*/ 265747 h 265747"/>
                <a:gd name="connsiteX1" fmla="*/ 0 w 211454"/>
                <a:gd name="connsiteY1" fmla="*/ 265747 h 265747"/>
                <a:gd name="connsiteX2" fmla="*/ 0 w 211454"/>
                <a:gd name="connsiteY2" fmla="*/ 212408 h 265747"/>
                <a:gd name="connsiteX3" fmla="*/ 133350 w 211454"/>
                <a:gd name="connsiteY3" fmla="*/ 52388 h 265747"/>
                <a:gd name="connsiteX4" fmla="*/ 8572 w 211454"/>
                <a:gd name="connsiteY4" fmla="*/ 52388 h 265747"/>
                <a:gd name="connsiteX5" fmla="*/ 8572 w 211454"/>
                <a:gd name="connsiteY5" fmla="*/ 0 h 265747"/>
                <a:gd name="connsiteX6" fmla="*/ 209550 w 211454"/>
                <a:gd name="connsiteY6" fmla="*/ 0 h 265747"/>
                <a:gd name="connsiteX7" fmla="*/ 209550 w 211454"/>
                <a:gd name="connsiteY7" fmla="*/ 53340 h 265747"/>
                <a:gd name="connsiteX8" fmla="*/ 76200 w 211454"/>
                <a:gd name="connsiteY8" fmla="*/ 213360 h 265747"/>
                <a:gd name="connsiteX9" fmla="*/ 211455 w 211454"/>
                <a:gd name="connsiteY9" fmla="*/ 213360 h 265747"/>
                <a:gd name="connsiteX10" fmla="*/ 211455 w 211454"/>
                <a:gd name="connsiteY10" fmla="*/ 265747 h 26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1454" h="265747">
                  <a:moveTo>
                    <a:pt x="210502" y="265747"/>
                  </a:moveTo>
                  <a:lnTo>
                    <a:pt x="0" y="265747"/>
                  </a:lnTo>
                  <a:lnTo>
                    <a:pt x="0" y="212408"/>
                  </a:lnTo>
                  <a:lnTo>
                    <a:pt x="133350" y="52388"/>
                  </a:lnTo>
                  <a:lnTo>
                    <a:pt x="8572" y="52388"/>
                  </a:lnTo>
                  <a:lnTo>
                    <a:pt x="8572" y="0"/>
                  </a:lnTo>
                  <a:lnTo>
                    <a:pt x="209550" y="0"/>
                  </a:lnTo>
                  <a:lnTo>
                    <a:pt x="209550" y="53340"/>
                  </a:lnTo>
                  <a:lnTo>
                    <a:pt x="76200" y="213360"/>
                  </a:lnTo>
                  <a:lnTo>
                    <a:pt x="211455" y="213360"/>
                  </a:lnTo>
                  <a:lnTo>
                    <a:pt x="211455" y="26574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C6D70CEE-A5F6-429D-8CAD-D64B6E3F5236}"/>
                </a:ext>
              </a:extLst>
            </p:cNvPr>
            <p:cNvSpPr/>
            <p:nvPr/>
          </p:nvSpPr>
          <p:spPr>
            <a:xfrm>
              <a:off x="372236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CD8B3A5C-E7FE-4826-BA96-35522A693DA6}"/>
                </a:ext>
              </a:extLst>
            </p:cNvPr>
            <p:cNvSpPr/>
            <p:nvPr/>
          </p:nvSpPr>
          <p:spPr>
            <a:xfrm>
              <a:off x="3875721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16294A6D-0599-48F4-9E25-DF46F942F3DD}"/>
                </a:ext>
              </a:extLst>
            </p:cNvPr>
            <p:cNvSpPr/>
            <p:nvPr/>
          </p:nvSpPr>
          <p:spPr>
            <a:xfrm>
              <a:off x="4173854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1438 w 79057"/>
                <a:gd name="connsiteY5" fmla="*/ 384810 h 384809"/>
                <a:gd name="connsiteX6" fmla="*/ 9525 w 79057"/>
                <a:gd name="connsiteY6" fmla="*/ 384810 h 384809"/>
                <a:gd name="connsiteX7" fmla="*/ 9525 w 79057"/>
                <a:gd name="connsiteY7" fmla="*/ 118110 h 384809"/>
                <a:gd name="connsiteX8" fmla="*/ 71438 w 79057"/>
                <a:gd name="connsiteY8" fmla="*/ 118110 h 384809"/>
                <a:gd name="connsiteX9" fmla="*/ 71438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1913" y="0"/>
                    <a:pt x="79058" y="16192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5503A72C-ADC9-40A2-B16B-83B1ACE63DD7}"/>
                </a:ext>
              </a:extLst>
            </p:cNvPr>
            <p:cNvSpPr/>
            <p:nvPr/>
          </p:nvSpPr>
          <p:spPr>
            <a:xfrm>
              <a:off x="43024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2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1AA51582-9061-45B0-9C3E-108F97B81C62}"/>
                </a:ext>
              </a:extLst>
            </p:cNvPr>
            <p:cNvSpPr/>
            <p:nvPr/>
          </p:nvSpPr>
          <p:spPr>
            <a:xfrm>
              <a:off x="4558664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A2C9D6E4-59B3-414F-A8E2-D27DC7CFE67E}"/>
                </a:ext>
              </a:extLst>
            </p:cNvPr>
            <p:cNvSpPr/>
            <p:nvPr/>
          </p:nvSpPr>
          <p:spPr>
            <a:xfrm>
              <a:off x="4837746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0D6ED093-8664-4317-B1E7-E8FAE51D600C}"/>
                </a:ext>
              </a:extLst>
            </p:cNvPr>
            <p:cNvSpPr/>
            <p:nvPr/>
          </p:nvSpPr>
          <p:spPr>
            <a:xfrm>
              <a:off x="513111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DB6025B4-5C05-4AF6-8667-2A4E502AE20E}"/>
                </a:ext>
              </a:extLst>
            </p:cNvPr>
            <p:cNvSpPr/>
            <p:nvPr/>
          </p:nvSpPr>
          <p:spPr>
            <a:xfrm>
              <a:off x="5601652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7F4DC551-B3E9-4D00-8D61-206ED592821B}"/>
                </a:ext>
              </a:extLst>
            </p:cNvPr>
            <p:cNvSpPr/>
            <p:nvPr/>
          </p:nvSpPr>
          <p:spPr>
            <a:xfrm>
              <a:off x="5844539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3352 h 279082"/>
                <a:gd name="connsiteX18" fmla="*/ 120967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8" y="52388"/>
                  </a:cubicBezTo>
                  <a:cubicBezTo>
                    <a:pt x="83820" y="52388"/>
                    <a:pt x="60007" y="58102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2"/>
                    <a:pt x="225742" y="102870"/>
                  </a:cubicBezTo>
                  <a:lnTo>
                    <a:pt x="225742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3352"/>
                  </a:lnTo>
                  <a:cubicBezTo>
                    <a:pt x="150495" y="149542"/>
                    <a:pt x="135255" y="148590"/>
                    <a:pt x="120967" y="148590"/>
                  </a:cubicBezTo>
                  <a:cubicBezTo>
                    <a:pt x="81915" y="148590"/>
                    <a:pt x="59055" y="163830"/>
                    <a:pt x="59055" y="192405"/>
                  </a:cubicBezTo>
                  <a:cubicBezTo>
                    <a:pt x="60007" y="217170"/>
                    <a:pt x="77153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5FDE9C04-36BF-475E-8DCB-FD0638FABB6B}"/>
                </a:ext>
              </a:extLst>
            </p:cNvPr>
            <p:cNvSpPr/>
            <p:nvPr/>
          </p:nvSpPr>
          <p:spPr>
            <a:xfrm>
              <a:off x="6150292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7CC26329-58FC-4D62-98EE-42F2B60B572E}"/>
                </a:ext>
              </a:extLst>
            </p:cNvPr>
            <p:cNvSpPr/>
            <p:nvPr/>
          </p:nvSpPr>
          <p:spPr>
            <a:xfrm>
              <a:off x="6430327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03842BEF-B994-4D4F-A6EA-60CEACBC26BC}"/>
                </a:ext>
              </a:extLst>
            </p:cNvPr>
            <p:cNvSpPr/>
            <p:nvPr/>
          </p:nvSpPr>
          <p:spPr>
            <a:xfrm>
              <a:off x="6739889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60B5D89D-F190-4A59-9F15-FACF108FD217}"/>
                </a:ext>
              </a:extLst>
            </p:cNvPr>
            <p:cNvSpPr/>
            <p:nvPr/>
          </p:nvSpPr>
          <p:spPr>
            <a:xfrm>
              <a:off x="6856094" y="3138487"/>
              <a:ext cx="165735" cy="358140"/>
            </a:xfrm>
            <a:custGeom>
              <a:avLst/>
              <a:gdLst>
                <a:gd name="connsiteX0" fmla="*/ 165735 w 165735"/>
                <a:gd name="connsiteY0" fmla="*/ 295275 h 358140"/>
                <a:gd name="connsiteX1" fmla="*/ 165735 w 165735"/>
                <a:gd name="connsiteY1" fmla="*/ 348615 h 358140"/>
                <a:gd name="connsiteX2" fmla="*/ 113348 w 165735"/>
                <a:gd name="connsiteY2" fmla="*/ 358140 h 358140"/>
                <a:gd name="connsiteX3" fmla="*/ 40957 w 165735"/>
                <a:gd name="connsiteY3" fmla="*/ 282892 h 358140"/>
                <a:gd name="connsiteX4" fmla="*/ 40957 w 165735"/>
                <a:gd name="connsiteY4" fmla="*/ 137160 h 358140"/>
                <a:gd name="connsiteX5" fmla="*/ 0 w 165735"/>
                <a:gd name="connsiteY5" fmla="*/ 137160 h 358140"/>
                <a:gd name="connsiteX6" fmla="*/ 0 w 165735"/>
                <a:gd name="connsiteY6" fmla="*/ 85725 h 358140"/>
                <a:gd name="connsiteX7" fmla="*/ 40005 w 165735"/>
                <a:gd name="connsiteY7" fmla="*/ 85725 h 358140"/>
                <a:gd name="connsiteX8" fmla="*/ 40005 w 165735"/>
                <a:gd name="connsiteY8" fmla="*/ 13335 h 358140"/>
                <a:gd name="connsiteX9" fmla="*/ 101918 w 165735"/>
                <a:gd name="connsiteY9" fmla="*/ 0 h 358140"/>
                <a:gd name="connsiteX10" fmla="*/ 101918 w 165735"/>
                <a:gd name="connsiteY10" fmla="*/ 86677 h 358140"/>
                <a:gd name="connsiteX11" fmla="*/ 165735 w 165735"/>
                <a:gd name="connsiteY11" fmla="*/ 86677 h 358140"/>
                <a:gd name="connsiteX12" fmla="*/ 165735 w 165735"/>
                <a:gd name="connsiteY12" fmla="*/ 138113 h 358140"/>
                <a:gd name="connsiteX13" fmla="*/ 101918 w 165735"/>
                <a:gd name="connsiteY13" fmla="*/ 138113 h 358140"/>
                <a:gd name="connsiteX14" fmla="*/ 101918 w 165735"/>
                <a:gd name="connsiteY14" fmla="*/ 269558 h 358140"/>
                <a:gd name="connsiteX15" fmla="*/ 130493 w 165735"/>
                <a:gd name="connsiteY15" fmla="*/ 304800 h 358140"/>
                <a:gd name="connsiteX16" fmla="*/ 165735 w 165735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2422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CEB17902-223E-4202-8701-F792034C4DDF}"/>
                </a:ext>
              </a:extLst>
            </p:cNvPr>
            <p:cNvSpPr/>
            <p:nvPr/>
          </p:nvSpPr>
          <p:spPr>
            <a:xfrm>
              <a:off x="7071359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2 w 225742"/>
                <a:gd name="connsiteY1" fmla="*/ 220980 h 386715"/>
                <a:gd name="connsiteX2" fmla="*/ 164782 w 225742"/>
                <a:gd name="connsiteY2" fmla="*/ 211455 h 386715"/>
                <a:gd name="connsiteX3" fmla="*/ 105727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2 w 225742"/>
                <a:gd name="connsiteY21" fmla="*/ 307658 h 386715"/>
                <a:gd name="connsiteX22" fmla="*/ 164782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2 w 225742"/>
                <a:gd name="connsiteY26" fmla="*/ 72390 h 386715"/>
                <a:gd name="connsiteX27" fmla="*/ 135255 w 225742"/>
                <a:gd name="connsiteY27" fmla="*/ 36195 h 386715"/>
                <a:gd name="connsiteX28" fmla="*/ 172402 w 225742"/>
                <a:gd name="connsiteY28" fmla="*/ 0 h 386715"/>
                <a:gd name="connsiteX29" fmla="*/ 209550 w 225742"/>
                <a:gd name="connsiteY29" fmla="*/ 36195 h 386715"/>
                <a:gd name="connsiteX30" fmla="*/ 172402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5735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2" y="340042"/>
                    <a:pt x="147638" y="328613"/>
                    <a:pt x="164782" y="307658"/>
                  </a:cubicBezTo>
                  <a:lnTo>
                    <a:pt x="164782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2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2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2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D805E5A2-ED12-433D-9020-609383C06DE8}"/>
                </a:ext>
              </a:extLst>
            </p:cNvPr>
            <p:cNvSpPr/>
            <p:nvPr/>
          </p:nvSpPr>
          <p:spPr>
            <a:xfrm>
              <a:off x="734567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2422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3594727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53AF1-C633-461E-ACFF-5AFBDFFA0015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25613776-0F22-42BA-AE5A-1B73727AAD1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788656BC-571E-48AD-A882-67551EA60E5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148641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5FD9E-6BE3-4D1A-AA44-86D4F1975D44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6329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6791738E-1095-45F8-98E2-D057FFD19CA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FC54F3FA-5C25-44AA-90BB-73B1AF78910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4498632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D8C84-E9D3-4309-A7EC-0F9ACF98214A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18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07242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2780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86333803-0B38-4F61-95AE-49DCFFD7FB8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95B4A737-48DD-4B17-9EE4-2BFBAEA3BA9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1037523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86225-D856-4E14-86B6-41B7AABB95E6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8D50DB04-91D7-4C23-96CE-09E0502D14C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1668C6C1-D6B3-4AA0-8796-F8CCC972780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8370351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8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AED20-A480-43B2-A4AB-B582F2F79E53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6331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C6D487A-3469-4A14-880C-0C0352BFC29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108D3B7E-E8A7-4B29-B063-A4BB038B400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729507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9" y="3431381"/>
            <a:ext cx="357120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74679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E2BAE-500C-470C-863A-D17D73DCD84D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1115774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05EC4CE8-43C6-428F-9E62-CB38E0CE644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B67A175-1D22-4413-9F52-E2DE02F0170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4926736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716FC-0CAB-4890-BB2E-C24F273B6A3D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06331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BF87D6FE-3E8F-49D4-B36A-217C95B23AF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1E2BFC85-9F5D-48DC-8AD9-31F8731D994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1181376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68A6-FD53-4FBE-943C-64428AB8F1E6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06305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12311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A7347480-9F70-4378-B138-B8B7C593F8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F9B81ED5-F90B-4E10-A216-1402013051A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5588135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9D2D9-4800-470A-BE03-7651C8FBA3C7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11155366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CA864028-DE14-4674-AA2E-E09C2B5EB69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6123857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15BC2-B98D-43EB-9492-A2038CEA2426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06330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E7E99F22-1523-43E5-AE41-9E7E4BDDCB6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0162498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DAC14-0C7A-473A-80CF-67CD1B7B5514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4861" y="1631156"/>
            <a:ext cx="3571200" cy="456962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8317" y="1631157"/>
            <a:ext cx="7363752" cy="4569620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7CDDF36A-B7A5-4E95-A5D6-07C5FCED28B4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EADA30F9-282E-42EE-B40C-6EC25D7E71A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8769911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Hellbla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B6BFB4-144E-44B8-8923-9ED8AA858AB2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925060-7FCF-4CBC-B0DA-0731E3E98579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BC19384B-1D95-4C0D-B3F0-61407A015F56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93DCB95B-459E-4AC2-8E4B-6C459242A95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9ECB07F-83AC-4A69-A930-C51459FBE5BA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EB6DF347-64CA-4BE1-8952-3E80EBD008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2628F6-8442-4626-962B-E947FDA8C0C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62053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D373-B0BD-44BE-8DE1-137264AB3BE3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18B908A7-A1D8-4FB7-9CB4-BDC3E20D2B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3F1156E9-9BD3-4A52-A0E9-EADD666CA5B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1350420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3A6B-65B8-4838-A35D-5D9C1B7906DD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/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„Mastertextformat bearbeiten“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F862885B-685B-4384-B9F0-6266AD0BDA7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B4B7054D-298D-4124-A74B-3C62E029C73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436690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167">
            <a:extLst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59" name="Bildplatzhalter 60">
            <a:extLst>
              <a:ext uri="{FF2B5EF4-FFF2-40B4-BE49-F238E27FC236}">
                <a16:creationId xmlns:a16="http://schemas.microsoft.com/office/drawing/2014/main" id="{92CE05A2-27DE-4191-8A63-5C7C7ACA37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CBD8B083-79E8-44E1-BA43-E993160F02E1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 dirty="0" smtClean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Vielen Dank</a:t>
            </a:r>
            <a:br>
              <a:rPr lang="de-DE" dirty="0"/>
            </a:br>
            <a:r>
              <a:rPr lang="de-DE" dirty="0"/>
              <a:t>für Ihre Aufmerksamkeit!</a:t>
            </a:r>
          </a:p>
        </p:txBody>
      </p:sp>
      <p:sp>
        <p:nvSpPr>
          <p:cNvPr id="58" name="Freihandform: Form 57">
            <a:extLst>
              <a:ext uri="{FF2B5EF4-FFF2-40B4-BE49-F238E27FC236}">
                <a16:creationId xmlns:a16="http://schemas.microsoft.com/office/drawing/2014/main" id="{1A7F7BEE-9A4B-44B2-960F-97720F4BC3DA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3" name="Grafik 3">
            <a:extLst>
              <a:ext uri="{FF2B5EF4-FFF2-40B4-BE49-F238E27FC236}">
                <a16:creationId xmlns:a16="http://schemas.microsoft.com/office/drawing/2014/main" id="{34779E26-A476-42EA-AD8D-4B07F6EB993B}"/>
              </a:ext>
            </a:extLst>
          </p:cNvPr>
          <p:cNvGrpSpPr/>
          <p:nvPr userDrawn="1"/>
        </p:nvGrpSpPr>
        <p:grpSpPr>
          <a:xfrm>
            <a:off x="520163" y="293688"/>
            <a:ext cx="2589683" cy="327844"/>
            <a:chOff x="2269806" y="2525076"/>
            <a:chExt cx="7681912" cy="972502"/>
          </a:xfrm>
          <a:solidFill>
            <a:schemeClr val="tx1"/>
          </a:solidFill>
        </p:grpSpPr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F8AF7F99-64EC-419E-A9FE-C7BE6D171430}"/>
                </a:ext>
              </a:extLst>
            </p:cNvPr>
            <p:cNvSpPr/>
            <p:nvPr/>
          </p:nvSpPr>
          <p:spPr>
            <a:xfrm>
              <a:off x="2269806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FDAED7EA-DCF7-4860-B84B-121D7047C943}"/>
                </a:ext>
              </a:extLst>
            </p:cNvPr>
            <p:cNvSpPr/>
            <p:nvPr/>
          </p:nvSpPr>
          <p:spPr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D8548502-EFF1-44E6-A928-F93F3B6F1EFE}"/>
                </a:ext>
              </a:extLst>
            </p:cNvPr>
            <p:cNvSpPr/>
            <p:nvPr/>
          </p:nvSpPr>
          <p:spPr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E12015F6-6ED8-4580-B33E-BEBFC6FDDA03}"/>
                </a:ext>
              </a:extLst>
            </p:cNvPr>
            <p:cNvSpPr/>
            <p:nvPr/>
          </p:nvSpPr>
          <p:spPr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DCA680B9-0002-469D-B19F-8AB1ABDFBDFA}"/>
                </a:ext>
              </a:extLst>
            </p:cNvPr>
            <p:cNvSpPr/>
            <p:nvPr/>
          </p:nvSpPr>
          <p:spPr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B551F0BB-C381-430F-81E6-0FAA45096EF2}"/>
                </a:ext>
              </a:extLst>
            </p:cNvPr>
            <p:cNvSpPr/>
            <p:nvPr/>
          </p:nvSpPr>
          <p:spPr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3AC38FBB-BE52-4B89-9B54-0948294853E3}"/>
                </a:ext>
              </a:extLst>
            </p:cNvPr>
            <p:cNvSpPr/>
            <p:nvPr/>
          </p:nvSpPr>
          <p:spPr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F9FD5BD7-B9C3-43E5-8516-25B362786EE0}"/>
                </a:ext>
              </a:extLst>
            </p:cNvPr>
            <p:cNvSpPr/>
            <p:nvPr/>
          </p:nvSpPr>
          <p:spPr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A8AF7167-E2F6-4B95-B4FB-C31F86B73E29}"/>
                </a:ext>
              </a:extLst>
            </p:cNvPr>
            <p:cNvSpPr/>
            <p:nvPr/>
          </p:nvSpPr>
          <p:spPr>
            <a:xfrm>
              <a:off x="4129087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CC128E6B-175C-415A-9742-57588087E605}"/>
                </a:ext>
              </a:extLst>
            </p:cNvPr>
            <p:cNvSpPr/>
            <p:nvPr/>
          </p:nvSpPr>
          <p:spPr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65A94EDD-4550-4A39-A867-4A8D6BBA9DFA}"/>
                </a:ext>
              </a:extLst>
            </p:cNvPr>
            <p:cNvSpPr/>
            <p:nvPr/>
          </p:nvSpPr>
          <p:spPr>
            <a:xfrm>
              <a:off x="4593906" y="2545079"/>
              <a:ext cx="342900" cy="368617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EA0347CB-06AA-463D-8B58-8B6629F36FC3}"/>
                </a:ext>
              </a:extLst>
            </p:cNvPr>
            <p:cNvSpPr/>
            <p:nvPr/>
          </p:nvSpPr>
          <p:spPr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29919BA9-FA5D-417E-B7D4-5AB0A600FDE4}"/>
                </a:ext>
              </a:extLst>
            </p:cNvPr>
            <p:cNvSpPr/>
            <p:nvPr/>
          </p:nvSpPr>
          <p:spPr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30556B4C-AC06-475E-A5F8-60FC751F3BA2}"/>
                </a:ext>
              </a:extLst>
            </p:cNvPr>
            <p:cNvSpPr/>
            <p:nvPr/>
          </p:nvSpPr>
          <p:spPr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FE1A8FD0-EE23-407A-B290-A55B79F58499}"/>
                </a:ext>
              </a:extLst>
            </p:cNvPr>
            <p:cNvSpPr/>
            <p:nvPr/>
          </p:nvSpPr>
          <p:spPr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8103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B80E6152-0944-43C9-A284-001F9AB95DA1}"/>
                </a:ext>
              </a:extLst>
            </p:cNvPr>
            <p:cNvSpPr/>
            <p:nvPr/>
          </p:nvSpPr>
          <p:spPr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4D1F8BA2-2302-4D66-95AA-E9110063E77F}"/>
                </a:ext>
              </a:extLst>
            </p:cNvPr>
            <p:cNvSpPr/>
            <p:nvPr/>
          </p:nvSpPr>
          <p:spPr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615AB86C-CC73-4CF0-BBB0-A3908BAB5E7E}"/>
                </a:ext>
              </a:extLst>
            </p:cNvPr>
            <p:cNvSpPr/>
            <p:nvPr/>
          </p:nvSpPr>
          <p:spPr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2" name="Freihandform: Form 111">
              <a:extLst>
                <a:ext uri="{FF2B5EF4-FFF2-40B4-BE49-F238E27FC236}">
                  <a16:creationId xmlns:a16="http://schemas.microsoft.com/office/drawing/2014/main" id="{E14FADC3-3A10-437F-9828-8A6A3FB9A133}"/>
                </a:ext>
              </a:extLst>
            </p:cNvPr>
            <p:cNvSpPr/>
            <p:nvPr/>
          </p:nvSpPr>
          <p:spPr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3" name="Freihandform: Form 112">
              <a:extLst>
                <a:ext uri="{FF2B5EF4-FFF2-40B4-BE49-F238E27FC236}">
                  <a16:creationId xmlns:a16="http://schemas.microsoft.com/office/drawing/2014/main" id="{85F3173C-710E-4BAE-AAEB-19FA56F0C963}"/>
                </a:ext>
              </a:extLst>
            </p:cNvPr>
            <p:cNvSpPr/>
            <p:nvPr/>
          </p:nvSpPr>
          <p:spPr>
            <a:xfrm>
              <a:off x="711517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2C3D6E61-85EB-405B-893B-F26EB72BAABC}"/>
                </a:ext>
              </a:extLst>
            </p:cNvPr>
            <p:cNvSpPr/>
            <p:nvPr/>
          </p:nvSpPr>
          <p:spPr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3C3AEADC-A3D3-456A-9957-A4E839B897F4}"/>
                </a:ext>
              </a:extLst>
            </p:cNvPr>
            <p:cNvSpPr/>
            <p:nvPr/>
          </p:nvSpPr>
          <p:spPr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256B0E1F-0AE2-4EE0-A8E6-C7D3A19B8EDB}"/>
                </a:ext>
              </a:extLst>
            </p:cNvPr>
            <p:cNvSpPr/>
            <p:nvPr/>
          </p:nvSpPr>
          <p:spPr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1E597644-4C56-413F-B61D-BB6A4A218715}"/>
                </a:ext>
              </a:extLst>
            </p:cNvPr>
            <p:cNvSpPr/>
            <p:nvPr/>
          </p:nvSpPr>
          <p:spPr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2594EEEE-C9AE-44FF-9237-725D045E495E}"/>
                </a:ext>
              </a:extLst>
            </p:cNvPr>
            <p:cNvSpPr/>
            <p:nvPr/>
          </p:nvSpPr>
          <p:spPr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269B8C1D-E7E6-41A7-B65F-E92630333CAD}"/>
                </a:ext>
              </a:extLst>
            </p:cNvPr>
            <p:cNvSpPr/>
            <p:nvPr/>
          </p:nvSpPr>
          <p:spPr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E9327CA4-0626-4305-8400-F3606E570A39}"/>
                </a:ext>
              </a:extLst>
            </p:cNvPr>
            <p:cNvSpPr/>
            <p:nvPr/>
          </p:nvSpPr>
          <p:spPr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4BAB7582-502F-4C33-BF2E-6A6C0D6D3E77}"/>
                </a:ext>
              </a:extLst>
            </p:cNvPr>
            <p:cNvSpPr/>
            <p:nvPr/>
          </p:nvSpPr>
          <p:spPr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7BF0676A-C499-46C7-87F5-268E3B0716C7}"/>
                </a:ext>
              </a:extLst>
            </p:cNvPr>
            <p:cNvSpPr/>
            <p:nvPr/>
          </p:nvSpPr>
          <p:spPr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2423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362D3462-3BB5-4D11-8E9C-AB6B60F6261F}"/>
                </a:ext>
              </a:extLst>
            </p:cNvPr>
            <p:cNvSpPr/>
            <p:nvPr/>
          </p:nvSpPr>
          <p:spPr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5735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19943262-94A9-46A3-BE23-E2560BE8AF56}"/>
                </a:ext>
              </a:extLst>
            </p:cNvPr>
            <p:cNvSpPr/>
            <p:nvPr/>
          </p:nvSpPr>
          <p:spPr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2423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20274D3E-3890-49F2-833D-9928CB4B7279}"/>
                </a:ext>
              </a:extLst>
            </p:cNvPr>
            <p:cNvSpPr/>
            <p:nvPr/>
          </p:nvSpPr>
          <p:spPr>
            <a:xfrm>
              <a:off x="2269806" y="3121341"/>
              <a:ext cx="359092" cy="373379"/>
            </a:xfrm>
            <a:custGeom>
              <a:avLst/>
              <a:gdLst>
                <a:gd name="connsiteX0" fmla="*/ 0 w 359092"/>
                <a:gd name="connsiteY0" fmla="*/ 0 h 373379"/>
                <a:gd name="connsiteX1" fmla="*/ 79057 w 359092"/>
                <a:gd name="connsiteY1" fmla="*/ 0 h 373379"/>
                <a:gd name="connsiteX2" fmla="*/ 180022 w 359092"/>
                <a:gd name="connsiteY2" fmla="*/ 229553 h 373379"/>
                <a:gd name="connsiteX3" fmla="*/ 180975 w 359092"/>
                <a:gd name="connsiteY3" fmla="*/ 229553 h 373379"/>
                <a:gd name="connsiteX4" fmla="*/ 279083 w 359092"/>
                <a:gd name="connsiteY4" fmla="*/ 0 h 373379"/>
                <a:gd name="connsiteX5" fmla="*/ 359093 w 359092"/>
                <a:gd name="connsiteY5" fmla="*/ 0 h 373379"/>
                <a:gd name="connsiteX6" fmla="*/ 359093 w 359092"/>
                <a:gd name="connsiteY6" fmla="*/ 368617 h 373379"/>
                <a:gd name="connsiteX7" fmla="*/ 295275 w 359092"/>
                <a:gd name="connsiteY7" fmla="*/ 368617 h 373379"/>
                <a:gd name="connsiteX8" fmla="*/ 295275 w 359092"/>
                <a:gd name="connsiteY8" fmla="*/ 114300 h 373379"/>
                <a:gd name="connsiteX9" fmla="*/ 294322 w 359092"/>
                <a:gd name="connsiteY9" fmla="*/ 114300 h 373379"/>
                <a:gd name="connsiteX10" fmla="*/ 180975 w 359092"/>
                <a:gd name="connsiteY10" fmla="*/ 373380 h 373379"/>
                <a:gd name="connsiteX11" fmla="*/ 179070 w 359092"/>
                <a:gd name="connsiteY11" fmla="*/ 373380 h 373379"/>
                <a:gd name="connsiteX12" fmla="*/ 64770 w 359092"/>
                <a:gd name="connsiteY12" fmla="*/ 114300 h 373379"/>
                <a:gd name="connsiteX13" fmla="*/ 63818 w 359092"/>
                <a:gd name="connsiteY13" fmla="*/ 114300 h 373379"/>
                <a:gd name="connsiteX14" fmla="*/ 63818 w 359092"/>
                <a:gd name="connsiteY14" fmla="*/ 368617 h 373379"/>
                <a:gd name="connsiteX15" fmla="*/ 953 w 359092"/>
                <a:gd name="connsiteY15" fmla="*/ 368617 h 373379"/>
                <a:gd name="connsiteX16" fmla="*/ 953 w 359092"/>
                <a:gd name="connsiteY16" fmla="*/ 0 h 373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9092" h="373379">
                  <a:moveTo>
                    <a:pt x="0" y="0"/>
                  </a:moveTo>
                  <a:lnTo>
                    <a:pt x="79057" y="0"/>
                  </a:lnTo>
                  <a:lnTo>
                    <a:pt x="180022" y="229553"/>
                  </a:lnTo>
                  <a:lnTo>
                    <a:pt x="180975" y="229553"/>
                  </a:lnTo>
                  <a:lnTo>
                    <a:pt x="279083" y="0"/>
                  </a:lnTo>
                  <a:lnTo>
                    <a:pt x="359093" y="0"/>
                  </a:lnTo>
                  <a:lnTo>
                    <a:pt x="359093" y="368617"/>
                  </a:lnTo>
                  <a:lnTo>
                    <a:pt x="295275" y="368617"/>
                  </a:lnTo>
                  <a:lnTo>
                    <a:pt x="295275" y="114300"/>
                  </a:lnTo>
                  <a:lnTo>
                    <a:pt x="294322" y="114300"/>
                  </a:lnTo>
                  <a:lnTo>
                    <a:pt x="180975" y="373380"/>
                  </a:lnTo>
                  <a:lnTo>
                    <a:pt x="179070" y="373380"/>
                  </a:lnTo>
                  <a:lnTo>
                    <a:pt x="64770" y="114300"/>
                  </a:lnTo>
                  <a:lnTo>
                    <a:pt x="63818" y="114300"/>
                  </a:lnTo>
                  <a:lnTo>
                    <a:pt x="63818" y="368617"/>
                  </a:lnTo>
                  <a:lnTo>
                    <a:pt x="953" y="368617"/>
                  </a:lnTo>
                  <a:lnTo>
                    <a:pt x="95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F5DE667E-B935-4405-BC8C-F21A4C493E94}"/>
                </a:ext>
              </a:extLst>
            </p:cNvPr>
            <p:cNvSpPr/>
            <p:nvPr/>
          </p:nvSpPr>
          <p:spPr>
            <a:xfrm>
              <a:off x="2702241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2 h 279082"/>
                <a:gd name="connsiteX7" fmla="*/ 198120 w 242887"/>
                <a:gd name="connsiteY7" fmla="*/ 194310 h 279082"/>
                <a:gd name="connsiteX8" fmla="*/ 237173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2"/>
                    <a:pt x="132398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3" y="235267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89535" y="50482"/>
                    <a:pt x="67628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D2928E97-2746-4149-BAE5-4AE6B968646B}"/>
                </a:ext>
              </a:extLst>
            </p:cNvPr>
            <p:cNvSpPr/>
            <p:nvPr/>
          </p:nvSpPr>
          <p:spPr>
            <a:xfrm>
              <a:off x="3000374" y="3101339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2 w 248602"/>
                <a:gd name="connsiteY14" fmla="*/ 305753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2" y="305753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2867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91513253-1B85-4489-B643-D8AEDC610F81}"/>
                </a:ext>
              </a:extLst>
            </p:cNvPr>
            <p:cNvSpPr/>
            <p:nvPr/>
          </p:nvSpPr>
          <p:spPr>
            <a:xfrm>
              <a:off x="3323271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3 w 79057"/>
                <a:gd name="connsiteY6" fmla="*/ 384810 h 384809"/>
                <a:gd name="connsiteX7" fmla="*/ 8573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C9291906-37D9-44EE-8FC6-C09841BC0716}"/>
                </a:ext>
              </a:extLst>
            </p:cNvPr>
            <p:cNvSpPr/>
            <p:nvPr/>
          </p:nvSpPr>
          <p:spPr>
            <a:xfrm>
              <a:off x="3455669" y="3224212"/>
              <a:ext cx="211454" cy="265747"/>
            </a:xfrm>
            <a:custGeom>
              <a:avLst/>
              <a:gdLst>
                <a:gd name="connsiteX0" fmla="*/ 210502 w 211454"/>
                <a:gd name="connsiteY0" fmla="*/ 265747 h 265747"/>
                <a:gd name="connsiteX1" fmla="*/ 0 w 211454"/>
                <a:gd name="connsiteY1" fmla="*/ 265747 h 265747"/>
                <a:gd name="connsiteX2" fmla="*/ 0 w 211454"/>
                <a:gd name="connsiteY2" fmla="*/ 212408 h 265747"/>
                <a:gd name="connsiteX3" fmla="*/ 133350 w 211454"/>
                <a:gd name="connsiteY3" fmla="*/ 52388 h 265747"/>
                <a:gd name="connsiteX4" fmla="*/ 8572 w 211454"/>
                <a:gd name="connsiteY4" fmla="*/ 52388 h 265747"/>
                <a:gd name="connsiteX5" fmla="*/ 8572 w 211454"/>
                <a:gd name="connsiteY5" fmla="*/ 0 h 265747"/>
                <a:gd name="connsiteX6" fmla="*/ 209550 w 211454"/>
                <a:gd name="connsiteY6" fmla="*/ 0 h 265747"/>
                <a:gd name="connsiteX7" fmla="*/ 209550 w 211454"/>
                <a:gd name="connsiteY7" fmla="*/ 53340 h 265747"/>
                <a:gd name="connsiteX8" fmla="*/ 76200 w 211454"/>
                <a:gd name="connsiteY8" fmla="*/ 213360 h 265747"/>
                <a:gd name="connsiteX9" fmla="*/ 211455 w 211454"/>
                <a:gd name="connsiteY9" fmla="*/ 213360 h 265747"/>
                <a:gd name="connsiteX10" fmla="*/ 211455 w 211454"/>
                <a:gd name="connsiteY10" fmla="*/ 265747 h 26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1454" h="265747">
                  <a:moveTo>
                    <a:pt x="210502" y="265747"/>
                  </a:moveTo>
                  <a:lnTo>
                    <a:pt x="0" y="265747"/>
                  </a:lnTo>
                  <a:lnTo>
                    <a:pt x="0" y="212408"/>
                  </a:lnTo>
                  <a:lnTo>
                    <a:pt x="133350" y="52388"/>
                  </a:lnTo>
                  <a:lnTo>
                    <a:pt x="8572" y="52388"/>
                  </a:lnTo>
                  <a:lnTo>
                    <a:pt x="8572" y="0"/>
                  </a:lnTo>
                  <a:lnTo>
                    <a:pt x="209550" y="0"/>
                  </a:lnTo>
                  <a:lnTo>
                    <a:pt x="209550" y="53340"/>
                  </a:lnTo>
                  <a:lnTo>
                    <a:pt x="76200" y="213360"/>
                  </a:lnTo>
                  <a:lnTo>
                    <a:pt x="211455" y="213360"/>
                  </a:lnTo>
                  <a:lnTo>
                    <a:pt x="211455" y="26574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DDE2B0C2-A6C9-4D64-A0F0-54264B64D1FB}"/>
                </a:ext>
              </a:extLst>
            </p:cNvPr>
            <p:cNvSpPr/>
            <p:nvPr/>
          </p:nvSpPr>
          <p:spPr>
            <a:xfrm>
              <a:off x="372236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E9CDB743-2203-45F3-9005-B6A6BEE56E6A}"/>
                </a:ext>
              </a:extLst>
            </p:cNvPr>
            <p:cNvSpPr/>
            <p:nvPr/>
          </p:nvSpPr>
          <p:spPr>
            <a:xfrm>
              <a:off x="3875721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A665084F-7B62-4FA3-819D-F0DD52EE3BC9}"/>
                </a:ext>
              </a:extLst>
            </p:cNvPr>
            <p:cNvSpPr/>
            <p:nvPr/>
          </p:nvSpPr>
          <p:spPr>
            <a:xfrm>
              <a:off x="4173854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1438 w 79057"/>
                <a:gd name="connsiteY5" fmla="*/ 384810 h 384809"/>
                <a:gd name="connsiteX6" fmla="*/ 9525 w 79057"/>
                <a:gd name="connsiteY6" fmla="*/ 384810 h 384809"/>
                <a:gd name="connsiteX7" fmla="*/ 9525 w 79057"/>
                <a:gd name="connsiteY7" fmla="*/ 118110 h 384809"/>
                <a:gd name="connsiteX8" fmla="*/ 71438 w 79057"/>
                <a:gd name="connsiteY8" fmla="*/ 118110 h 384809"/>
                <a:gd name="connsiteX9" fmla="*/ 71438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1913" y="0"/>
                    <a:pt x="79058" y="16192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71ED3F01-F23A-42F0-B153-318BBE6AD2DC}"/>
                </a:ext>
              </a:extLst>
            </p:cNvPr>
            <p:cNvSpPr/>
            <p:nvPr/>
          </p:nvSpPr>
          <p:spPr>
            <a:xfrm>
              <a:off x="43024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2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EDEAA916-72EC-431E-BC57-9F297CC81456}"/>
                </a:ext>
              </a:extLst>
            </p:cNvPr>
            <p:cNvSpPr/>
            <p:nvPr/>
          </p:nvSpPr>
          <p:spPr>
            <a:xfrm>
              <a:off x="4558664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CFC34AFA-C448-4AD5-8BB2-A737A249D9CF}"/>
                </a:ext>
              </a:extLst>
            </p:cNvPr>
            <p:cNvSpPr/>
            <p:nvPr/>
          </p:nvSpPr>
          <p:spPr>
            <a:xfrm>
              <a:off x="4837746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DB00A833-4342-43F0-97C0-45736A97759A}"/>
                </a:ext>
              </a:extLst>
            </p:cNvPr>
            <p:cNvSpPr/>
            <p:nvPr/>
          </p:nvSpPr>
          <p:spPr>
            <a:xfrm>
              <a:off x="513111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86CE2337-43AB-431F-A6B0-A234EE91C196}"/>
                </a:ext>
              </a:extLst>
            </p:cNvPr>
            <p:cNvSpPr/>
            <p:nvPr/>
          </p:nvSpPr>
          <p:spPr>
            <a:xfrm>
              <a:off x="5601652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BC3A9A0C-35DA-497E-AAEF-E8C16E3C88D6}"/>
                </a:ext>
              </a:extLst>
            </p:cNvPr>
            <p:cNvSpPr/>
            <p:nvPr/>
          </p:nvSpPr>
          <p:spPr>
            <a:xfrm>
              <a:off x="5844539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3352 h 279082"/>
                <a:gd name="connsiteX18" fmla="*/ 120967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8" y="52388"/>
                  </a:cubicBezTo>
                  <a:cubicBezTo>
                    <a:pt x="83820" y="52388"/>
                    <a:pt x="60007" y="58102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2"/>
                    <a:pt x="225742" y="102870"/>
                  </a:cubicBezTo>
                  <a:lnTo>
                    <a:pt x="225742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3352"/>
                  </a:lnTo>
                  <a:cubicBezTo>
                    <a:pt x="150495" y="149542"/>
                    <a:pt x="135255" y="148590"/>
                    <a:pt x="120967" y="148590"/>
                  </a:cubicBezTo>
                  <a:cubicBezTo>
                    <a:pt x="81915" y="148590"/>
                    <a:pt x="59055" y="163830"/>
                    <a:pt x="59055" y="192405"/>
                  </a:cubicBezTo>
                  <a:cubicBezTo>
                    <a:pt x="60007" y="217170"/>
                    <a:pt x="77153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8667A68B-9A78-450D-8063-29EB96A7534A}"/>
                </a:ext>
              </a:extLst>
            </p:cNvPr>
            <p:cNvSpPr/>
            <p:nvPr/>
          </p:nvSpPr>
          <p:spPr>
            <a:xfrm>
              <a:off x="6150292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C277A812-5920-496B-87C7-B393D29BE953}"/>
                </a:ext>
              </a:extLst>
            </p:cNvPr>
            <p:cNvSpPr/>
            <p:nvPr/>
          </p:nvSpPr>
          <p:spPr>
            <a:xfrm>
              <a:off x="6430327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19E2AB75-052F-40D2-A9F6-2026DB82E76E}"/>
                </a:ext>
              </a:extLst>
            </p:cNvPr>
            <p:cNvSpPr/>
            <p:nvPr/>
          </p:nvSpPr>
          <p:spPr>
            <a:xfrm>
              <a:off x="6739889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42D013DF-4D88-42F7-BA58-EB565F3484AD}"/>
                </a:ext>
              </a:extLst>
            </p:cNvPr>
            <p:cNvSpPr/>
            <p:nvPr/>
          </p:nvSpPr>
          <p:spPr>
            <a:xfrm>
              <a:off x="6856094" y="3138487"/>
              <a:ext cx="165735" cy="358140"/>
            </a:xfrm>
            <a:custGeom>
              <a:avLst/>
              <a:gdLst>
                <a:gd name="connsiteX0" fmla="*/ 165735 w 165735"/>
                <a:gd name="connsiteY0" fmla="*/ 295275 h 358140"/>
                <a:gd name="connsiteX1" fmla="*/ 165735 w 165735"/>
                <a:gd name="connsiteY1" fmla="*/ 348615 h 358140"/>
                <a:gd name="connsiteX2" fmla="*/ 113348 w 165735"/>
                <a:gd name="connsiteY2" fmla="*/ 358140 h 358140"/>
                <a:gd name="connsiteX3" fmla="*/ 40957 w 165735"/>
                <a:gd name="connsiteY3" fmla="*/ 282892 h 358140"/>
                <a:gd name="connsiteX4" fmla="*/ 40957 w 165735"/>
                <a:gd name="connsiteY4" fmla="*/ 137160 h 358140"/>
                <a:gd name="connsiteX5" fmla="*/ 0 w 165735"/>
                <a:gd name="connsiteY5" fmla="*/ 137160 h 358140"/>
                <a:gd name="connsiteX6" fmla="*/ 0 w 165735"/>
                <a:gd name="connsiteY6" fmla="*/ 85725 h 358140"/>
                <a:gd name="connsiteX7" fmla="*/ 40005 w 165735"/>
                <a:gd name="connsiteY7" fmla="*/ 85725 h 358140"/>
                <a:gd name="connsiteX8" fmla="*/ 40005 w 165735"/>
                <a:gd name="connsiteY8" fmla="*/ 13335 h 358140"/>
                <a:gd name="connsiteX9" fmla="*/ 101918 w 165735"/>
                <a:gd name="connsiteY9" fmla="*/ 0 h 358140"/>
                <a:gd name="connsiteX10" fmla="*/ 101918 w 165735"/>
                <a:gd name="connsiteY10" fmla="*/ 86677 h 358140"/>
                <a:gd name="connsiteX11" fmla="*/ 165735 w 165735"/>
                <a:gd name="connsiteY11" fmla="*/ 86677 h 358140"/>
                <a:gd name="connsiteX12" fmla="*/ 165735 w 165735"/>
                <a:gd name="connsiteY12" fmla="*/ 138113 h 358140"/>
                <a:gd name="connsiteX13" fmla="*/ 101918 w 165735"/>
                <a:gd name="connsiteY13" fmla="*/ 138113 h 358140"/>
                <a:gd name="connsiteX14" fmla="*/ 101918 w 165735"/>
                <a:gd name="connsiteY14" fmla="*/ 269558 h 358140"/>
                <a:gd name="connsiteX15" fmla="*/ 130493 w 165735"/>
                <a:gd name="connsiteY15" fmla="*/ 304800 h 358140"/>
                <a:gd name="connsiteX16" fmla="*/ 165735 w 165735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2422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ADEBF3C4-F570-40D5-B49F-FB772D6610F5}"/>
                </a:ext>
              </a:extLst>
            </p:cNvPr>
            <p:cNvSpPr/>
            <p:nvPr/>
          </p:nvSpPr>
          <p:spPr>
            <a:xfrm>
              <a:off x="7071359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2 w 225742"/>
                <a:gd name="connsiteY1" fmla="*/ 220980 h 386715"/>
                <a:gd name="connsiteX2" fmla="*/ 164782 w 225742"/>
                <a:gd name="connsiteY2" fmla="*/ 211455 h 386715"/>
                <a:gd name="connsiteX3" fmla="*/ 105727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2 w 225742"/>
                <a:gd name="connsiteY21" fmla="*/ 307658 h 386715"/>
                <a:gd name="connsiteX22" fmla="*/ 164782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2 w 225742"/>
                <a:gd name="connsiteY26" fmla="*/ 72390 h 386715"/>
                <a:gd name="connsiteX27" fmla="*/ 135255 w 225742"/>
                <a:gd name="connsiteY27" fmla="*/ 36195 h 386715"/>
                <a:gd name="connsiteX28" fmla="*/ 172402 w 225742"/>
                <a:gd name="connsiteY28" fmla="*/ 0 h 386715"/>
                <a:gd name="connsiteX29" fmla="*/ 209550 w 225742"/>
                <a:gd name="connsiteY29" fmla="*/ 36195 h 386715"/>
                <a:gd name="connsiteX30" fmla="*/ 172402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5735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2" y="340042"/>
                    <a:pt x="147638" y="328613"/>
                    <a:pt x="164782" y="307658"/>
                  </a:cubicBezTo>
                  <a:lnTo>
                    <a:pt x="164782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2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2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2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02E9FAD9-60AD-4C62-9E52-5842A2EDEEE4}"/>
                </a:ext>
              </a:extLst>
            </p:cNvPr>
            <p:cNvSpPr/>
            <p:nvPr/>
          </p:nvSpPr>
          <p:spPr>
            <a:xfrm>
              <a:off x="734567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2422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5370669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platzhalter 167">
            <a:extLst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165" name="Bildplatzhalter 60">
            <a:extLst>
              <a:ext uri="{FF2B5EF4-FFF2-40B4-BE49-F238E27FC236}">
                <a16:creationId xmlns:a16="http://schemas.microsoft.com/office/drawing/2014/main" id="{F018B551-27B5-4B00-BF39-7527999917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1DC1BF-B7B9-4143-AFEB-7D1D6C73E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63" y="2913731"/>
            <a:ext cx="4979505" cy="1030539"/>
          </a:xfrm>
        </p:spPr>
        <p:txBody>
          <a:bodyPr wrap="none" tIns="0" rIns="0"/>
          <a:lstStyle>
            <a:lvl1pPr algn="l">
              <a:lnSpc>
                <a:spcPct val="11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Willkommen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DB0B422D-422E-4796-8EA3-E0C93BC35646}"/>
              </a:ext>
            </a:extLst>
          </p:cNvPr>
          <p:cNvSpPr/>
          <p:nvPr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B1A981A-C15F-48BC-856D-45BFDE402164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CA1B7D91-52B4-4C4E-9872-DAE627C5BD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D5301F3-CDC0-4F62-A7F3-64DF1FAFB6C3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151" name="Grafik 3">
            <a:extLst>
              <a:ext uri="{FF2B5EF4-FFF2-40B4-BE49-F238E27FC236}">
                <a16:creationId xmlns:a16="http://schemas.microsoft.com/office/drawing/2014/main" id="{5ED2637B-07F7-4775-987A-93DC85F97AFC}"/>
              </a:ext>
            </a:extLst>
          </p:cNvPr>
          <p:cNvGrpSpPr/>
          <p:nvPr userDrawn="1"/>
        </p:nvGrpSpPr>
        <p:grpSpPr>
          <a:xfrm>
            <a:off x="520163" y="293688"/>
            <a:ext cx="2623087" cy="328167"/>
            <a:chOff x="2178367" y="2525076"/>
            <a:chExt cx="7773352" cy="972502"/>
          </a:xfrm>
          <a:solidFill>
            <a:schemeClr val="tx1"/>
          </a:solidFill>
        </p:grpSpPr>
        <p:sp>
          <p:nvSpPr>
            <p:cNvPr id="152" name="Freihandform: Form 151">
              <a:extLst>
                <a:ext uri="{FF2B5EF4-FFF2-40B4-BE49-F238E27FC236}">
                  <a16:creationId xmlns:a16="http://schemas.microsoft.com/office/drawing/2014/main" id="{8EE16B07-A759-4BBC-A314-9BCAD261EF08}"/>
                </a:ext>
              </a:extLst>
            </p:cNvPr>
            <p:cNvSpPr/>
            <p:nvPr/>
          </p:nvSpPr>
          <p:spPr>
            <a:xfrm>
              <a:off x="2178367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2 w 232409"/>
                <a:gd name="connsiteY1" fmla="*/ 60960 h 369569"/>
                <a:gd name="connsiteX2" fmla="*/ 65722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2 w 232409"/>
                <a:gd name="connsiteY5" fmla="*/ 212408 h 369569"/>
                <a:gd name="connsiteX6" fmla="*/ 65722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2" y="60960"/>
                  </a:lnTo>
                  <a:lnTo>
                    <a:pt x="65722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2" y="212408"/>
                  </a:lnTo>
                  <a:lnTo>
                    <a:pt x="65722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3" name="Freihandform: Form 152">
              <a:extLst>
                <a:ext uri="{FF2B5EF4-FFF2-40B4-BE49-F238E27FC236}">
                  <a16:creationId xmlns:a16="http://schemas.microsoft.com/office/drawing/2014/main" id="{B63840AC-1E7B-4C28-BC2C-1C0296567973}"/>
                </a:ext>
              </a:extLst>
            </p:cNvPr>
            <p:cNvSpPr/>
            <p:nvPr/>
          </p:nvSpPr>
          <p:spPr>
            <a:xfrm>
              <a:off x="2446972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4" name="Freihandform: Form 153">
              <a:extLst>
                <a:ext uri="{FF2B5EF4-FFF2-40B4-BE49-F238E27FC236}">
                  <a16:creationId xmlns:a16="http://schemas.microsoft.com/office/drawing/2014/main" id="{A4DA475E-3745-406F-88D2-74303AA02D0B}"/>
                </a:ext>
              </a:extLst>
            </p:cNvPr>
            <p:cNvSpPr/>
            <p:nvPr/>
          </p:nvSpPr>
          <p:spPr>
            <a:xfrm>
              <a:off x="2651759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5" name="Freihandform: Form 154">
              <a:extLst>
                <a:ext uri="{FF2B5EF4-FFF2-40B4-BE49-F238E27FC236}">
                  <a16:creationId xmlns:a16="http://schemas.microsoft.com/office/drawing/2014/main" id="{2524AFF1-A6EF-4725-B777-0C9645F467AE}"/>
                </a:ext>
              </a:extLst>
            </p:cNvPr>
            <p:cNvSpPr/>
            <p:nvPr/>
          </p:nvSpPr>
          <p:spPr>
            <a:xfrm>
              <a:off x="2787966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6" name="Freihandform: Form 155">
              <a:extLst>
                <a:ext uri="{FF2B5EF4-FFF2-40B4-BE49-F238E27FC236}">
                  <a16:creationId xmlns:a16="http://schemas.microsoft.com/office/drawing/2014/main" id="{31BE8262-CF45-420A-ACA3-A8F39E57A171}"/>
                </a:ext>
              </a:extLst>
            </p:cNvPr>
            <p:cNvSpPr/>
            <p:nvPr/>
          </p:nvSpPr>
          <p:spPr>
            <a:xfrm>
              <a:off x="30860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7" name="Freihandform: Form 156">
              <a:extLst>
                <a:ext uri="{FF2B5EF4-FFF2-40B4-BE49-F238E27FC236}">
                  <a16:creationId xmlns:a16="http://schemas.microsoft.com/office/drawing/2014/main" id="{1855C8A2-06ED-4920-8016-BD619D8D10E1}"/>
                </a:ext>
              </a:extLst>
            </p:cNvPr>
            <p:cNvSpPr/>
            <p:nvPr/>
          </p:nvSpPr>
          <p:spPr>
            <a:xfrm>
              <a:off x="341756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8" name="Freihandform: Form 157">
              <a:extLst>
                <a:ext uri="{FF2B5EF4-FFF2-40B4-BE49-F238E27FC236}">
                  <a16:creationId xmlns:a16="http://schemas.microsoft.com/office/drawing/2014/main" id="{1A266FFA-D919-4187-9FFE-9F96B3EEA0A8}"/>
                </a:ext>
              </a:extLst>
            </p:cNvPr>
            <p:cNvSpPr/>
            <p:nvPr/>
          </p:nvSpPr>
          <p:spPr>
            <a:xfrm>
              <a:off x="3622357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2 w 79057"/>
                <a:gd name="connsiteY6" fmla="*/ 384810 h 384810"/>
                <a:gd name="connsiteX7" fmla="*/ 8572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9" name="Freihandform: Form 158">
              <a:extLst>
                <a:ext uri="{FF2B5EF4-FFF2-40B4-BE49-F238E27FC236}">
                  <a16:creationId xmlns:a16="http://schemas.microsoft.com/office/drawing/2014/main" id="{16CA38C7-02DE-42D7-839D-4E104D320881}"/>
                </a:ext>
              </a:extLst>
            </p:cNvPr>
            <p:cNvSpPr/>
            <p:nvPr/>
          </p:nvSpPr>
          <p:spPr>
            <a:xfrm>
              <a:off x="3759516" y="2640329"/>
              <a:ext cx="224790" cy="280034"/>
            </a:xfrm>
            <a:custGeom>
              <a:avLst/>
              <a:gdLst>
                <a:gd name="connsiteX0" fmla="*/ 222885 w 224790"/>
                <a:gd name="connsiteY0" fmla="*/ 237172 h 280034"/>
                <a:gd name="connsiteX1" fmla="*/ 127635 w 224790"/>
                <a:gd name="connsiteY1" fmla="*/ 280035 h 280034"/>
                <a:gd name="connsiteX2" fmla="*/ 0 w 224790"/>
                <a:gd name="connsiteY2" fmla="*/ 140970 h 280034"/>
                <a:gd name="connsiteX3" fmla="*/ 128588 w 224790"/>
                <a:gd name="connsiteY3" fmla="*/ 0 h 280034"/>
                <a:gd name="connsiteX4" fmla="*/ 224790 w 224790"/>
                <a:gd name="connsiteY4" fmla="*/ 45720 h 280034"/>
                <a:gd name="connsiteX5" fmla="*/ 181928 w 224790"/>
                <a:gd name="connsiteY5" fmla="*/ 86678 h 280034"/>
                <a:gd name="connsiteX6" fmla="*/ 128588 w 224790"/>
                <a:gd name="connsiteY6" fmla="*/ 57150 h 280034"/>
                <a:gd name="connsiteX7" fmla="*/ 62865 w 224790"/>
                <a:gd name="connsiteY7" fmla="*/ 140018 h 280034"/>
                <a:gd name="connsiteX8" fmla="*/ 128588 w 224790"/>
                <a:gd name="connsiteY8" fmla="*/ 222885 h 280034"/>
                <a:gd name="connsiteX9" fmla="*/ 183833 w 224790"/>
                <a:gd name="connsiteY9" fmla="*/ 193358 h 280034"/>
                <a:gd name="connsiteX10" fmla="*/ 222885 w 224790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0" name="Freihandform: Form 159">
              <a:extLst>
                <a:ext uri="{FF2B5EF4-FFF2-40B4-BE49-F238E27FC236}">
                  <a16:creationId xmlns:a16="http://schemas.microsoft.com/office/drawing/2014/main" id="{A7E80BB0-7258-4BCD-AA21-9F28D0E1468E}"/>
                </a:ext>
              </a:extLst>
            </p:cNvPr>
            <p:cNvSpPr/>
            <p:nvPr/>
          </p:nvSpPr>
          <p:spPr>
            <a:xfrm>
              <a:off x="4038599" y="2525076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1310413C-FD25-48E9-A1EF-86367CAF5262}"/>
                </a:ext>
              </a:extLst>
            </p:cNvPr>
            <p:cNvSpPr/>
            <p:nvPr/>
          </p:nvSpPr>
          <p:spPr>
            <a:xfrm>
              <a:off x="4338637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DB821BE6-5A92-4DD1-99B4-168630F4D42E}"/>
                </a:ext>
              </a:extLst>
            </p:cNvPr>
            <p:cNvSpPr/>
            <p:nvPr/>
          </p:nvSpPr>
          <p:spPr>
            <a:xfrm>
              <a:off x="4502467" y="2545079"/>
              <a:ext cx="342900" cy="368617"/>
            </a:xfrm>
            <a:custGeom>
              <a:avLst/>
              <a:gdLst>
                <a:gd name="connsiteX0" fmla="*/ 136207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2 w 342900"/>
                <a:gd name="connsiteY4" fmla="*/ 290512 h 368617"/>
                <a:gd name="connsiteX5" fmla="*/ 96202 w 342900"/>
                <a:gd name="connsiteY5" fmla="*/ 290512 h 368617"/>
                <a:gd name="connsiteX6" fmla="*/ 69532 w 342900"/>
                <a:gd name="connsiteY6" fmla="*/ 368618 h 368617"/>
                <a:gd name="connsiteX7" fmla="*/ 0 w 342900"/>
                <a:gd name="connsiteY7" fmla="*/ 368618 h 368617"/>
                <a:gd name="connsiteX8" fmla="*/ 136207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7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7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2" y="290512"/>
                  </a:lnTo>
                  <a:lnTo>
                    <a:pt x="96202" y="290512"/>
                  </a:lnTo>
                  <a:lnTo>
                    <a:pt x="69532" y="368618"/>
                  </a:lnTo>
                  <a:lnTo>
                    <a:pt x="0" y="368618"/>
                  </a:lnTo>
                  <a:lnTo>
                    <a:pt x="136207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7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937D8227-F07D-4985-8720-D397D1BABF3C}"/>
                </a:ext>
              </a:extLst>
            </p:cNvPr>
            <p:cNvSpPr/>
            <p:nvPr/>
          </p:nvSpPr>
          <p:spPr>
            <a:xfrm>
              <a:off x="490061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D6ECD825-8509-4FC7-8F36-1388F0F441BA}"/>
                </a:ext>
              </a:extLst>
            </p:cNvPr>
            <p:cNvSpPr/>
            <p:nvPr/>
          </p:nvSpPr>
          <p:spPr>
            <a:xfrm>
              <a:off x="502919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556B67C4-1CE4-4FF5-B5B6-35A65D082FC7}"/>
                </a:ext>
              </a:extLst>
            </p:cNvPr>
            <p:cNvSpPr/>
            <p:nvPr/>
          </p:nvSpPr>
          <p:spPr>
            <a:xfrm>
              <a:off x="530637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3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3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A608E3BC-17FA-490E-98D4-A4EC5ADA8C54}"/>
                </a:ext>
              </a:extLst>
            </p:cNvPr>
            <p:cNvSpPr/>
            <p:nvPr/>
          </p:nvSpPr>
          <p:spPr>
            <a:xfrm>
              <a:off x="559496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5735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6A1B34C9-D7CE-4912-870A-D442BC7AC1C3}"/>
                </a:ext>
              </a:extLst>
            </p:cNvPr>
            <p:cNvSpPr/>
            <p:nvPr/>
          </p:nvSpPr>
          <p:spPr>
            <a:xfrm>
              <a:off x="5900737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DB6BBEE1-67DD-4150-84CA-F44265322768}"/>
                </a:ext>
              </a:extLst>
            </p:cNvPr>
            <p:cNvSpPr/>
            <p:nvPr/>
          </p:nvSpPr>
          <p:spPr>
            <a:xfrm>
              <a:off x="619505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BB36E697-0A79-445E-9543-822501A316D8}"/>
                </a:ext>
              </a:extLst>
            </p:cNvPr>
            <p:cNvSpPr/>
            <p:nvPr/>
          </p:nvSpPr>
          <p:spPr>
            <a:xfrm>
              <a:off x="651128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7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7" y="53340"/>
                    <a:pt x="242887" y="135255"/>
                  </a:cubicBezTo>
                  <a:cubicBezTo>
                    <a:pt x="242887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2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3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7628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3D6A5235-4406-49B8-9431-36103C871D41}"/>
                </a:ext>
              </a:extLst>
            </p:cNvPr>
            <p:cNvSpPr/>
            <p:nvPr/>
          </p:nvSpPr>
          <p:spPr>
            <a:xfrm>
              <a:off x="6824662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47C8A01E-4A50-4E72-95E6-1E6C059E4777}"/>
                </a:ext>
              </a:extLst>
            </p:cNvPr>
            <p:cNvSpPr/>
            <p:nvPr/>
          </p:nvSpPr>
          <p:spPr>
            <a:xfrm>
              <a:off x="7023734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9C00FF19-F5E2-41D0-A86A-587D215E4413}"/>
                </a:ext>
              </a:extLst>
            </p:cNvPr>
            <p:cNvSpPr/>
            <p:nvPr/>
          </p:nvSpPr>
          <p:spPr>
            <a:xfrm>
              <a:off x="723328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2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8965284B-B43E-4869-995E-03E9EF24FED9}"/>
                </a:ext>
              </a:extLst>
            </p:cNvPr>
            <p:cNvSpPr/>
            <p:nvPr/>
          </p:nvSpPr>
          <p:spPr>
            <a:xfrm>
              <a:off x="7605712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1CEDCCDB-6473-4929-A39A-339B891A4342}"/>
                </a:ext>
              </a:extLst>
            </p:cNvPr>
            <p:cNvSpPr/>
            <p:nvPr/>
          </p:nvSpPr>
          <p:spPr>
            <a:xfrm>
              <a:off x="790479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2 w 79057"/>
                <a:gd name="connsiteY6" fmla="*/ 384810 h 384810"/>
                <a:gd name="connsiteX7" fmla="*/ 8572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B12897B1-DBCD-4E91-B5A6-A1D097CC016F}"/>
                </a:ext>
              </a:extLst>
            </p:cNvPr>
            <p:cNvSpPr/>
            <p:nvPr/>
          </p:nvSpPr>
          <p:spPr>
            <a:xfrm>
              <a:off x="8027669" y="2647949"/>
              <a:ext cx="259080" cy="266700"/>
            </a:xfrm>
            <a:custGeom>
              <a:avLst/>
              <a:gdLst>
                <a:gd name="connsiteX0" fmla="*/ 259080 w 259080"/>
                <a:gd name="connsiteY0" fmla="*/ 0 h 266700"/>
                <a:gd name="connsiteX1" fmla="*/ 161925 w 259080"/>
                <a:gd name="connsiteY1" fmla="*/ 266700 h 266700"/>
                <a:gd name="connsiteX2" fmla="*/ 97155 w 259080"/>
                <a:gd name="connsiteY2" fmla="*/ 266700 h 266700"/>
                <a:gd name="connsiteX3" fmla="*/ 0 w 259080"/>
                <a:gd name="connsiteY3" fmla="*/ 0 h 266700"/>
                <a:gd name="connsiteX4" fmla="*/ 68580 w 259080"/>
                <a:gd name="connsiteY4" fmla="*/ 0 h 266700"/>
                <a:gd name="connsiteX5" fmla="*/ 129540 w 259080"/>
                <a:gd name="connsiteY5" fmla="*/ 193358 h 266700"/>
                <a:gd name="connsiteX6" fmla="*/ 130493 w 259080"/>
                <a:gd name="connsiteY6" fmla="*/ 193358 h 266700"/>
                <a:gd name="connsiteX7" fmla="*/ 191453 w 259080"/>
                <a:gd name="connsiteY7" fmla="*/ 0 h 266700"/>
                <a:gd name="connsiteX8" fmla="*/ 259080 w 259080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80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3" y="193358"/>
                  </a:lnTo>
                  <a:lnTo>
                    <a:pt x="191453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0F992F86-490C-49E8-A49C-EBE355E80549}"/>
                </a:ext>
              </a:extLst>
            </p:cNvPr>
            <p:cNvSpPr/>
            <p:nvPr/>
          </p:nvSpPr>
          <p:spPr>
            <a:xfrm>
              <a:off x="831532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A382B1E9-D95A-44CD-A2C1-B488EC588946}"/>
                </a:ext>
              </a:extLst>
            </p:cNvPr>
            <p:cNvSpPr/>
            <p:nvPr/>
          </p:nvSpPr>
          <p:spPr>
            <a:xfrm>
              <a:off x="862869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94A75078-E929-457E-A5DB-126D23196FA2}"/>
                </a:ext>
              </a:extLst>
            </p:cNvPr>
            <p:cNvSpPr/>
            <p:nvPr/>
          </p:nvSpPr>
          <p:spPr>
            <a:xfrm>
              <a:off x="8818244" y="2640329"/>
              <a:ext cx="205740" cy="280034"/>
            </a:xfrm>
            <a:custGeom>
              <a:avLst/>
              <a:gdLst>
                <a:gd name="connsiteX0" fmla="*/ 29528 w 205740"/>
                <a:gd name="connsiteY0" fmla="*/ 198120 h 280034"/>
                <a:gd name="connsiteX1" fmla="*/ 104775 w 205740"/>
                <a:gd name="connsiteY1" fmla="*/ 227647 h 280034"/>
                <a:gd name="connsiteX2" fmla="*/ 143828 w 205740"/>
                <a:gd name="connsiteY2" fmla="*/ 200978 h 280034"/>
                <a:gd name="connsiteX3" fmla="*/ 10478 w 205740"/>
                <a:gd name="connsiteY3" fmla="*/ 82868 h 280034"/>
                <a:gd name="connsiteX4" fmla="*/ 111443 w 205740"/>
                <a:gd name="connsiteY4" fmla="*/ 0 h 280034"/>
                <a:gd name="connsiteX5" fmla="*/ 203835 w 205740"/>
                <a:gd name="connsiteY5" fmla="*/ 27622 h 280034"/>
                <a:gd name="connsiteX6" fmla="*/ 174307 w 205740"/>
                <a:gd name="connsiteY6" fmla="*/ 76200 h 280034"/>
                <a:gd name="connsiteX7" fmla="*/ 110490 w 205740"/>
                <a:gd name="connsiteY7" fmla="*/ 52387 h 280034"/>
                <a:gd name="connsiteX8" fmla="*/ 72390 w 205740"/>
                <a:gd name="connsiteY8" fmla="*/ 77153 h 280034"/>
                <a:gd name="connsiteX9" fmla="*/ 205740 w 205740"/>
                <a:gd name="connsiteY9" fmla="*/ 195262 h 280034"/>
                <a:gd name="connsiteX10" fmla="*/ 102870 w 205740"/>
                <a:gd name="connsiteY10" fmla="*/ 280035 h 280034"/>
                <a:gd name="connsiteX11" fmla="*/ 0 w 205740"/>
                <a:gd name="connsiteY11" fmla="*/ 247650 h 280034"/>
                <a:gd name="connsiteX12" fmla="*/ 29528 w 205740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4">
                  <a:moveTo>
                    <a:pt x="29528" y="198120"/>
                  </a:moveTo>
                  <a:cubicBezTo>
                    <a:pt x="56198" y="218122"/>
                    <a:pt x="80963" y="227647"/>
                    <a:pt x="104775" y="227647"/>
                  </a:cubicBezTo>
                  <a:cubicBezTo>
                    <a:pt x="127635" y="227647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8" y="60007"/>
                    <a:pt x="130493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8" y="280035"/>
                    <a:pt x="31432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6E2FE959-5A44-4879-9A15-7D6AA4FA740D}"/>
                </a:ext>
              </a:extLst>
            </p:cNvPr>
            <p:cNvSpPr/>
            <p:nvPr/>
          </p:nvSpPr>
          <p:spPr>
            <a:xfrm>
              <a:off x="908208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EE630AD0-5153-4382-A12E-AD9144EBE047}"/>
                </a:ext>
              </a:extLst>
            </p:cNvPr>
            <p:cNvSpPr/>
            <p:nvPr/>
          </p:nvSpPr>
          <p:spPr>
            <a:xfrm>
              <a:off x="9205912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7 w 165735"/>
                <a:gd name="connsiteY3" fmla="*/ 282892 h 358139"/>
                <a:gd name="connsiteX4" fmla="*/ 40957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45CD047C-D0DA-46DE-AD6E-93892DEB2DA9}"/>
                </a:ext>
              </a:extLst>
            </p:cNvPr>
            <p:cNvSpPr/>
            <p:nvPr/>
          </p:nvSpPr>
          <p:spPr>
            <a:xfrm>
              <a:off x="942022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2 w 225742"/>
                <a:gd name="connsiteY1" fmla="*/ 220980 h 386714"/>
                <a:gd name="connsiteX2" fmla="*/ 164782 w 225742"/>
                <a:gd name="connsiteY2" fmla="*/ 211455 h 386714"/>
                <a:gd name="connsiteX3" fmla="*/ 105727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2 w 225742"/>
                <a:gd name="connsiteY21" fmla="*/ 307658 h 386714"/>
                <a:gd name="connsiteX22" fmla="*/ 164782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2 w 225742"/>
                <a:gd name="connsiteY26" fmla="*/ 72390 h 386714"/>
                <a:gd name="connsiteX27" fmla="*/ 135255 w 225742"/>
                <a:gd name="connsiteY27" fmla="*/ 36195 h 386714"/>
                <a:gd name="connsiteX28" fmla="*/ 172402 w 225742"/>
                <a:gd name="connsiteY28" fmla="*/ 0 h 386714"/>
                <a:gd name="connsiteX29" fmla="*/ 209550 w 225742"/>
                <a:gd name="connsiteY29" fmla="*/ 36195 h 386714"/>
                <a:gd name="connsiteX30" fmla="*/ 172402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2" y="340042"/>
                    <a:pt x="147638" y="328613"/>
                    <a:pt x="164782" y="307658"/>
                  </a:cubicBezTo>
                  <a:lnTo>
                    <a:pt x="164782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3367"/>
                    <a:pt x="59055" y="300990"/>
                  </a:cubicBezTo>
                  <a:cubicBezTo>
                    <a:pt x="59055" y="324803"/>
                    <a:pt x="77152" y="340042"/>
                    <a:pt x="103823" y="340042"/>
                  </a:cubicBezTo>
                  <a:close/>
                  <a:moveTo>
                    <a:pt x="172402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2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2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1DF65D36-B05E-4E89-BDB1-3C2FEE67475E}"/>
                </a:ext>
              </a:extLst>
            </p:cNvPr>
            <p:cNvSpPr/>
            <p:nvPr/>
          </p:nvSpPr>
          <p:spPr>
            <a:xfrm>
              <a:off x="9694544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7 w 165735"/>
                <a:gd name="connsiteY3" fmla="*/ 282892 h 358139"/>
                <a:gd name="connsiteX4" fmla="*/ 40957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EB490D5D-4736-4339-925F-F285DEBE385C}"/>
                </a:ext>
              </a:extLst>
            </p:cNvPr>
            <p:cNvSpPr/>
            <p:nvPr/>
          </p:nvSpPr>
          <p:spPr>
            <a:xfrm>
              <a:off x="2179319" y="3121341"/>
              <a:ext cx="292417" cy="369570"/>
            </a:xfrm>
            <a:custGeom>
              <a:avLst/>
              <a:gdLst>
                <a:gd name="connsiteX0" fmla="*/ 0 w 292417"/>
                <a:gd name="connsiteY0" fmla="*/ 0 h 369570"/>
                <a:gd name="connsiteX1" fmla="*/ 66675 w 292417"/>
                <a:gd name="connsiteY1" fmla="*/ 0 h 369570"/>
                <a:gd name="connsiteX2" fmla="*/ 230505 w 292417"/>
                <a:gd name="connsiteY2" fmla="*/ 257175 h 369570"/>
                <a:gd name="connsiteX3" fmla="*/ 231458 w 292417"/>
                <a:gd name="connsiteY3" fmla="*/ 257175 h 369570"/>
                <a:gd name="connsiteX4" fmla="*/ 229553 w 292417"/>
                <a:gd name="connsiteY4" fmla="*/ 0 h 369570"/>
                <a:gd name="connsiteX5" fmla="*/ 292418 w 292417"/>
                <a:gd name="connsiteY5" fmla="*/ 0 h 369570"/>
                <a:gd name="connsiteX6" fmla="*/ 292418 w 292417"/>
                <a:gd name="connsiteY6" fmla="*/ 368617 h 369570"/>
                <a:gd name="connsiteX7" fmla="*/ 227647 w 292417"/>
                <a:gd name="connsiteY7" fmla="*/ 368617 h 369570"/>
                <a:gd name="connsiteX8" fmla="*/ 63818 w 292417"/>
                <a:gd name="connsiteY8" fmla="*/ 110490 h 369570"/>
                <a:gd name="connsiteX9" fmla="*/ 62865 w 292417"/>
                <a:gd name="connsiteY9" fmla="*/ 110490 h 369570"/>
                <a:gd name="connsiteX10" fmla="*/ 63818 w 292417"/>
                <a:gd name="connsiteY10" fmla="*/ 369570 h 369570"/>
                <a:gd name="connsiteX11" fmla="*/ 0 w 292417"/>
                <a:gd name="connsiteY11" fmla="*/ 369570 h 369570"/>
                <a:gd name="connsiteX12" fmla="*/ 0 w 292417"/>
                <a:gd name="connsiteY12" fmla="*/ 0 h 36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2417" h="369570">
                  <a:moveTo>
                    <a:pt x="0" y="0"/>
                  </a:moveTo>
                  <a:lnTo>
                    <a:pt x="66675" y="0"/>
                  </a:lnTo>
                  <a:lnTo>
                    <a:pt x="230505" y="257175"/>
                  </a:lnTo>
                  <a:lnTo>
                    <a:pt x="231458" y="257175"/>
                  </a:lnTo>
                  <a:lnTo>
                    <a:pt x="229553" y="0"/>
                  </a:lnTo>
                  <a:lnTo>
                    <a:pt x="292418" y="0"/>
                  </a:lnTo>
                  <a:lnTo>
                    <a:pt x="292418" y="368617"/>
                  </a:lnTo>
                  <a:lnTo>
                    <a:pt x="227647" y="368617"/>
                  </a:lnTo>
                  <a:lnTo>
                    <a:pt x="63818" y="110490"/>
                  </a:lnTo>
                  <a:lnTo>
                    <a:pt x="62865" y="110490"/>
                  </a:lnTo>
                  <a:lnTo>
                    <a:pt x="63818" y="369570"/>
                  </a:lnTo>
                  <a:lnTo>
                    <a:pt x="0" y="3695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73411A6E-3B6F-4024-9CE6-F6370472904D}"/>
                </a:ext>
              </a:extLst>
            </p:cNvPr>
            <p:cNvSpPr/>
            <p:nvPr/>
          </p:nvSpPr>
          <p:spPr>
            <a:xfrm>
              <a:off x="2543174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3 w 225742"/>
                <a:gd name="connsiteY1" fmla="*/ 113347 h 279082"/>
                <a:gd name="connsiteX2" fmla="*/ 164783 w 225742"/>
                <a:gd name="connsiteY2" fmla="*/ 103822 h 279082"/>
                <a:gd name="connsiteX3" fmla="*/ 105727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3 w 225742"/>
                <a:gd name="connsiteY15" fmla="*/ 232410 h 279082"/>
                <a:gd name="connsiteX16" fmla="*/ 164783 w 225742"/>
                <a:gd name="connsiteY16" fmla="*/ 200025 h 279082"/>
                <a:gd name="connsiteX17" fmla="*/ 164783 w 225742"/>
                <a:gd name="connsiteY17" fmla="*/ 153352 h 279082"/>
                <a:gd name="connsiteX18" fmla="*/ 120967 w 225742"/>
                <a:gd name="connsiteY18" fmla="*/ 148590 h 279082"/>
                <a:gd name="connsiteX19" fmla="*/ 59055 w 225742"/>
                <a:gd name="connsiteY19" fmla="*/ 192405 h 279082"/>
                <a:gd name="connsiteX20" fmla="*/ 103823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3" y="113347"/>
                  </a:cubicBezTo>
                  <a:lnTo>
                    <a:pt x="164783" y="103822"/>
                  </a:lnTo>
                  <a:cubicBezTo>
                    <a:pt x="164783" y="69532"/>
                    <a:pt x="144780" y="52388"/>
                    <a:pt x="105727" y="52388"/>
                  </a:cubicBezTo>
                  <a:cubicBezTo>
                    <a:pt x="83820" y="52388"/>
                    <a:pt x="60008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2"/>
                    <a:pt x="225742" y="102870"/>
                  </a:cubicBezTo>
                  <a:lnTo>
                    <a:pt x="225742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3" y="232410"/>
                  </a:moveTo>
                  <a:cubicBezTo>
                    <a:pt x="126683" y="232410"/>
                    <a:pt x="147638" y="220980"/>
                    <a:pt x="164783" y="200025"/>
                  </a:cubicBezTo>
                  <a:lnTo>
                    <a:pt x="164783" y="153352"/>
                  </a:lnTo>
                  <a:cubicBezTo>
                    <a:pt x="150495" y="149542"/>
                    <a:pt x="135255" y="148590"/>
                    <a:pt x="120967" y="148590"/>
                  </a:cubicBezTo>
                  <a:cubicBezTo>
                    <a:pt x="81915" y="148590"/>
                    <a:pt x="59055" y="164783"/>
                    <a:pt x="59055" y="192405"/>
                  </a:cubicBezTo>
                  <a:cubicBezTo>
                    <a:pt x="59055" y="217170"/>
                    <a:pt x="76200" y="232410"/>
                    <a:pt x="103823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F5951FAF-F82F-4540-9DD6-D917FDD30674}"/>
                </a:ext>
              </a:extLst>
            </p:cNvPr>
            <p:cNvSpPr/>
            <p:nvPr/>
          </p:nvSpPr>
          <p:spPr>
            <a:xfrm>
              <a:off x="281749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EFCD3DA8-AF7F-4089-9A63-F59C7F1E0A37}"/>
                </a:ext>
              </a:extLst>
            </p:cNvPr>
            <p:cNvSpPr/>
            <p:nvPr/>
          </p:nvSpPr>
          <p:spPr>
            <a:xfrm>
              <a:off x="3038474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8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8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4F0E0CC6-4E11-4938-B832-2AA66A5C786A}"/>
                </a:ext>
              </a:extLst>
            </p:cNvPr>
            <p:cNvSpPr/>
            <p:nvPr/>
          </p:nvSpPr>
          <p:spPr>
            <a:xfrm>
              <a:off x="3348989" y="3216591"/>
              <a:ext cx="160019" cy="273367"/>
            </a:xfrm>
            <a:custGeom>
              <a:avLst/>
              <a:gdLst>
                <a:gd name="connsiteX0" fmla="*/ 160020 w 160019"/>
                <a:gd name="connsiteY0" fmla="*/ 5715 h 273367"/>
                <a:gd name="connsiteX1" fmla="*/ 150495 w 160019"/>
                <a:gd name="connsiteY1" fmla="*/ 69533 h 273367"/>
                <a:gd name="connsiteX2" fmla="*/ 116205 w 160019"/>
                <a:gd name="connsiteY2" fmla="*/ 60960 h 273367"/>
                <a:gd name="connsiteX3" fmla="*/ 61913 w 160019"/>
                <a:gd name="connsiteY3" fmla="*/ 136208 h 273367"/>
                <a:gd name="connsiteX4" fmla="*/ 61913 w 160019"/>
                <a:gd name="connsiteY4" fmla="*/ 273367 h 273367"/>
                <a:gd name="connsiteX5" fmla="*/ 0 w 160019"/>
                <a:gd name="connsiteY5" fmla="*/ 273367 h 273367"/>
                <a:gd name="connsiteX6" fmla="*/ 0 w 160019"/>
                <a:gd name="connsiteY6" fmla="*/ 6668 h 273367"/>
                <a:gd name="connsiteX7" fmla="*/ 60960 w 160019"/>
                <a:gd name="connsiteY7" fmla="*/ 6668 h 273367"/>
                <a:gd name="connsiteX8" fmla="*/ 60960 w 160019"/>
                <a:gd name="connsiteY8" fmla="*/ 40005 h 273367"/>
                <a:gd name="connsiteX9" fmla="*/ 61913 w 160019"/>
                <a:gd name="connsiteY9" fmla="*/ 40005 h 273367"/>
                <a:gd name="connsiteX10" fmla="*/ 131445 w 160019"/>
                <a:gd name="connsiteY10" fmla="*/ 0 h 273367"/>
                <a:gd name="connsiteX11" fmla="*/ 160020 w 160019"/>
                <a:gd name="connsiteY11" fmla="*/ 57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3367">
                  <a:moveTo>
                    <a:pt x="160020" y="5715"/>
                  </a:moveTo>
                  <a:lnTo>
                    <a:pt x="150495" y="69533"/>
                  </a:lnTo>
                  <a:cubicBezTo>
                    <a:pt x="140970" y="64770"/>
                    <a:pt x="129540" y="60960"/>
                    <a:pt x="116205" y="60960"/>
                  </a:cubicBezTo>
                  <a:cubicBezTo>
                    <a:pt x="73342" y="60960"/>
                    <a:pt x="61913" y="95250"/>
                    <a:pt x="61913" y="136208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8"/>
                  </a:lnTo>
                  <a:lnTo>
                    <a:pt x="60960" y="6668"/>
                  </a:lnTo>
                  <a:lnTo>
                    <a:pt x="60960" y="40005"/>
                  </a:lnTo>
                  <a:lnTo>
                    <a:pt x="61913" y="40005"/>
                  </a:lnTo>
                  <a:cubicBezTo>
                    <a:pt x="76200" y="15240"/>
                    <a:pt x="100965" y="0"/>
                    <a:pt x="131445" y="0"/>
                  </a:cubicBezTo>
                  <a:cubicBezTo>
                    <a:pt x="139065" y="0"/>
                    <a:pt x="150495" y="1905"/>
                    <a:pt x="160020" y="57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485FDD9B-14C1-4F9F-BB48-D94CA292EF5C}"/>
                </a:ext>
              </a:extLst>
            </p:cNvPr>
            <p:cNvSpPr/>
            <p:nvPr/>
          </p:nvSpPr>
          <p:spPr>
            <a:xfrm>
              <a:off x="3548062" y="3224212"/>
              <a:ext cx="376237" cy="266700"/>
            </a:xfrm>
            <a:custGeom>
              <a:avLst/>
              <a:gdLst>
                <a:gd name="connsiteX0" fmla="*/ 376238 w 376237"/>
                <a:gd name="connsiteY0" fmla="*/ 0 h 266700"/>
                <a:gd name="connsiteX1" fmla="*/ 297180 w 376237"/>
                <a:gd name="connsiteY1" fmla="*/ 266700 h 266700"/>
                <a:gd name="connsiteX2" fmla="*/ 237172 w 376237"/>
                <a:gd name="connsiteY2" fmla="*/ 266700 h 266700"/>
                <a:gd name="connsiteX3" fmla="*/ 188595 w 376237"/>
                <a:gd name="connsiteY3" fmla="*/ 81915 h 266700"/>
                <a:gd name="connsiteX4" fmla="*/ 187642 w 376237"/>
                <a:gd name="connsiteY4" fmla="*/ 81915 h 266700"/>
                <a:gd name="connsiteX5" fmla="*/ 139065 w 376237"/>
                <a:gd name="connsiteY5" fmla="*/ 266700 h 266700"/>
                <a:gd name="connsiteX6" fmla="*/ 79058 w 376237"/>
                <a:gd name="connsiteY6" fmla="*/ 266700 h 266700"/>
                <a:gd name="connsiteX7" fmla="*/ 0 w 376237"/>
                <a:gd name="connsiteY7" fmla="*/ 0 h 266700"/>
                <a:gd name="connsiteX8" fmla="*/ 65722 w 376237"/>
                <a:gd name="connsiteY8" fmla="*/ 0 h 266700"/>
                <a:gd name="connsiteX9" fmla="*/ 111442 w 376237"/>
                <a:gd name="connsiteY9" fmla="*/ 180022 h 266700"/>
                <a:gd name="connsiteX10" fmla="*/ 112395 w 376237"/>
                <a:gd name="connsiteY10" fmla="*/ 180022 h 266700"/>
                <a:gd name="connsiteX11" fmla="*/ 160020 w 376237"/>
                <a:gd name="connsiteY11" fmla="*/ 0 h 266700"/>
                <a:gd name="connsiteX12" fmla="*/ 217170 w 376237"/>
                <a:gd name="connsiteY12" fmla="*/ 0 h 266700"/>
                <a:gd name="connsiteX13" fmla="*/ 265747 w 376237"/>
                <a:gd name="connsiteY13" fmla="*/ 180022 h 266700"/>
                <a:gd name="connsiteX14" fmla="*/ 266700 w 376237"/>
                <a:gd name="connsiteY14" fmla="*/ 180022 h 266700"/>
                <a:gd name="connsiteX15" fmla="*/ 311467 w 376237"/>
                <a:gd name="connsiteY15" fmla="*/ 0 h 266700"/>
                <a:gd name="connsiteX16" fmla="*/ 376238 w 376237"/>
                <a:gd name="connsiteY1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237" h="266700">
                  <a:moveTo>
                    <a:pt x="376238" y="0"/>
                  </a:moveTo>
                  <a:lnTo>
                    <a:pt x="297180" y="266700"/>
                  </a:lnTo>
                  <a:lnTo>
                    <a:pt x="237172" y="266700"/>
                  </a:lnTo>
                  <a:lnTo>
                    <a:pt x="188595" y="81915"/>
                  </a:lnTo>
                  <a:lnTo>
                    <a:pt x="187642" y="81915"/>
                  </a:lnTo>
                  <a:lnTo>
                    <a:pt x="139065" y="266700"/>
                  </a:lnTo>
                  <a:lnTo>
                    <a:pt x="79058" y="266700"/>
                  </a:lnTo>
                  <a:lnTo>
                    <a:pt x="0" y="0"/>
                  </a:lnTo>
                  <a:lnTo>
                    <a:pt x="65722" y="0"/>
                  </a:lnTo>
                  <a:lnTo>
                    <a:pt x="111442" y="180022"/>
                  </a:lnTo>
                  <a:lnTo>
                    <a:pt x="112395" y="180022"/>
                  </a:lnTo>
                  <a:lnTo>
                    <a:pt x="160020" y="0"/>
                  </a:lnTo>
                  <a:lnTo>
                    <a:pt x="217170" y="0"/>
                  </a:lnTo>
                  <a:lnTo>
                    <a:pt x="265747" y="180022"/>
                  </a:lnTo>
                  <a:lnTo>
                    <a:pt x="266700" y="180022"/>
                  </a:lnTo>
                  <a:lnTo>
                    <a:pt x="311467" y="0"/>
                  </a:lnTo>
                  <a:lnTo>
                    <a:pt x="3762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AA31B10F-FD3B-48BC-9E7D-ED8D4E8246E4}"/>
                </a:ext>
              </a:extLst>
            </p:cNvPr>
            <p:cNvSpPr/>
            <p:nvPr/>
          </p:nvSpPr>
          <p:spPr>
            <a:xfrm>
              <a:off x="3970971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3 w 79057"/>
                <a:gd name="connsiteY6" fmla="*/ 384810 h 384809"/>
                <a:gd name="connsiteX7" fmla="*/ 8573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D4E63FFB-C322-4D48-BAC4-F9F4CE9CC98F}"/>
                </a:ext>
              </a:extLst>
            </p:cNvPr>
            <p:cNvSpPr/>
            <p:nvPr/>
          </p:nvSpPr>
          <p:spPr>
            <a:xfrm>
              <a:off x="4099559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9831F038-E584-4260-8C9F-E79A896D20C4}"/>
                </a:ext>
              </a:extLst>
            </p:cNvPr>
            <p:cNvSpPr/>
            <p:nvPr/>
          </p:nvSpPr>
          <p:spPr>
            <a:xfrm>
              <a:off x="4346256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D7315109-6E9F-48C3-898F-C1C492D1DEAB}"/>
                </a:ext>
              </a:extLst>
            </p:cNvPr>
            <p:cNvSpPr/>
            <p:nvPr/>
          </p:nvSpPr>
          <p:spPr>
            <a:xfrm>
              <a:off x="460152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3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89535" y="50482"/>
                    <a:pt x="67628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700FBD3F-6E1D-4AFC-9AAA-788473C4FF35}"/>
                </a:ext>
              </a:extLst>
            </p:cNvPr>
            <p:cNvSpPr/>
            <p:nvPr/>
          </p:nvSpPr>
          <p:spPr>
            <a:xfrm>
              <a:off x="4913946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91DD09B0-F370-4FAF-9908-33E0C9A5A1BC}"/>
                </a:ext>
              </a:extLst>
            </p:cNvPr>
            <p:cNvSpPr/>
            <p:nvPr/>
          </p:nvSpPr>
          <p:spPr>
            <a:xfrm>
              <a:off x="519874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CFC69081-2BBF-4A0F-8D5E-7C499C54182A}"/>
                </a:ext>
              </a:extLst>
            </p:cNvPr>
            <p:cNvSpPr/>
            <p:nvPr/>
          </p:nvSpPr>
          <p:spPr>
            <a:xfrm>
              <a:off x="5454967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C0D0C467-BF24-415D-A20C-A4B322A30D34}"/>
                </a:ext>
              </a:extLst>
            </p:cNvPr>
            <p:cNvSpPr/>
            <p:nvPr/>
          </p:nvSpPr>
          <p:spPr>
            <a:xfrm>
              <a:off x="5733096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2CCB0406-1162-417D-A7B5-56D204B932B7}"/>
                </a:ext>
              </a:extLst>
            </p:cNvPr>
            <p:cNvSpPr/>
            <p:nvPr/>
          </p:nvSpPr>
          <p:spPr>
            <a:xfrm>
              <a:off x="6023609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3 w 225742"/>
                <a:gd name="connsiteY1" fmla="*/ 113347 h 279082"/>
                <a:gd name="connsiteX2" fmla="*/ 164783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3 w 225742"/>
                <a:gd name="connsiteY7" fmla="*/ 102870 h 279082"/>
                <a:gd name="connsiteX8" fmla="*/ 225743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3 w 225742"/>
                <a:gd name="connsiteY16" fmla="*/ 200025 h 279082"/>
                <a:gd name="connsiteX17" fmla="*/ 164783 w 225742"/>
                <a:gd name="connsiteY17" fmla="*/ 153352 h 279082"/>
                <a:gd name="connsiteX18" fmla="*/ 120968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3" y="113347"/>
                  </a:cubicBezTo>
                  <a:lnTo>
                    <a:pt x="164783" y="103822"/>
                  </a:lnTo>
                  <a:cubicBezTo>
                    <a:pt x="164783" y="69532"/>
                    <a:pt x="144780" y="52388"/>
                    <a:pt x="105728" y="52388"/>
                  </a:cubicBezTo>
                  <a:cubicBezTo>
                    <a:pt x="83820" y="52388"/>
                    <a:pt x="60008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3" y="0"/>
                    <a:pt x="225743" y="35242"/>
                    <a:pt x="225743" y="102870"/>
                  </a:cubicBezTo>
                  <a:lnTo>
                    <a:pt x="225743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3" y="232410"/>
                    <a:pt x="147638" y="220980"/>
                    <a:pt x="164783" y="200025"/>
                  </a:cubicBezTo>
                  <a:lnTo>
                    <a:pt x="164783" y="153352"/>
                  </a:lnTo>
                  <a:cubicBezTo>
                    <a:pt x="150495" y="149542"/>
                    <a:pt x="135255" y="148590"/>
                    <a:pt x="120968" y="148590"/>
                  </a:cubicBezTo>
                  <a:cubicBezTo>
                    <a:pt x="81915" y="148590"/>
                    <a:pt x="59055" y="164783"/>
                    <a:pt x="59055" y="192405"/>
                  </a:cubicBezTo>
                  <a:cubicBezTo>
                    <a:pt x="60008" y="217170"/>
                    <a:pt x="77153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E1F5B04D-004B-4501-8B0F-D976156E7753}"/>
                </a:ext>
              </a:extLst>
            </p:cNvPr>
            <p:cNvSpPr/>
            <p:nvPr/>
          </p:nvSpPr>
          <p:spPr>
            <a:xfrm>
              <a:off x="6299834" y="3097529"/>
              <a:ext cx="162877" cy="391477"/>
            </a:xfrm>
            <a:custGeom>
              <a:avLst/>
              <a:gdLst>
                <a:gd name="connsiteX0" fmla="*/ 162878 w 162877"/>
                <a:gd name="connsiteY0" fmla="*/ 58103 h 391477"/>
                <a:gd name="connsiteX1" fmla="*/ 135255 w 162877"/>
                <a:gd name="connsiteY1" fmla="*/ 52388 h 391477"/>
                <a:gd name="connsiteX2" fmla="*/ 101918 w 162877"/>
                <a:gd name="connsiteY2" fmla="*/ 89535 h 391477"/>
                <a:gd name="connsiteX3" fmla="*/ 101918 w 162877"/>
                <a:gd name="connsiteY3" fmla="*/ 125730 h 391477"/>
                <a:gd name="connsiteX4" fmla="*/ 155258 w 162877"/>
                <a:gd name="connsiteY4" fmla="*/ 125730 h 391477"/>
                <a:gd name="connsiteX5" fmla="*/ 155258 w 162877"/>
                <a:gd name="connsiteY5" fmla="*/ 177165 h 391477"/>
                <a:gd name="connsiteX6" fmla="*/ 102870 w 162877"/>
                <a:gd name="connsiteY6" fmla="*/ 177165 h 391477"/>
                <a:gd name="connsiteX7" fmla="*/ 102870 w 162877"/>
                <a:gd name="connsiteY7" fmla="*/ 391478 h 391477"/>
                <a:gd name="connsiteX8" fmla="*/ 40958 w 162877"/>
                <a:gd name="connsiteY8" fmla="*/ 391478 h 391477"/>
                <a:gd name="connsiteX9" fmla="*/ 40958 w 162877"/>
                <a:gd name="connsiteY9" fmla="*/ 177165 h 391477"/>
                <a:gd name="connsiteX10" fmla="*/ 0 w 162877"/>
                <a:gd name="connsiteY10" fmla="*/ 177165 h 391477"/>
                <a:gd name="connsiteX11" fmla="*/ 0 w 162877"/>
                <a:gd name="connsiteY11" fmla="*/ 126683 h 391477"/>
                <a:gd name="connsiteX12" fmla="*/ 40958 w 162877"/>
                <a:gd name="connsiteY12" fmla="*/ 126683 h 391477"/>
                <a:gd name="connsiteX13" fmla="*/ 40958 w 162877"/>
                <a:gd name="connsiteY13" fmla="*/ 88583 h 391477"/>
                <a:gd name="connsiteX14" fmla="*/ 125730 w 162877"/>
                <a:gd name="connsiteY14" fmla="*/ 0 h 391477"/>
                <a:gd name="connsiteX15" fmla="*/ 162878 w 162877"/>
                <a:gd name="connsiteY15" fmla="*/ 5715 h 391477"/>
                <a:gd name="connsiteX16" fmla="*/ 162878 w 162877"/>
                <a:gd name="connsiteY16" fmla="*/ 58103 h 39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877" h="391477">
                  <a:moveTo>
                    <a:pt x="162878" y="58103"/>
                  </a:moveTo>
                  <a:cubicBezTo>
                    <a:pt x="154305" y="54293"/>
                    <a:pt x="144780" y="52388"/>
                    <a:pt x="135255" y="52388"/>
                  </a:cubicBezTo>
                  <a:cubicBezTo>
                    <a:pt x="111443" y="52388"/>
                    <a:pt x="101918" y="64770"/>
                    <a:pt x="101918" y="89535"/>
                  </a:cubicBezTo>
                  <a:lnTo>
                    <a:pt x="101918" y="125730"/>
                  </a:lnTo>
                  <a:lnTo>
                    <a:pt x="155258" y="125730"/>
                  </a:lnTo>
                  <a:lnTo>
                    <a:pt x="155258" y="177165"/>
                  </a:lnTo>
                  <a:lnTo>
                    <a:pt x="102870" y="177165"/>
                  </a:lnTo>
                  <a:lnTo>
                    <a:pt x="102870" y="391478"/>
                  </a:lnTo>
                  <a:lnTo>
                    <a:pt x="40958" y="391478"/>
                  </a:lnTo>
                  <a:lnTo>
                    <a:pt x="40958" y="177165"/>
                  </a:lnTo>
                  <a:lnTo>
                    <a:pt x="0" y="177165"/>
                  </a:lnTo>
                  <a:lnTo>
                    <a:pt x="0" y="126683"/>
                  </a:lnTo>
                  <a:lnTo>
                    <a:pt x="40958" y="126683"/>
                  </a:lnTo>
                  <a:lnTo>
                    <a:pt x="40958" y="88583"/>
                  </a:lnTo>
                  <a:cubicBezTo>
                    <a:pt x="40958" y="33338"/>
                    <a:pt x="65722" y="0"/>
                    <a:pt x="125730" y="0"/>
                  </a:cubicBezTo>
                  <a:cubicBezTo>
                    <a:pt x="139065" y="0"/>
                    <a:pt x="152400" y="1905"/>
                    <a:pt x="162878" y="5715"/>
                  </a:cubicBezTo>
                  <a:lnTo>
                    <a:pt x="162878" y="581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2F5B88F3-1DD0-4AFC-9094-44C73671622C}"/>
                </a:ext>
              </a:extLst>
            </p:cNvPr>
            <p:cNvSpPr/>
            <p:nvPr/>
          </p:nvSpPr>
          <p:spPr>
            <a:xfrm>
              <a:off x="649700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1922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5D3857D6-3A80-453A-A07D-657071631618}"/>
                </a:ext>
              </a:extLst>
            </p:cNvPr>
            <p:cNvSpPr/>
            <p:nvPr/>
          </p:nvSpPr>
          <p:spPr>
            <a:xfrm>
              <a:off x="6725601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3" name="Freihandform: Form 202">
              <a:extLst>
                <a:ext uri="{FF2B5EF4-FFF2-40B4-BE49-F238E27FC236}">
                  <a16:creationId xmlns:a16="http://schemas.microsoft.com/office/drawing/2014/main" id="{F2B45F15-F1EA-4568-BD85-4A2DE314BC3E}"/>
                </a:ext>
              </a:extLst>
            </p:cNvPr>
            <p:cNvSpPr/>
            <p:nvPr/>
          </p:nvSpPr>
          <p:spPr>
            <a:xfrm>
              <a:off x="6861809" y="3105149"/>
              <a:ext cx="79057" cy="384809"/>
            </a:xfrm>
            <a:custGeom>
              <a:avLst/>
              <a:gdLst>
                <a:gd name="connsiteX0" fmla="*/ 79057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7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7" y="38100"/>
                  </a:moveTo>
                  <a:cubicBezTo>
                    <a:pt x="79057" y="60008"/>
                    <a:pt x="60960" y="76200"/>
                    <a:pt x="39052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7" y="16192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: Form 203">
              <a:extLst>
                <a:ext uri="{FF2B5EF4-FFF2-40B4-BE49-F238E27FC236}">
                  <a16:creationId xmlns:a16="http://schemas.microsoft.com/office/drawing/2014/main" id="{CCCBC40A-98D6-42A9-80B9-5DC279BC5859}"/>
                </a:ext>
              </a:extLst>
            </p:cNvPr>
            <p:cNvSpPr/>
            <p:nvPr/>
          </p:nvSpPr>
          <p:spPr>
            <a:xfrm>
              <a:off x="6998969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04">
              <a:extLst>
                <a:ext uri="{FF2B5EF4-FFF2-40B4-BE49-F238E27FC236}">
                  <a16:creationId xmlns:a16="http://schemas.microsoft.com/office/drawing/2014/main" id="{04D48BDA-2032-4C6E-B507-3F893B02206E}"/>
                </a:ext>
              </a:extLst>
            </p:cNvPr>
            <p:cNvSpPr/>
            <p:nvPr/>
          </p:nvSpPr>
          <p:spPr>
            <a:xfrm>
              <a:off x="7277099" y="3101339"/>
              <a:ext cx="229552" cy="389572"/>
            </a:xfrm>
            <a:custGeom>
              <a:avLst/>
              <a:gdLst>
                <a:gd name="connsiteX0" fmla="*/ 229552 w 229552"/>
                <a:gd name="connsiteY0" fmla="*/ 388620 h 389572"/>
                <a:gd name="connsiteX1" fmla="*/ 166688 w 229552"/>
                <a:gd name="connsiteY1" fmla="*/ 388620 h 389572"/>
                <a:gd name="connsiteX2" fmla="*/ 166688 w 229552"/>
                <a:gd name="connsiteY2" fmla="*/ 236220 h 389572"/>
                <a:gd name="connsiteX3" fmla="*/ 117157 w 229552"/>
                <a:gd name="connsiteY3" fmla="*/ 171450 h 389572"/>
                <a:gd name="connsiteX4" fmla="*/ 61913 w 229552"/>
                <a:gd name="connsiteY4" fmla="*/ 236220 h 389572"/>
                <a:gd name="connsiteX5" fmla="*/ 61913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2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7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05">
              <a:extLst>
                <a:ext uri="{FF2B5EF4-FFF2-40B4-BE49-F238E27FC236}">
                  <a16:creationId xmlns:a16="http://schemas.microsoft.com/office/drawing/2014/main" id="{F0C9D7CF-6834-48B2-8EDC-25AF0FF9957E}"/>
                </a:ext>
              </a:extLst>
            </p:cNvPr>
            <p:cNvSpPr/>
            <p:nvPr/>
          </p:nvSpPr>
          <p:spPr>
            <a:xfrm>
              <a:off x="7571422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06">
              <a:extLst>
                <a:ext uri="{FF2B5EF4-FFF2-40B4-BE49-F238E27FC236}">
                  <a16:creationId xmlns:a16="http://schemas.microsoft.com/office/drawing/2014/main" id="{7FAD7038-7556-4322-B088-027FF5EA7129}"/>
                </a:ext>
              </a:extLst>
            </p:cNvPr>
            <p:cNvSpPr/>
            <p:nvPr/>
          </p:nvSpPr>
          <p:spPr>
            <a:xfrm>
              <a:off x="8041956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3 w 231457"/>
                <a:gd name="connsiteY1" fmla="*/ 60007 h 368617"/>
                <a:gd name="connsiteX2" fmla="*/ 65723 w 231457"/>
                <a:gd name="connsiteY2" fmla="*/ 151447 h 368617"/>
                <a:gd name="connsiteX3" fmla="*/ 189548 w 231457"/>
                <a:gd name="connsiteY3" fmla="*/ 151447 h 368617"/>
                <a:gd name="connsiteX4" fmla="*/ 189548 w 231457"/>
                <a:gd name="connsiteY4" fmla="*/ 211455 h 368617"/>
                <a:gd name="connsiteX5" fmla="*/ 65723 w 231457"/>
                <a:gd name="connsiteY5" fmla="*/ 211455 h 368617"/>
                <a:gd name="connsiteX6" fmla="*/ 65723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3" y="60007"/>
                  </a:lnTo>
                  <a:lnTo>
                    <a:pt x="65723" y="151447"/>
                  </a:lnTo>
                  <a:lnTo>
                    <a:pt x="189548" y="151447"/>
                  </a:lnTo>
                  <a:lnTo>
                    <a:pt x="189548" y="211455"/>
                  </a:lnTo>
                  <a:lnTo>
                    <a:pt x="65723" y="211455"/>
                  </a:lnTo>
                  <a:lnTo>
                    <a:pt x="65723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07">
              <a:extLst>
                <a:ext uri="{FF2B5EF4-FFF2-40B4-BE49-F238E27FC236}">
                  <a16:creationId xmlns:a16="http://schemas.microsoft.com/office/drawing/2014/main" id="{FD69EC3A-6073-41F6-BB94-809D254546F0}"/>
                </a:ext>
              </a:extLst>
            </p:cNvPr>
            <p:cNvSpPr/>
            <p:nvPr/>
          </p:nvSpPr>
          <p:spPr>
            <a:xfrm>
              <a:off x="8285780" y="3217544"/>
              <a:ext cx="225758" cy="279082"/>
            </a:xfrm>
            <a:custGeom>
              <a:avLst/>
              <a:gdLst>
                <a:gd name="connsiteX0" fmla="*/ 114317 w 225758"/>
                <a:gd name="connsiteY0" fmla="*/ 107633 h 279082"/>
                <a:gd name="connsiteX1" fmla="*/ 164799 w 225758"/>
                <a:gd name="connsiteY1" fmla="*/ 113347 h 279082"/>
                <a:gd name="connsiteX2" fmla="*/ 164799 w 225758"/>
                <a:gd name="connsiteY2" fmla="*/ 103822 h 279082"/>
                <a:gd name="connsiteX3" fmla="*/ 105744 w 225758"/>
                <a:gd name="connsiteY3" fmla="*/ 52388 h 279082"/>
                <a:gd name="connsiteX4" fmla="*/ 38117 w 225758"/>
                <a:gd name="connsiteY4" fmla="*/ 67627 h 279082"/>
                <a:gd name="connsiteX5" fmla="*/ 24781 w 225758"/>
                <a:gd name="connsiteY5" fmla="*/ 15240 h 279082"/>
                <a:gd name="connsiteX6" fmla="*/ 112412 w 225758"/>
                <a:gd name="connsiteY6" fmla="*/ 0 h 279082"/>
                <a:gd name="connsiteX7" fmla="*/ 225759 w 225758"/>
                <a:gd name="connsiteY7" fmla="*/ 102870 h 279082"/>
                <a:gd name="connsiteX8" fmla="*/ 225759 w 225758"/>
                <a:gd name="connsiteY8" fmla="*/ 273367 h 279082"/>
                <a:gd name="connsiteX9" fmla="*/ 166704 w 225758"/>
                <a:gd name="connsiteY9" fmla="*/ 273367 h 279082"/>
                <a:gd name="connsiteX10" fmla="*/ 166704 w 225758"/>
                <a:gd name="connsiteY10" fmla="*/ 244792 h 279082"/>
                <a:gd name="connsiteX11" fmla="*/ 165751 w 225758"/>
                <a:gd name="connsiteY11" fmla="*/ 244792 h 279082"/>
                <a:gd name="connsiteX12" fmla="*/ 87646 w 225758"/>
                <a:gd name="connsiteY12" fmla="*/ 279083 h 279082"/>
                <a:gd name="connsiteX13" fmla="*/ 17 w 225758"/>
                <a:gd name="connsiteY13" fmla="*/ 194310 h 279082"/>
                <a:gd name="connsiteX14" fmla="*/ 114317 w 225758"/>
                <a:gd name="connsiteY14" fmla="*/ 107633 h 279082"/>
                <a:gd name="connsiteX15" fmla="*/ 103839 w 225758"/>
                <a:gd name="connsiteY15" fmla="*/ 232410 h 279082"/>
                <a:gd name="connsiteX16" fmla="*/ 164799 w 225758"/>
                <a:gd name="connsiteY16" fmla="*/ 200025 h 279082"/>
                <a:gd name="connsiteX17" fmla="*/ 164799 w 225758"/>
                <a:gd name="connsiteY17" fmla="*/ 153352 h 279082"/>
                <a:gd name="connsiteX18" fmla="*/ 120984 w 225758"/>
                <a:gd name="connsiteY18" fmla="*/ 148590 h 279082"/>
                <a:gd name="connsiteX19" fmla="*/ 59071 w 225758"/>
                <a:gd name="connsiteY19" fmla="*/ 192405 h 279082"/>
                <a:gd name="connsiteX20" fmla="*/ 103839 w 225758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8" h="279082">
                  <a:moveTo>
                    <a:pt x="114317" y="107633"/>
                  </a:moveTo>
                  <a:cubicBezTo>
                    <a:pt x="131462" y="107633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6" y="52388"/>
                    <a:pt x="105744" y="52388"/>
                  </a:cubicBezTo>
                  <a:cubicBezTo>
                    <a:pt x="83837" y="52388"/>
                    <a:pt x="60024" y="57150"/>
                    <a:pt x="38117" y="67627"/>
                  </a:cubicBezTo>
                  <a:lnTo>
                    <a:pt x="24781" y="15240"/>
                  </a:lnTo>
                  <a:cubicBezTo>
                    <a:pt x="49546" y="5715"/>
                    <a:pt x="81931" y="0"/>
                    <a:pt x="112412" y="0"/>
                  </a:cubicBezTo>
                  <a:cubicBezTo>
                    <a:pt x="187659" y="0"/>
                    <a:pt x="225759" y="35242"/>
                    <a:pt x="225759" y="102870"/>
                  </a:cubicBezTo>
                  <a:lnTo>
                    <a:pt x="225759" y="273367"/>
                  </a:lnTo>
                  <a:lnTo>
                    <a:pt x="166704" y="273367"/>
                  </a:lnTo>
                  <a:lnTo>
                    <a:pt x="166704" y="244792"/>
                  </a:lnTo>
                  <a:lnTo>
                    <a:pt x="165751" y="244792"/>
                  </a:lnTo>
                  <a:cubicBezTo>
                    <a:pt x="142892" y="268605"/>
                    <a:pt x="119079" y="279083"/>
                    <a:pt x="87646" y="279083"/>
                  </a:cubicBezTo>
                  <a:cubicBezTo>
                    <a:pt x="34306" y="279083"/>
                    <a:pt x="17" y="245745"/>
                    <a:pt x="17" y="194310"/>
                  </a:cubicBezTo>
                  <a:cubicBezTo>
                    <a:pt x="-936" y="138113"/>
                    <a:pt x="39069" y="107633"/>
                    <a:pt x="114317" y="107633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3352"/>
                  </a:lnTo>
                  <a:cubicBezTo>
                    <a:pt x="150512" y="149542"/>
                    <a:pt x="135271" y="148590"/>
                    <a:pt x="120984" y="148590"/>
                  </a:cubicBezTo>
                  <a:cubicBezTo>
                    <a:pt x="81931" y="148590"/>
                    <a:pt x="59071" y="164783"/>
                    <a:pt x="59071" y="192405"/>
                  </a:cubicBezTo>
                  <a:cubicBezTo>
                    <a:pt x="59071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08">
              <a:extLst>
                <a:ext uri="{FF2B5EF4-FFF2-40B4-BE49-F238E27FC236}">
                  <a16:creationId xmlns:a16="http://schemas.microsoft.com/office/drawing/2014/main" id="{722DEE24-7892-4493-8701-609CCE42CEA0}"/>
                </a:ext>
              </a:extLst>
            </p:cNvPr>
            <p:cNvSpPr/>
            <p:nvPr/>
          </p:nvSpPr>
          <p:spPr>
            <a:xfrm>
              <a:off x="8590597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09">
              <a:extLst>
                <a:ext uri="{FF2B5EF4-FFF2-40B4-BE49-F238E27FC236}">
                  <a16:creationId xmlns:a16="http://schemas.microsoft.com/office/drawing/2014/main" id="{3D93E693-26D8-4770-BECA-F0D3FF0C4A87}"/>
                </a:ext>
              </a:extLst>
            </p:cNvPr>
            <p:cNvSpPr/>
            <p:nvPr/>
          </p:nvSpPr>
          <p:spPr>
            <a:xfrm>
              <a:off x="8870631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8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10">
              <a:extLst>
                <a:ext uri="{FF2B5EF4-FFF2-40B4-BE49-F238E27FC236}">
                  <a16:creationId xmlns:a16="http://schemas.microsoft.com/office/drawing/2014/main" id="{A2C34963-C2BA-4B9E-837E-0092D92ABBE4}"/>
                </a:ext>
              </a:extLst>
            </p:cNvPr>
            <p:cNvSpPr/>
            <p:nvPr/>
          </p:nvSpPr>
          <p:spPr>
            <a:xfrm>
              <a:off x="9180194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11">
              <a:extLst>
                <a:ext uri="{FF2B5EF4-FFF2-40B4-BE49-F238E27FC236}">
                  <a16:creationId xmlns:a16="http://schemas.microsoft.com/office/drawing/2014/main" id="{7750F881-A269-49B0-81B9-8BEB26E0D0A4}"/>
                </a:ext>
              </a:extLst>
            </p:cNvPr>
            <p:cNvSpPr/>
            <p:nvPr/>
          </p:nvSpPr>
          <p:spPr>
            <a:xfrm>
              <a:off x="9297351" y="3138487"/>
              <a:ext cx="165735" cy="358140"/>
            </a:xfrm>
            <a:custGeom>
              <a:avLst/>
              <a:gdLst>
                <a:gd name="connsiteX0" fmla="*/ 165735 w 165735"/>
                <a:gd name="connsiteY0" fmla="*/ 295275 h 358140"/>
                <a:gd name="connsiteX1" fmla="*/ 165735 w 165735"/>
                <a:gd name="connsiteY1" fmla="*/ 348615 h 358140"/>
                <a:gd name="connsiteX2" fmla="*/ 113348 w 165735"/>
                <a:gd name="connsiteY2" fmla="*/ 358140 h 358140"/>
                <a:gd name="connsiteX3" fmla="*/ 40958 w 165735"/>
                <a:gd name="connsiteY3" fmla="*/ 282892 h 358140"/>
                <a:gd name="connsiteX4" fmla="*/ 40958 w 165735"/>
                <a:gd name="connsiteY4" fmla="*/ 137160 h 358140"/>
                <a:gd name="connsiteX5" fmla="*/ 0 w 165735"/>
                <a:gd name="connsiteY5" fmla="*/ 137160 h 358140"/>
                <a:gd name="connsiteX6" fmla="*/ 0 w 165735"/>
                <a:gd name="connsiteY6" fmla="*/ 85725 h 358140"/>
                <a:gd name="connsiteX7" fmla="*/ 40005 w 165735"/>
                <a:gd name="connsiteY7" fmla="*/ 85725 h 358140"/>
                <a:gd name="connsiteX8" fmla="*/ 40005 w 165735"/>
                <a:gd name="connsiteY8" fmla="*/ 13335 h 358140"/>
                <a:gd name="connsiteX9" fmla="*/ 101918 w 165735"/>
                <a:gd name="connsiteY9" fmla="*/ 0 h 358140"/>
                <a:gd name="connsiteX10" fmla="*/ 101918 w 165735"/>
                <a:gd name="connsiteY10" fmla="*/ 86677 h 358140"/>
                <a:gd name="connsiteX11" fmla="*/ 165735 w 165735"/>
                <a:gd name="connsiteY11" fmla="*/ 86677 h 358140"/>
                <a:gd name="connsiteX12" fmla="*/ 165735 w 165735"/>
                <a:gd name="connsiteY12" fmla="*/ 138113 h 358140"/>
                <a:gd name="connsiteX13" fmla="*/ 101918 w 165735"/>
                <a:gd name="connsiteY13" fmla="*/ 138113 h 358140"/>
                <a:gd name="connsiteX14" fmla="*/ 101918 w 165735"/>
                <a:gd name="connsiteY14" fmla="*/ 269558 h 358140"/>
                <a:gd name="connsiteX15" fmla="*/ 130493 w 165735"/>
                <a:gd name="connsiteY15" fmla="*/ 304800 h 358140"/>
                <a:gd name="connsiteX16" fmla="*/ 165735 w 165735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3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3" name="Freihandform: Form 212">
              <a:extLst>
                <a:ext uri="{FF2B5EF4-FFF2-40B4-BE49-F238E27FC236}">
                  <a16:creationId xmlns:a16="http://schemas.microsoft.com/office/drawing/2014/main" id="{79C228C4-1ACD-43EA-AFEB-3E65945F1EA5}"/>
                </a:ext>
              </a:extLst>
            </p:cNvPr>
            <p:cNvSpPr/>
            <p:nvPr/>
          </p:nvSpPr>
          <p:spPr>
            <a:xfrm>
              <a:off x="9511664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3 w 225742"/>
                <a:gd name="connsiteY7" fmla="*/ 210503 h 386715"/>
                <a:gd name="connsiteX8" fmla="*/ 225743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8 w 225742"/>
                <a:gd name="connsiteY15" fmla="*/ 72390 h 386715"/>
                <a:gd name="connsiteX16" fmla="*/ 26670 w 225742"/>
                <a:gd name="connsiteY16" fmla="*/ 36195 h 386715"/>
                <a:gd name="connsiteX17" fmla="*/ 63818 w 225742"/>
                <a:gd name="connsiteY17" fmla="*/ 0 h 386715"/>
                <a:gd name="connsiteX18" fmla="*/ 100965 w 225742"/>
                <a:gd name="connsiteY18" fmla="*/ 36195 h 386715"/>
                <a:gd name="connsiteX19" fmla="*/ 63818 w 225742"/>
                <a:gd name="connsiteY19" fmla="*/ 72390 h 386715"/>
                <a:gd name="connsiteX20" fmla="*/ 103823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8 w 225742"/>
                <a:gd name="connsiteY23" fmla="*/ 256222 h 386715"/>
                <a:gd name="connsiteX24" fmla="*/ 59055 w 225742"/>
                <a:gd name="connsiteY24" fmla="*/ 300038 h 386715"/>
                <a:gd name="connsiteX25" fmla="*/ 103823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3" y="107633"/>
                    <a:pt x="225743" y="142875"/>
                    <a:pt x="225743" y="210503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8" y="256222"/>
                  </a:cubicBezTo>
                  <a:cubicBezTo>
                    <a:pt x="81915" y="256222"/>
                    <a:pt x="59055" y="272415"/>
                    <a:pt x="59055" y="300038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4" name="Freihandform: Form 213">
              <a:extLst>
                <a:ext uri="{FF2B5EF4-FFF2-40B4-BE49-F238E27FC236}">
                  <a16:creationId xmlns:a16="http://schemas.microsoft.com/office/drawing/2014/main" id="{82E970C3-AE5B-41B5-ABD0-8EA1D1EA3FEE}"/>
                </a:ext>
              </a:extLst>
            </p:cNvPr>
            <p:cNvSpPr/>
            <p:nvPr/>
          </p:nvSpPr>
          <p:spPr>
            <a:xfrm>
              <a:off x="978598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3425794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0684-F7F2-47EE-B3E7-EE006132D9D6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6332" y="1632184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332" y="2355533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332" y="3078882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6332" y="380223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6332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330454164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D19A2-CB31-4C12-9277-9DEF6CB956FC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21" name="Bildplatzhalter 6">
            <a:extLst>
              <a:ext uri="{FF2B5EF4-FFF2-40B4-BE49-F238E27FC236}">
                <a16:creationId xmlns:a16="http://schemas.microsoft.com/office/drawing/2014/main" id="{8F4DFED6-EBAA-4D0C-A5C6-CD2902883FB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36C1D058-784C-4D36-B8A1-0A562AEA816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100124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8" y="2875002"/>
            <a:ext cx="11157743" cy="1107996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Kapiteltrenner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390BD4-93A7-4458-BF00-3B6A08C36512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987594-F169-42FB-8839-77BF8D405E37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Freihandform: Form 59">
            <a:extLst>
              <a:ext uri="{FF2B5EF4-FFF2-40B4-BE49-F238E27FC236}">
                <a16:creationId xmlns:a16="http://schemas.microsoft.com/office/drawing/2014/main" id="{40F781E3-735A-4333-AF8D-7842FE86295B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C156EC4-BDB3-4DEA-9B78-E98FCFD2F54B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9E9C384D-D46B-429F-9A97-86F6E3560F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64B7918E-86D1-49EB-8917-1468D42A6E25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1" name="Grafik 3">
            <a:extLst>
              <a:ext uri="{FF2B5EF4-FFF2-40B4-BE49-F238E27FC236}">
                <a16:creationId xmlns:a16="http://schemas.microsoft.com/office/drawing/2014/main" id="{067EF033-A919-4E3E-89A9-FAF1E7798028}"/>
              </a:ext>
            </a:extLst>
          </p:cNvPr>
          <p:cNvGrpSpPr/>
          <p:nvPr userDrawn="1"/>
        </p:nvGrpSpPr>
        <p:grpSpPr>
          <a:xfrm>
            <a:off x="520163" y="293688"/>
            <a:ext cx="2623087" cy="328167"/>
            <a:chOff x="2178367" y="2525076"/>
            <a:chExt cx="7773352" cy="972502"/>
          </a:xfrm>
          <a:solidFill>
            <a:schemeClr val="tx1"/>
          </a:solidFill>
        </p:grpSpPr>
        <p:sp>
          <p:nvSpPr>
            <p:cNvPr id="92" name="Freihandform: Form 91">
              <a:extLst>
                <a:ext uri="{FF2B5EF4-FFF2-40B4-BE49-F238E27FC236}">
                  <a16:creationId xmlns:a16="http://schemas.microsoft.com/office/drawing/2014/main" id="{D16FCAB3-A3E5-4531-B1EA-59B8F2934FF1}"/>
                </a:ext>
              </a:extLst>
            </p:cNvPr>
            <p:cNvSpPr/>
            <p:nvPr/>
          </p:nvSpPr>
          <p:spPr>
            <a:xfrm>
              <a:off x="2178367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2 w 232409"/>
                <a:gd name="connsiteY1" fmla="*/ 60960 h 369569"/>
                <a:gd name="connsiteX2" fmla="*/ 65722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2 w 232409"/>
                <a:gd name="connsiteY5" fmla="*/ 212408 h 369569"/>
                <a:gd name="connsiteX6" fmla="*/ 65722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2" y="60960"/>
                  </a:lnTo>
                  <a:lnTo>
                    <a:pt x="65722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2" y="212408"/>
                  </a:lnTo>
                  <a:lnTo>
                    <a:pt x="65722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3" name="Freihandform: Form 92">
              <a:extLst>
                <a:ext uri="{FF2B5EF4-FFF2-40B4-BE49-F238E27FC236}">
                  <a16:creationId xmlns:a16="http://schemas.microsoft.com/office/drawing/2014/main" id="{10E4B3AE-096F-4974-8350-4F4D93FC3203}"/>
                </a:ext>
              </a:extLst>
            </p:cNvPr>
            <p:cNvSpPr/>
            <p:nvPr/>
          </p:nvSpPr>
          <p:spPr>
            <a:xfrm>
              <a:off x="2446972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5CDC0A16-E123-4D13-9DD9-28C8FE5AA6F5}"/>
                </a:ext>
              </a:extLst>
            </p:cNvPr>
            <p:cNvSpPr/>
            <p:nvPr/>
          </p:nvSpPr>
          <p:spPr>
            <a:xfrm>
              <a:off x="2651759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CA0B94AD-8D34-4B40-8458-0866BBCC464F}"/>
                </a:ext>
              </a:extLst>
            </p:cNvPr>
            <p:cNvSpPr/>
            <p:nvPr/>
          </p:nvSpPr>
          <p:spPr>
            <a:xfrm>
              <a:off x="2787966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9A94F107-4E11-4806-8DDC-3CC7C1891196}"/>
                </a:ext>
              </a:extLst>
            </p:cNvPr>
            <p:cNvSpPr/>
            <p:nvPr/>
          </p:nvSpPr>
          <p:spPr>
            <a:xfrm>
              <a:off x="30860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54E53509-1364-44FD-92B4-FF3CC9A96D45}"/>
                </a:ext>
              </a:extLst>
            </p:cNvPr>
            <p:cNvSpPr/>
            <p:nvPr/>
          </p:nvSpPr>
          <p:spPr>
            <a:xfrm>
              <a:off x="341756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685A3D39-53BC-4038-BFDA-851F9712E06F}"/>
                </a:ext>
              </a:extLst>
            </p:cNvPr>
            <p:cNvSpPr/>
            <p:nvPr/>
          </p:nvSpPr>
          <p:spPr>
            <a:xfrm>
              <a:off x="3622357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2 w 79057"/>
                <a:gd name="connsiteY6" fmla="*/ 384810 h 384810"/>
                <a:gd name="connsiteX7" fmla="*/ 8572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62E33717-F4F0-4CF8-8E15-202A2B827DF3}"/>
                </a:ext>
              </a:extLst>
            </p:cNvPr>
            <p:cNvSpPr/>
            <p:nvPr/>
          </p:nvSpPr>
          <p:spPr>
            <a:xfrm>
              <a:off x="3759516" y="2640329"/>
              <a:ext cx="224790" cy="280034"/>
            </a:xfrm>
            <a:custGeom>
              <a:avLst/>
              <a:gdLst>
                <a:gd name="connsiteX0" fmla="*/ 222885 w 224790"/>
                <a:gd name="connsiteY0" fmla="*/ 237172 h 280034"/>
                <a:gd name="connsiteX1" fmla="*/ 127635 w 224790"/>
                <a:gd name="connsiteY1" fmla="*/ 280035 h 280034"/>
                <a:gd name="connsiteX2" fmla="*/ 0 w 224790"/>
                <a:gd name="connsiteY2" fmla="*/ 140970 h 280034"/>
                <a:gd name="connsiteX3" fmla="*/ 128588 w 224790"/>
                <a:gd name="connsiteY3" fmla="*/ 0 h 280034"/>
                <a:gd name="connsiteX4" fmla="*/ 224790 w 224790"/>
                <a:gd name="connsiteY4" fmla="*/ 45720 h 280034"/>
                <a:gd name="connsiteX5" fmla="*/ 181928 w 224790"/>
                <a:gd name="connsiteY5" fmla="*/ 86678 h 280034"/>
                <a:gd name="connsiteX6" fmla="*/ 128588 w 224790"/>
                <a:gd name="connsiteY6" fmla="*/ 57150 h 280034"/>
                <a:gd name="connsiteX7" fmla="*/ 62865 w 224790"/>
                <a:gd name="connsiteY7" fmla="*/ 140018 h 280034"/>
                <a:gd name="connsiteX8" fmla="*/ 128588 w 224790"/>
                <a:gd name="connsiteY8" fmla="*/ 222885 h 280034"/>
                <a:gd name="connsiteX9" fmla="*/ 183833 w 224790"/>
                <a:gd name="connsiteY9" fmla="*/ 193358 h 280034"/>
                <a:gd name="connsiteX10" fmla="*/ 222885 w 224790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6B2EF321-D1A4-40C9-B09D-2892881315E5}"/>
                </a:ext>
              </a:extLst>
            </p:cNvPr>
            <p:cNvSpPr/>
            <p:nvPr/>
          </p:nvSpPr>
          <p:spPr>
            <a:xfrm>
              <a:off x="4038599" y="2525076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6E939899-66C7-4914-8269-47E3D303060F}"/>
                </a:ext>
              </a:extLst>
            </p:cNvPr>
            <p:cNvSpPr/>
            <p:nvPr/>
          </p:nvSpPr>
          <p:spPr>
            <a:xfrm>
              <a:off x="4338637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A33D2C18-DB64-478C-9F57-B3373239E9FE}"/>
                </a:ext>
              </a:extLst>
            </p:cNvPr>
            <p:cNvSpPr/>
            <p:nvPr/>
          </p:nvSpPr>
          <p:spPr>
            <a:xfrm>
              <a:off x="4502467" y="2545079"/>
              <a:ext cx="342900" cy="368617"/>
            </a:xfrm>
            <a:custGeom>
              <a:avLst/>
              <a:gdLst>
                <a:gd name="connsiteX0" fmla="*/ 136207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2 w 342900"/>
                <a:gd name="connsiteY4" fmla="*/ 290512 h 368617"/>
                <a:gd name="connsiteX5" fmla="*/ 96202 w 342900"/>
                <a:gd name="connsiteY5" fmla="*/ 290512 h 368617"/>
                <a:gd name="connsiteX6" fmla="*/ 69532 w 342900"/>
                <a:gd name="connsiteY6" fmla="*/ 368618 h 368617"/>
                <a:gd name="connsiteX7" fmla="*/ 0 w 342900"/>
                <a:gd name="connsiteY7" fmla="*/ 368618 h 368617"/>
                <a:gd name="connsiteX8" fmla="*/ 136207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7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7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2" y="290512"/>
                  </a:lnTo>
                  <a:lnTo>
                    <a:pt x="96202" y="290512"/>
                  </a:lnTo>
                  <a:lnTo>
                    <a:pt x="69532" y="368618"/>
                  </a:lnTo>
                  <a:lnTo>
                    <a:pt x="0" y="368618"/>
                  </a:lnTo>
                  <a:lnTo>
                    <a:pt x="136207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7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279EDAA5-9D2D-46A0-A1B3-A9E065EA2F38}"/>
                </a:ext>
              </a:extLst>
            </p:cNvPr>
            <p:cNvSpPr/>
            <p:nvPr/>
          </p:nvSpPr>
          <p:spPr>
            <a:xfrm>
              <a:off x="490061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9FEE96A4-D7EC-4B2B-B2E7-DE8D3474F32B}"/>
                </a:ext>
              </a:extLst>
            </p:cNvPr>
            <p:cNvSpPr/>
            <p:nvPr/>
          </p:nvSpPr>
          <p:spPr>
            <a:xfrm>
              <a:off x="502919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5FBB05E1-F158-4DD8-ADA9-4C6CE098B48D}"/>
                </a:ext>
              </a:extLst>
            </p:cNvPr>
            <p:cNvSpPr/>
            <p:nvPr/>
          </p:nvSpPr>
          <p:spPr>
            <a:xfrm>
              <a:off x="530637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3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3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49577D94-AD2F-49C6-AC94-666AD3E18043}"/>
                </a:ext>
              </a:extLst>
            </p:cNvPr>
            <p:cNvSpPr/>
            <p:nvPr/>
          </p:nvSpPr>
          <p:spPr>
            <a:xfrm>
              <a:off x="559496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5735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AB054986-638F-4DEF-9C64-237D5B52C051}"/>
                </a:ext>
              </a:extLst>
            </p:cNvPr>
            <p:cNvSpPr/>
            <p:nvPr/>
          </p:nvSpPr>
          <p:spPr>
            <a:xfrm>
              <a:off x="5900737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3D306362-98AD-47FC-9A6B-F2E497E9140C}"/>
                </a:ext>
              </a:extLst>
            </p:cNvPr>
            <p:cNvSpPr/>
            <p:nvPr/>
          </p:nvSpPr>
          <p:spPr>
            <a:xfrm>
              <a:off x="619505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FE146F0C-5076-4628-A8D1-C1B97209CB48}"/>
                </a:ext>
              </a:extLst>
            </p:cNvPr>
            <p:cNvSpPr/>
            <p:nvPr/>
          </p:nvSpPr>
          <p:spPr>
            <a:xfrm>
              <a:off x="651128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7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7" y="53340"/>
                    <a:pt x="242887" y="135255"/>
                  </a:cubicBezTo>
                  <a:cubicBezTo>
                    <a:pt x="242887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2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3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7628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40862F46-80E1-4CE8-91D0-C59CDA9CCD2E}"/>
                </a:ext>
              </a:extLst>
            </p:cNvPr>
            <p:cNvSpPr/>
            <p:nvPr/>
          </p:nvSpPr>
          <p:spPr>
            <a:xfrm>
              <a:off x="6824662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60ED134C-C407-4575-BA70-944D3875C3CD}"/>
                </a:ext>
              </a:extLst>
            </p:cNvPr>
            <p:cNvSpPr/>
            <p:nvPr/>
          </p:nvSpPr>
          <p:spPr>
            <a:xfrm>
              <a:off x="7023734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8D99356B-BDF0-44E7-805D-D835620BEF7F}"/>
                </a:ext>
              </a:extLst>
            </p:cNvPr>
            <p:cNvSpPr/>
            <p:nvPr/>
          </p:nvSpPr>
          <p:spPr>
            <a:xfrm>
              <a:off x="723328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2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DD65221D-BE15-4278-9DD4-9652DEFFC46C}"/>
                </a:ext>
              </a:extLst>
            </p:cNvPr>
            <p:cNvSpPr/>
            <p:nvPr/>
          </p:nvSpPr>
          <p:spPr>
            <a:xfrm>
              <a:off x="7605712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706F29FA-7384-4969-AE69-A3B336309767}"/>
                </a:ext>
              </a:extLst>
            </p:cNvPr>
            <p:cNvSpPr/>
            <p:nvPr/>
          </p:nvSpPr>
          <p:spPr>
            <a:xfrm>
              <a:off x="790479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2 w 79057"/>
                <a:gd name="connsiteY6" fmla="*/ 384810 h 384810"/>
                <a:gd name="connsiteX7" fmla="*/ 8572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F1737542-B8EA-4138-9EFC-CA08C510198D}"/>
                </a:ext>
              </a:extLst>
            </p:cNvPr>
            <p:cNvSpPr/>
            <p:nvPr/>
          </p:nvSpPr>
          <p:spPr>
            <a:xfrm>
              <a:off x="8027669" y="2647949"/>
              <a:ext cx="259080" cy="266700"/>
            </a:xfrm>
            <a:custGeom>
              <a:avLst/>
              <a:gdLst>
                <a:gd name="connsiteX0" fmla="*/ 259080 w 259080"/>
                <a:gd name="connsiteY0" fmla="*/ 0 h 266700"/>
                <a:gd name="connsiteX1" fmla="*/ 161925 w 259080"/>
                <a:gd name="connsiteY1" fmla="*/ 266700 h 266700"/>
                <a:gd name="connsiteX2" fmla="*/ 97155 w 259080"/>
                <a:gd name="connsiteY2" fmla="*/ 266700 h 266700"/>
                <a:gd name="connsiteX3" fmla="*/ 0 w 259080"/>
                <a:gd name="connsiteY3" fmla="*/ 0 h 266700"/>
                <a:gd name="connsiteX4" fmla="*/ 68580 w 259080"/>
                <a:gd name="connsiteY4" fmla="*/ 0 h 266700"/>
                <a:gd name="connsiteX5" fmla="*/ 129540 w 259080"/>
                <a:gd name="connsiteY5" fmla="*/ 193358 h 266700"/>
                <a:gd name="connsiteX6" fmla="*/ 130493 w 259080"/>
                <a:gd name="connsiteY6" fmla="*/ 193358 h 266700"/>
                <a:gd name="connsiteX7" fmla="*/ 191453 w 259080"/>
                <a:gd name="connsiteY7" fmla="*/ 0 h 266700"/>
                <a:gd name="connsiteX8" fmla="*/ 259080 w 259080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80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3" y="193358"/>
                  </a:lnTo>
                  <a:lnTo>
                    <a:pt x="191453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621C53F6-23C0-41BC-802B-9F26870C79F4}"/>
                </a:ext>
              </a:extLst>
            </p:cNvPr>
            <p:cNvSpPr/>
            <p:nvPr/>
          </p:nvSpPr>
          <p:spPr>
            <a:xfrm>
              <a:off x="831532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DDB0D785-F93D-442F-A947-7E14014D300C}"/>
                </a:ext>
              </a:extLst>
            </p:cNvPr>
            <p:cNvSpPr/>
            <p:nvPr/>
          </p:nvSpPr>
          <p:spPr>
            <a:xfrm>
              <a:off x="862869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4FAB3F5B-7F27-4A74-B5A4-FDEF77100298}"/>
                </a:ext>
              </a:extLst>
            </p:cNvPr>
            <p:cNvSpPr/>
            <p:nvPr/>
          </p:nvSpPr>
          <p:spPr>
            <a:xfrm>
              <a:off x="8818244" y="2640329"/>
              <a:ext cx="205740" cy="280034"/>
            </a:xfrm>
            <a:custGeom>
              <a:avLst/>
              <a:gdLst>
                <a:gd name="connsiteX0" fmla="*/ 29528 w 205740"/>
                <a:gd name="connsiteY0" fmla="*/ 198120 h 280034"/>
                <a:gd name="connsiteX1" fmla="*/ 104775 w 205740"/>
                <a:gd name="connsiteY1" fmla="*/ 227647 h 280034"/>
                <a:gd name="connsiteX2" fmla="*/ 143828 w 205740"/>
                <a:gd name="connsiteY2" fmla="*/ 200978 h 280034"/>
                <a:gd name="connsiteX3" fmla="*/ 10478 w 205740"/>
                <a:gd name="connsiteY3" fmla="*/ 82868 h 280034"/>
                <a:gd name="connsiteX4" fmla="*/ 111443 w 205740"/>
                <a:gd name="connsiteY4" fmla="*/ 0 h 280034"/>
                <a:gd name="connsiteX5" fmla="*/ 203835 w 205740"/>
                <a:gd name="connsiteY5" fmla="*/ 27622 h 280034"/>
                <a:gd name="connsiteX6" fmla="*/ 174307 w 205740"/>
                <a:gd name="connsiteY6" fmla="*/ 76200 h 280034"/>
                <a:gd name="connsiteX7" fmla="*/ 110490 w 205740"/>
                <a:gd name="connsiteY7" fmla="*/ 52387 h 280034"/>
                <a:gd name="connsiteX8" fmla="*/ 72390 w 205740"/>
                <a:gd name="connsiteY8" fmla="*/ 77153 h 280034"/>
                <a:gd name="connsiteX9" fmla="*/ 205740 w 205740"/>
                <a:gd name="connsiteY9" fmla="*/ 195262 h 280034"/>
                <a:gd name="connsiteX10" fmla="*/ 102870 w 205740"/>
                <a:gd name="connsiteY10" fmla="*/ 280035 h 280034"/>
                <a:gd name="connsiteX11" fmla="*/ 0 w 205740"/>
                <a:gd name="connsiteY11" fmla="*/ 247650 h 280034"/>
                <a:gd name="connsiteX12" fmla="*/ 29528 w 205740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4">
                  <a:moveTo>
                    <a:pt x="29528" y="198120"/>
                  </a:moveTo>
                  <a:cubicBezTo>
                    <a:pt x="56198" y="218122"/>
                    <a:pt x="80963" y="227647"/>
                    <a:pt x="104775" y="227647"/>
                  </a:cubicBezTo>
                  <a:cubicBezTo>
                    <a:pt x="127635" y="227647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8" y="60007"/>
                    <a:pt x="130493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8" y="280035"/>
                    <a:pt x="31432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6E56269C-9BE6-4114-A1E9-B8686D151C53}"/>
                </a:ext>
              </a:extLst>
            </p:cNvPr>
            <p:cNvSpPr/>
            <p:nvPr/>
          </p:nvSpPr>
          <p:spPr>
            <a:xfrm>
              <a:off x="908208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B2E2F426-2F3B-445E-9C34-07795D634931}"/>
                </a:ext>
              </a:extLst>
            </p:cNvPr>
            <p:cNvSpPr/>
            <p:nvPr/>
          </p:nvSpPr>
          <p:spPr>
            <a:xfrm>
              <a:off x="9205912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7 w 165735"/>
                <a:gd name="connsiteY3" fmla="*/ 282892 h 358139"/>
                <a:gd name="connsiteX4" fmla="*/ 40957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19170892-58A8-4B19-B59D-B0D499A2D297}"/>
                </a:ext>
              </a:extLst>
            </p:cNvPr>
            <p:cNvSpPr/>
            <p:nvPr/>
          </p:nvSpPr>
          <p:spPr>
            <a:xfrm>
              <a:off x="942022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2 w 225742"/>
                <a:gd name="connsiteY1" fmla="*/ 220980 h 386714"/>
                <a:gd name="connsiteX2" fmla="*/ 164782 w 225742"/>
                <a:gd name="connsiteY2" fmla="*/ 211455 h 386714"/>
                <a:gd name="connsiteX3" fmla="*/ 105727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2 w 225742"/>
                <a:gd name="connsiteY21" fmla="*/ 307658 h 386714"/>
                <a:gd name="connsiteX22" fmla="*/ 164782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2 w 225742"/>
                <a:gd name="connsiteY26" fmla="*/ 72390 h 386714"/>
                <a:gd name="connsiteX27" fmla="*/ 135255 w 225742"/>
                <a:gd name="connsiteY27" fmla="*/ 36195 h 386714"/>
                <a:gd name="connsiteX28" fmla="*/ 172402 w 225742"/>
                <a:gd name="connsiteY28" fmla="*/ 0 h 386714"/>
                <a:gd name="connsiteX29" fmla="*/ 209550 w 225742"/>
                <a:gd name="connsiteY29" fmla="*/ 36195 h 386714"/>
                <a:gd name="connsiteX30" fmla="*/ 172402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2" y="340042"/>
                    <a:pt x="147638" y="328613"/>
                    <a:pt x="164782" y="307658"/>
                  </a:cubicBezTo>
                  <a:lnTo>
                    <a:pt x="164782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3367"/>
                    <a:pt x="59055" y="300990"/>
                  </a:cubicBezTo>
                  <a:cubicBezTo>
                    <a:pt x="59055" y="324803"/>
                    <a:pt x="77152" y="340042"/>
                    <a:pt x="103823" y="340042"/>
                  </a:cubicBezTo>
                  <a:close/>
                  <a:moveTo>
                    <a:pt x="172402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2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2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2DE0A1F9-537A-4CFA-8011-2EBAE2C5B73E}"/>
                </a:ext>
              </a:extLst>
            </p:cNvPr>
            <p:cNvSpPr/>
            <p:nvPr/>
          </p:nvSpPr>
          <p:spPr>
            <a:xfrm>
              <a:off x="9694544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7 w 165735"/>
                <a:gd name="connsiteY3" fmla="*/ 282892 h 358139"/>
                <a:gd name="connsiteX4" fmla="*/ 40957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3EA90FB1-EF3F-43A7-9270-8C967FC74BC1}"/>
                </a:ext>
              </a:extLst>
            </p:cNvPr>
            <p:cNvSpPr/>
            <p:nvPr/>
          </p:nvSpPr>
          <p:spPr>
            <a:xfrm>
              <a:off x="2179319" y="3121341"/>
              <a:ext cx="292417" cy="369570"/>
            </a:xfrm>
            <a:custGeom>
              <a:avLst/>
              <a:gdLst>
                <a:gd name="connsiteX0" fmla="*/ 0 w 292417"/>
                <a:gd name="connsiteY0" fmla="*/ 0 h 369570"/>
                <a:gd name="connsiteX1" fmla="*/ 66675 w 292417"/>
                <a:gd name="connsiteY1" fmla="*/ 0 h 369570"/>
                <a:gd name="connsiteX2" fmla="*/ 230505 w 292417"/>
                <a:gd name="connsiteY2" fmla="*/ 257175 h 369570"/>
                <a:gd name="connsiteX3" fmla="*/ 231458 w 292417"/>
                <a:gd name="connsiteY3" fmla="*/ 257175 h 369570"/>
                <a:gd name="connsiteX4" fmla="*/ 229553 w 292417"/>
                <a:gd name="connsiteY4" fmla="*/ 0 h 369570"/>
                <a:gd name="connsiteX5" fmla="*/ 292418 w 292417"/>
                <a:gd name="connsiteY5" fmla="*/ 0 h 369570"/>
                <a:gd name="connsiteX6" fmla="*/ 292418 w 292417"/>
                <a:gd name="connsiteY6" fmla="*/ 368617 h 369570"/>
                <a:gd name="connsiteX7" fmla="*/ 227647 w 292417"/>
                <a:gd name="connsiteY7" fmla="*/ 368617 h 369570"/>
                <a:gd name="connsiteX8" fmla="*/ 63818 w 292417"/>
                <a:gd name="connsiteY8" fmla="*/ 110490 h 369570"/>
                <a:gd name="connsiteX9" fmla="*/ 62865 w 292417"/>
                <a:gd name="connsiteY9" fmla="*/ 110490 h 369570"/>
                <a:gd name="connsiteX10" fmla="*/ 63818 w 292417"/>
                <a:gd name="connsiteY10" fmla="*/ 369570 h 369570"/>
                <a:gd name="connsiteX11" fmla="*/ 0 w 292417"/>
                <a:gd name="connsiteY11" fmla="*/ 369570 h 369570"/>
                <a:gd name="connsiteX12" fmla="*/ 0 w 292417"/>
                <a:gd name="connsiteY12" fmla="*/ 0 h 36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2417" h="369570">
                  <a:moveTo>
                    <a:pt x="0" y="0"/>
                  </a:moveTo>
                  <a:lnTo>
                    <a:pt x="66675" y="0"/>
                  </a:lnTo>
                  <a:lnTo>
                    <a:pt x="230505" y="257175"/>
                  </a:lnTo>
                  <a:lnTo>
                    <a:pt x="231458" y="257175"/>
                  </a:lnTo>
                  <a:lnTo>
                    <a:pt x="229553" y="0"/>
                  </a:lnTo>
                  <a:lnTo>
                    <a:pt x="292418" y="0"/>
                  </a:lnTo>
                  <a:lnTo>
                    <a:pt x="292418" y="368617"/>
                  </a:lnTo>
                  <a:lnTo>
                    <a:pt x="227647" y="368617"/>
                  </a:lnTo>
                  <a:lnTo>
                    <a:pt x="63818" y="110490"/>
                  </a:lnTo>
                  <a:lnTo>
                    <a:pt x="62865" y="110490"/>
                  </a:lnTo>
                  <a:lnTo>
                    <a:pt x="63818" y="369570"/>
                  </a:lnTo>
                  <a:lnTo>
                    <a:pt x="0" y="3695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07BF4DE7-D1AC-45FD-8C04-8A1641E45F08}"/>
                </a:ext>
              </a:extLst>
            </p:cNvPr>
            <p:cNvSpPr/>
            <p:nvPr/>
          </p:nvSpPr>
          <p:spPr>
            <a:xfrm>
              <a:off x="2543174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3 w 225742"/>
                <a:gd name="connsiteY1" fmla="*/ 113347 h 279082"/>
                <a:gd name="connsiteX2" fmla="*/ 164783 w 225742"/>
                <a:gd name="connsiteY2" fmla="*/ 103822 h 279082"/>
                <a:gd name="connsiteX3" fmla="*/ 105727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3 w 225742"/>
                <a:gd name="connsiteY15" fmla="*/ 232410 h 279082"/>
                <a:gd name="connsiteX16" fmla="*/ 164783 w 225742"/>
                <a:gd name="connsiteY16" fmla="*/ 200025 h 279082"/>
                <a:gd name="connsiteX17" fmla="*/ 164783 w 225742"/>
                <a:gd name="connsiteY17" fmla="*/ 153352 h 279082"/>
                <a:gd name="connsiteX18" fmla="*/ 120967 w 225742"/>
                <a:gd name="connsiteY18" fmla="*/ 148590 h 279082"/>
                <a:gd name="connsiteX19" fmla="*/ 59055 w 225742"/>
                <a:gd name="connsiteY19" fmla="*/ 192405 h 279082"/>
                <a:gd name="connsiteX20" fmla="*/ 103823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3" y="113347"/>
                  </a:cubicBezTo>
                  <a:lnTo>
                    <a:pt x="164783" y="103822"/>
                  </a:lnTo>
                  <a:cubicBezTo>
                    <a:pt x="164783" y="69532"/>
                    <a:pt x="144780" y="52388"/>
                    <a:pt x="105727" y="52388"/>
                  </a:cubicBezTo>
                  <a:cubicBezTo>
                    <a:pt x="83820" y="52388"/>
                    <a:pt x="60008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2"/>
                    <a:pt x="225742" y="102870"/>
                  </a:cubicBezTo>
                  <a:lnTo>
                    <a:pt x="225742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3" y="232410"/>
                  </a:moveTo>
                  <a:cubicBezTo>
                    <a:pt x="126683" y="232410"/>
                    <a:pt x="147638" y="220980"/>
                    <a:pt x="164783" y="200025"/>
                  </a:cubicBezTo>
                  <a:lnTo>
                    <a:pt x="164783" y="153352"/>
                  </a:lnTo>
                  <a:cubicBezTo>
                    <a:pt x="150495" y="149542"/>
                    <a:pt x="135255" y="148590"/>
                    <a:pt x="120967" y="148590"/>
                  </a:cubicBezTo>
                  <a:cubicBezTo>
                    <a:pt x="81915" y="148590"/>
                    <a:pt x="59055" y="164783"/>
                    <a:pt x="59055" y="192405"/>
                  </a:cubicBezTo>
                  <a:cubicBezTo>
                    <a:pt x="59055" y="217170"/>
                    <a:pt x="76200" y="232410"/>
                    <a:pt x="103823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1276A6B2-8B8C-4EA5-B836-76DFE5B9C1D0}"/>
                </a:ext>
              </a:extLst>
            </p:cNvPr>
            <p:cNvSpPr/>
            <p:nvPr/>
          </p:nvSpPr>
          <p:spPr>
            <a:xfrm>
              <a:off x="281749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E3B2BC34-A59E-4FE0-B560-E9569CF298B5}"/>
                </a:ext>
              </a:extLst>
            </p:cNvPr>
            <p:cNvSpPr/>
            <p:nvPr/>
          </p:nvSpPr>
          <p:spPr>
            <a:xfrm>
              <a:off x="3038474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8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8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D49C95CE-D5FB-4124-9055-11F36AEADC6C}"/>
                </a:ext>
              </a:extLst>
            </p:cNvPr>
            <p:cNvSpPr/>
            <p:nvPr/>
          </p:nvSpPr>
          <p:spPr>
            <a:xfrm>
              <a:off x="3348989" y="3216591"/>
              <a:ext cx="160019" cy="273367"/>
            </a:xfrm>
            <a:custGeom>
              <a:avLst/>
              <a:gdLst>
                <a:gd name="connsiteX0" fmla="*/ 160020 w 160019"/>
                <a:gd name="connsiteY0" fmla="*/ 5715 h 273367"/>
                <a:gd name="connsiteX1" fmla="*/ 150495 w 160019"/>
                <a:gd name="connsiteY1" fmla="*/ 69533 h 273367"/>
                <a:gd name="connsiteX2" fmla="*/ 116205 w 160019"/>
                <a:gd name="connsiteY2" fmla="*/ 60960 h 273367"/>
                <a:gd name="connsiteX3" fmla="*/ 61913 w 160019"/>
                <a:gd name="connsiteY3" fmla="*/ 136208 h 273367"/>
                <a:gd name="connsiteX4" fmla="*/ 61913 w 160019"/>
                <a:gd name="connsiteY4" fmla="*/ 273367 h 273367"/>
                <a:gd name="connsiteX5" fmla="*/ 0 w 160019"/>
                <a:gd name="connsiteY5" fmla="*/ 273367 h 273367"/>
                <a:gd name="connsiteX6" fmla="*/ 0 w 160019"/>
                <a:gd name="connsiteY6" fmla="*/ 6668 h 273367"/>
                <a:gd name="connsiteX7" fmla="*/ 60960 w 160019"/>
                <a:gd name="connsiteY7" fmla="*/ 6668 h 273367"/>
                <a:gd name="connsiteX8" fmla="*/ 60960 w 160019"/>
                <a:gd name="connsiteY8" fmla="*/ 40005 h 273367"/>
                <a:gd name="connsiteX9" fmla="*/ 61913 w 160019"/>
                <a:gd name="connsiteY9" fmla="*/ 40005 h 273367"/>
                <a:gd name="connsiteX10" fmla="*/ 131445 w 160019"/>
                <a:gd name="connsiteY10" fmla="*/ 0 h 273367"/>
                <a:gd name="connsiteX11" fmla="*/ 160020 w 160019"/>
                <a:gd name="connsiteY11" fmla="*/ 57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3367">
                  <a:moveTo>
                    <a:pt x="160020" y="5715"/>
                  </a:moveTo>
                  <a:lnTo>
                    <a:pt x="150495" y="69533"/>
                  </a:lnTo>
                  <a:cubicBezTo>
                    <a:pt x="140970" y="64770"/>
                    <a:pt x="129540" y="60960"/>
                    <a:pt x="116205" y="60960"/>
                  </a:cubicBezTo>
                  <a:cubicBezTo>
                    <a:pt x="73342" y="60960"/>
                    <a:pt x="61913" y="95250"/>
                    <a:pt x="61913" y="136208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8"/>
                  </a:lnTo>
                  <a:lnTo>
                    <a:pt x="60960" y="6668"/>
                  </a:lnTo>
                  <a:lnTo>
                    <a:pt x="60960" y="40005"/>
                  </a:lnTo>
                  <a:lnTo>
                    <a:pt x="61913" y="40005"/>
                  </a:lnTo>
                  <a:cubicBezTo>
                    <a:pt x="76200" y="15240"/>
                    <a:pt x="100965" y="0"/>
                    <a:pt x="131445" y="0"/>
                  </a:cubicBezTo>
                  <a:cubicBezTo>
                    <a:pt x="139065" y="0"/>
                    <a:pt x="150495" y="1905"/>
                    <a:pt x="160020" y="57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93A76C5E-2F41-4F31-B9FB-4D0839D43C9E}"/>
                </a:ext>
              </a:extLst>
            </p:cNvPr>
            <p:cNvSpPr/>
            <p:nvPr/>
          </p:nvSpPr>
          <p:spPr>
            <a:xfrm>
              <a:off x="3548062" y="3224212"/>
              <a:ext cx="376237" cy="266700"/>
            </a:xfrm>
            <a:custGeom>
              <a:avLst/>
              <a:gdLst>
                <a:gd name="connsiteX0" fmla="*/ 376238 w 376237"/>
                <a:gd name="connsiteY0" fmla="*/ 0 h 266700"/>
                <a:gd name="connsiteX1" fmla="*/ 297180 w 376237"/>
                <a:gd name="connsiteY1" fmla="*/ 266700 h 266700"/>
                <a:gd name="connsiteX2" fmla="*/ 237172 w 376237"/>
                <a:gd name="connsiteY2" fmla="*/ 266700 h 266700"/>
                <a:gd name="connsiteX3" fmla="*/ 188595 w 376237"/>
                <a:gd name="connsiteY3" fmla="*/ 81915 h 266700"/>
                <a:gd name="connsiteX4" fmla="*/ 187642 w 376237"/>
                <a:gd name="connsiteY4" fmla="*/ 81915 h 266700"/>
                <a:gd name="connsiteX5" fmla="*/ 139065 w 376237"/>
                <a:gd name="connsiteY5" fmla="*/ 266700 h 266700"/>
                <a:gd name="connsiteX6" fmla="*/ 79058 w 376237"/>
                <a:gd name="connsiteY6" fmla="*/ 266700 h 266700"/>
                <a:gd name="connsiteX7" fmla="*/ 0 w 376237"/>
                <a:gd name="connsiteY7" fmla="*/ 0 h 266700"/>
                <a:gd name="connsiteX8" fmla="*/ 65722 w 376237"/>
                <a:gd name="connsiteY8" fmla="*/ 0 h 266700"/>
                <a:gd name="connsiteX9" fmla="*/ 111442 w 376237"/>
                <a:gd name="connsiteY9" fmla="*/ 180022 h 266700"/>
                <a:gd name="connsiteX10" fmla="*/ 112395 w 376237"/>
                <a:gd name="connsiteY10" fmla="*/ 180022 h 266700"/>
                <a:gd name="connsiteX11" fmla="*/ 160020 w 376237"/>
                <a:gd name="connsiteY11" fmla="*/ 0 h 266700"/>
                <a:gd name="connsiteX12" fmla="*/ 217170 w 376237"/>
                <a:gd name="connsiteY12" fmla="*/ 0 h 266700"/>
                <a:gd name="connsiteX13" fmla="*/ 265747 w 376237"/>
                <a:gd name="connsiteY13" fmla="*/ 180022 h 266700"/>
                <a:gd name="connsiteX14" fmla="*/ 266700 w 376237"/>
                <a:gd name="connsiteY14" fmla="*/ 180022 h 266700"/>
                <a:gd name="connsiteX15" fmla="*/ 311467 w 376237"/>
                <a:gd name="connsiteY15" fmla="*/ 0 h 266700"/>
                <a:gd name="connsiteX16" fmla="*/ 376238 w 376237"/>
                <a:gd name="connsiteY1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237" h="266700">
                  <a:moveTo>
                    <a:pt x="376238" y="0"/>
                  </a:moveTo>
                  <a:lnTo>
                    <a:pt x="297180" y="266700"/>
                  </a:lnTo>
                  <a:lnTo>
                    <a:pt x="237172" y="266700"/>
                  </a:lnTo>
                  <a:lnTo>
                    <a:pt x="188595" y="81915"/>
                  </a:lnTo>
                  <a:lnTo>
                    <a:pt x="187642" y="81915"/>
                  </a:lnTo>
                  <a:lnTo>
                    <a:pt x="139065" y="266700"/>
                  </a:lnTo>
                  <a:lnTo>
                    <a:pt x="79058" y="266700"/>
                  </a:lnTo>
                  <a:lnTo>
                    <a:pt x="0" y="0"/>
                  </a:lnTo>
                  <a:lnTo>
                    <a:pt x="65722" y="0"/>
                  </a:lnTo>
                  <a:lnTo>
                    <a:pt x="111442" y="180022"/>
                  </a:lnTo>
                  <a:lnTo>
                    <a:pt x="112395" y="180022"/>
                  </a:lnTo>
                  <a:lnTo>
                    <a:pt x="160020" y="0"/>
                  </a:lnTo>
                  <a:lnTo>
                    <a:pt x="217170" y="0"/>
                  </a:lnTo>
                  <a:lnTo>
                    <a:pt x="265747" y="180022"/>
                  </a:lnTo>
                  <a:lnTo>
                    <a:pt x="266700" y="180022"/>
                  </a:lnTo>
                  <a:lnTo>
                    <a:pt x="311467" y="0"/>
                  </a:lnTo>
                  <a:lnTo>
                    <a:pt x="3762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1140756E-2574-44F0-9074-9328392ACB97}"/>
                </a:ext>
              </a:extLst>
            </p:cNvPr>
            <p:cNvSpPr/>
            <p:nvPr/>
          </p:nvSpPr>
          <p:spPr>
            <a:xfrm>
              <a:off x="3970971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3 w 79057"/>
                <a:gd name="connsiteY6" fmla="*/ 384810 h 384809"/>
                <a:gd name="connsiteX7" fmla="*/ 8573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44D5A781-CCB6-4733-A1CC-7B66AF07F2B7}"/>
                </a:ext>
              </a:extLst>
            </p:cNvPr>
            <p:cNvSpPr/>
            <p:nvPr/>
          </p:nvSpPr>
          <p:spPr>
            <a:xfrm>
              <a:off x="4099559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5286052C-725E-4196-95ED-5A73339E7927}"/>
                </a:ext>
              </a:extLst>
            </p:cNvPr>
            <p:cNvSpPr/>
            <p:nvPr/>
          </p:nvSpPr>
          <p:spPr>
            <a:xfrm>
              <a:off x="4346256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D5A311D4-BCEE-41FE-95E3-C6146127B40C}"/>
                </a:ext>
              </a:extLst>
            </p:cNvPr>
            <p:cNvSpPr/>
            <p:nvPr/>
          </p:nvSpPr>
          <p:spPr>
            <a:xfrm>
              <a:off x="460152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3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89535" y="50482"/>
                    <a:pt x="67628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B3C5380D-6CFA-43B9-A443-290AB0C2A300}"/>
                </a:ext>
              </a:extLst>
            </p:cNvPr>
            <p:cNvSpPr/>
            <p:nvPr/>
          </p:nvSpPr>
          <p:spPr>
            <a:xfrm>
              <a:off x="4913946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08A1881A-1CE6-4B6F-8C59-66E76F02A448}"/>
                </a:ext>
              </a:extLst>
            </p:cNvPr>
            <p:cNvSpPr/>
            <p:nvPr/>
          </p:nvSpPr>
          <p:spPr>
            <a:xfrm>
              <a:off x="519874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19FAED69-7B35-458E-A35F-6DDE087471F1}"/>
                </a:ext>
              </a:extLst>
            </p:cNvPr>
            <p:cNvSpPr/>
            <p:nvPr/>
          </p:nvSpPr>
          <p:spPr>
            <a:xfrm>
              <a:off x="5454967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7C1D47F6-986A-41D8-BD7A-54ABDA896F33}"/>
                </a:ext>
              </a:extLst>
            </p:cNvPr>
            <p:cNvSpPr/>
            <p:nvPr/>
          </p:nvSpPr>
          <p:spPr>
            <a:xfrm>
              <a:off x="5733096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ACDA601C-2229-42A2-A7F2-6D0D0B14CE0E}"/>
                </a:ext>
              </a:extLst>
            </p:cNvPr>
            <p:cNvSpPr/>
            <p:nvPr/>
          </p:nvSpPr>
          <p:spPr>
            <a:xfrm>
              <a:off x="6023609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3 w 225742"/>
                <a:gd name="connsiteY1" fmla="*/ 113347 h 279082"/>
                <a:gd name="connsiteX2" fmla="*/ 164783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3 w 225742"/>
                <a:gd name="connsiteY7" fmla="*/ 102870 h 279082"/>
                <a:gd name="connsiteX8" fmla="*/ 225743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3 w 225742"/>
                <a:gd name="connsiteY16" fmla="*/ 200025 h 279082"/>
                <a:gd name="connsiteX17" fmla="*/ 164783 w 225742"/>
                <a:gd name="connsiteY17" fmla="*/ 153352 h 279082"/>
                <a:gd name="connsiteX18" fmla="*/ 120968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3" y="113347"/>
                  </a:cubicBezTo>
                  <a:lnTo>
                    <a:pt x="164783" y="103822"/>
                  </a:lnTo>
                  <a:cubicBezTo>
                    <a:pt x="164783" y="69532"/>
                    <a:pt x="144780" y="52388"/>
                    <a:pt x="105728" y="52388"/>
                  </a:cubicBezTo>
                  <a:cubicBezTo>
                    <a:pt x="83820" y="52388"/>
                    <a:pt x="60008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3" y="0"/>
                    <a:pt x="225743" y="35242"/>
                    <a:pt x="225743" y="102870"/>
                  </a:cubicBezTo>
                  <a:lnTo>
                    <a:pt x="225743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3" y="232410"/>
                    <a:pt x="147638" y="220980"/>
                    <a:pt x="164783" y="200025"/>
                  </a:cubicBezTo>
                  <a:lnTo>
                    <a:pt x="164783" y="153352"/>
                  </a:lnTo>
                  <a:cubicBezTo>
                    <a:pt x="150495" y="149542"/>
                    <a:pt x="135255" y="148590"/>
                    <a:pt x="120968" y="148590"/>
                  </a:cubicBezTo>
                  <a:cubicBezTo>
                    <a:pt x="81915" y="148590"/>
                    <a:pt x="59055" y="164783"/>
                    <a:pt x="59055" y="192405"/>
                  </a:cubicBezTo>
                  <a:cubicBezTo>
                    <a:pt x="60008" y="217170"/>
                    <a:pt x="77153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785F4A99-D669-4967-BBBD-C0E6C914F4BD}"/>
                </a:ext>
              </a:extLst>
            </p:cNvPr>
            <p:cNvSpPr/>
            <p:nvPr/>
          </p:nvSpPr>
          <p:spPr>
            <a:xfrm>
              <a:off x="6299834" y="3097529"/>
              <a:ext cx="162877" cy="391477"/>
            </a:xfrm>
            <a:custGeom>
              <a:avLst/>
              <a:gdLst>
                <a:gd name="connsiteX0" fmla="*/ 162878 w 162877"/>
                <a:gd name="connsiteY0" fmla="*/ 58103 h 391477"/>
                <a:gd name="connsiteX1" fmla="*/ 135255 w 162877"/>
                <a:gd name="connsiteY1" fmla="*/ 52388 h 391477"/>
                <a:gd name="connsiteX2" fmla="*/ 101918 w 162877"/>
                <a:gd name="connsiteY2" fmla="*/ 89535 h 391477"/>
                <a:gd name="connsiteX3" fmla="*/ 101918 w 162877"/>
                <a:gd name="connsiteY3" fmla="*/ 125730 h 391477"/>
                <a:gd name="connsiteX4" fmla="*/ 155258 w 162877"/>
                <a:gd name="connsiteY4" fmla="*/ 125730 h 391477"/>
                <a:gd name="connsiteX5" fmla="*/ 155258 w 162877"/>
                <a:gd name="connsiteY5" fmla="*/ 177165 h 391477"/>
                <a:gd name="connsiteX6" fmla="*/ 102870 w 162877"/>
                <a:gd name="connsiteY6" fmla="*/ 177165 h 391477"/>
                <a:gd name="connsiteX7" fmla="*/ 102870 w 162877"/>
                <a:gd name="connsiteY7" fmla="*/ 391478 h 391477"/>
                <a:gd name="connsiteX8" fmla="*/ 40958 w 162877"/>
                <a:gd name="connsiteY8" fmla="*/ 391478 h 391477"/>
                <a:gd name="connsiteX9" fmla="*/ 40958 w 162877"/>
                <a:gd name="connsiteY9" fmla="*/ 177165 h 391477"/>
                <a:gd name="connsiteX10" fmla="*/ 0 w 162877"/>
                <a:gd name="connsiteY10" fmla="*/ 177165 h 391477"/>
                <a:gd name="connsiteX11" fmla="*/ 0 w 162877"/>
                <a:gd name="connsiteY11" fmla="*/ 126683 h 391477"/>
                <a:gd name="connsiteX12" fmla="*/ 40958 w 162877"/>
                <a:gd name="connsiteY12" fmla="*/ 126683 h 391477"/>
                <a:gd name="connsiteX13" fmla="*/ 40958 w 162877"/>
                <a:gd name="connsiteY13" fmla="*/ 88583 h 391477"/>
                <a:gd name="connsiteX14" fmla="*/ 125730 w 162877"/>
                <a:gd name="connsiteY14" fmla="*/ 0 h 391477"/>
                <a:gd name="connsiteX15" fmla="*/ 162878 w 162877"/>
                <a:gd name="connsiteY15" fmla="*/ 5715 h 391477"/>
                <a:gd name="connsiteX16" fmla="*/ 162878 w 162877"/>
                <a:gd name="connsiteY16" fmla="*/ 58103 h 39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877" h="391477">
                  <a:moveTo>
                    <a:pt x="162878" y="58103"/>
                  </a:moveTo>
                  <a:cubicBezTo>
                    <a:pt x="154305" y="54293"/>
                    <a:pt x="144780" y="52388"/>
                    <a:pt x="135255" y="52388"/>
                  </a:cubicBezTo>
                  <a:cubicBezTo>
                    <a:pt x="111443" y="52388"/>
                    <a:pt x="101918" y="64770"/>
                    <a:pt x="101918" y="89535"/>
                  </a:cubicBezTo>
                  <a:lnTo>
                    <a:pt x="101918" y="125730"/>
                  </a:lnTo>
                  <a:lnTo>
                    <a:pt x="155258" y="125730"/>
                  </a:lnTo>
                  <a:lnTo>
                    <a:pt x="155258" y="177165"/>
                  </a:lnTo>
                  <a:lnTo>
                    <a:pt x="102870" y="177165"/>
                  </a:lnTo>
                  <a:lnTo>
                    <a:pt x="102870" y="391478"/>
                  </a:lnTo>
                  <a:lnTo>
                    <a:pt x="40958" y="391478"/>
                  </a:lnTo>
                  <a:lnTo>
                    <a:pt x="40958" y="177165"/>
                  </a:lnTo>
                  <a:lnTo>
                    <a:pt x="0" y="177165"/>
                  </a:lnTo>
                  <a:lnTo>
                    <a:pt x="0" y="126683"/>
                  </a:lnTo>
                  <a:lnTo>
                    <a:pt x="40958" y="126683"/>
                  </a:lnTo>
                  <a:lnTo>
                    <a:pt x="40958" y="88583"/>
                  </a:lnTo>
                  <a:cubicBezTo>
                    <a:pt x="40958" y="33338"/>
                    <a:pt x="65722" y="0"/>
                    <a:pt x="125730" y="0"/>
                  </a:cubicBezTo>
                  <a:cubicBezTo>
                    <a:pt x="139065" y="0"/>
                    <a:pt x="152400" y="1905"/>
                    <a:pt x="162878" y="5715"/>
                  </a:cubicBezTo>
                  <a:lnTo>
                    <a:pt x="162878" y="581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99269C21-4B9A-40F4-B0EC-4302D1D81285}"/>
                </a:ext>
              </a:extLst>
            </p:cNvPr>
            <p:cNvSpPr/>
            <p:nvPr/>
          </p:nvSpPr>
          <p:spPr>
            <a:xfrm>
              <a:off x="649700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1922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63DCF50B-B7E2-4B9A-A9F1-72C2786856E5}"/>
                </a:ext>
              </a:extLst>
            </p:cNvPr>
            <p:cNvSpPr/>
            <p:nvPr/>
          </p:nvSpPr>
          <p:spPr>
            <a:xfrm>
              <a:off x="6725601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33378C80-94EA-4CB0-840E-7D1524EF66B2}"/>
                </a:ext>
              </a:extLst>
            </p:cNvPr>
            <p:cNvSpPr/>
            <p:nvPr/>
          </p:nvSpPr>
          <p:spPr>
            <a:xfrm>
              <a:off x="6861809" y="3105149"/>
              <a:ext cx="79057" cy="384809"/>
            </a:xfrm>
            <a:custGeom>
              <a:avLst/>
              <a:gdLst>
                <a:gd name="connsiteX0" fmla="*/ 79057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7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7" y="38100"/>
                  </a:moveTo>
                  <a:cubicBezTo>
                    <a:pt x="79057" y="60008"/>
                    <a:pt x="60960" y="76200"/>
                    <a:pt x="39052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7" y="16192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5578B968-B064-4B8A-B630-315830A91186}"/>
                </a:ext>
              </a:extLst>
            </p:cNvPr>
            <p:cNvSpPr/>
            <p:nvPr/>
          </p:nvSpPr>
          <p:spPr>
            <a:xfrm>
              <a:off x="6998969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F571248A-4AB2-457F-AD4B-B1C61842CDE5}"/>
                </a:ext>
              </a:extLst>
            </p:cNvPr>
            <p:cNvSpPr/>
            <p:nvPr/>
          </p:nvSpPr>
          <p:spPr>
            <a:xfrm>
              <a:off x="7277099" y="3101339"/>
              <a:ext cx="229552" cy="389572"/>
            </a:xfrm>
            <a:custGeom>
              <a:avLst/>
              <a:gdLst>
                <a:gd name="connsiteX0" fmla="*/ 229552 w 229552"/>
                <a:gd name="connsiteY0" fmla="*/ 388620 h 389572"/>
                <a:gd name="connsiteX1" fmla="*/ 166688 w 229552"/>
                <a:gd name="connsiteY1" fmla="*/ 388620 h 389572"/>
                <a:gd name="connsiteX2" fmla="*/ 166688 w 229552"/>
                <a:gd name="connsiteY2" fmla="*/ 236220 h 389572"/>
                <a:gd name="connsiteX3" fmla="*/ 117157 w 229552"/>
                <a:gd name="connsiteY3" fmla="*/ 171450 h 389572"/>
                <a:gd name="connsiteX4" fmla="*/ 61913 w 229552"/>
                <a:gd name="connsiteY4" fmla="*/ 236220 h 389572"/>
                <a:gd name="connsiteX5" fmla="*/ 61913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2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7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A6FFBD8C-20FE-49A8-AD93-91F6AB916004}"/>
                </a:ext>
              </a:extLst>
            </p:cNvPr>
            <p:cNvSpPr/>
            <p:nvPr/>
          </p:nvSpPr>
          <p:spPr>
            <a:xfrm>
              <a:off x="7571422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9726AFCB-1AD9-483A-9650-9FF07CF67281}"/>
                </a:ext>
              </a:extLst>
            </p:cNvPr>
            <p:cNvSpPr/>
            <p:nvPr/>
          </p:nvSpPr>
          <p:spPr>
            <a:xfrm>
              <a:off x="8041956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3 w 231457"/>
                <a:gd name="connsiteY1" fmla="*/ 60007 h 368617"/>
                <a:gd name="connsiteX2" fmla="*/ 65723 w 231457"/>
                <a:gd name="connsiteY2" fmla="*/ 151447 h 368617"/>
                <a:gd name="connsiteX3" fmla="*/ 189548 w 231457"/>
                <a:gd name="connsiteY3" fmla="*/ 151447 h 368617"/>
                <a:gd name="connsiteX4" fmla="*/ 189548 w 231457"/>
                <a:gd name="connsiteY4" fmla="*/ 211455 h 368617"/>
                <a:gd name="connsiteX5" fmla="*/ 65723 w 231457"/>
                <a:gd name="connsiteY5" fmla="*/ 211455 h 368617"/>
                <a:gd name="connsiteX6" fmla="*/ 65723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3" y="60007"/>
                  </a:lnTo>
                  <a:lnTo>
                    <a:pt x="65723" y="151447"/>
                  </a:lnTo>
                  <a:lnTo>
                    <a:pt x="189548" y="151447"/>
                  </a:lnTo>
                  <a:lnTo>
                    <a:pt x="189548" y="211455"/>
                  </a:lnTo>
                  <a:lnTo>
                    <a:pt x="65723" y="211455"/>
                  </a:lnTo>
                  <a:lnTo>
                    <a:pt x="65723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F2DF3C25-6C88-4662-A6A6-42B5BB22B511}"/>
                </a:ext>
              </a:extLst>
            </p:cNvPr>
            <p:cNvSpPr/>
            <p:nvPr/>
          </p:nvSpPr>
          <p:spPr>
            <a:xfrm>
              <a:off x="8285780" y="3217544"/>
              <a:ext cx="225758" cy="279082"/>
            </a:xfrm>
            <a:custGeom>
              <a:avLst/>
              <a:gdLst>
                <a:gd name="connsiteX0" fmla="*/ 114317 w 225758"/>
                <a:gd name="connsiteY0" fmla="*/ 107633 h 279082"/>
                <a:gd name="connsiteX1" fmla="*/ 164799 w 225758"/>
                <a:gd name="connsiteY1" fmla="*/ 113347 h 279082"/>
                <a:gd name="connsiteX2" fmla="*/ 164799 w 225758"/>
                <a:gd name="connsiteY2" fmla="*/ 103822 h 279082"/>
                <a:gd name="connsiteX3" fmla="*/ 105744 w 225758"/>
                <a:gd name="connsiteY3" fmla="*/ 52388 h 279082"/>
                <a:gd name="connsiteX4" fmla="*/ 38117 w 225758"/>
                <a:gd name="connsiteY4" fmla="*/ 67627 h 279082"/>
                <a:gd name="connsiteX5" fmla="*/ 24781 w 225758"/>
                <a:gd name="connsiteY5" fmla="*/ 15240 h 279082"/>
                <a:gd name="connsiteX6" fmla="*/ 112412 w 225758"/>
                <a:gd name="connsiteY6" fmla="*/ 0 h 279082"/>
                <a:gd name="connsiteX7" fmla="*/ 225759 w 225758"/>
                <a:gd name="connsiteY7" fmla="*/ 102870 h 279082"/>
                <a:gd name="connsiteX8" fmla="*/ 225759 w 225758"/>
                <a:gd name="connsiteY8" fmla="*/ 273367 h 279082"/>
                <a:gd name="connsiteX9" fmla="*/ 166704 w 225758"/>
                <a:gd name="connsiteY9" fmla="*/ 273367 h 279082"/>
                <a:gd name="connsiteX10" fmla="*/ 166704 w 225758"/>
                <a:gd name="connsiteY10" fmla="*/ 244792 h 279082"/>
                <a:gd name="connsiteX11" fmla="*/ 165751 w 225758"/>
                <a:gd name="connsiteY11" fmla="*/ 244792 h 279082"/>
                <a:gd name="connsiteX12" fmla="*/ 87646 w 225758"/>
                <a:gd name="connsiteY12" fmla="*/ 279083 h 279082"/>
                <a:gd name="connsiteX13" fmla="*/ 17 w 225758"/>
                <a:gd name="connsiteY13" fmla="*/ 194310 h 279082"/>
                <a:gd name="connsiteX14" fmla="*/ 114317 w 225758"/>
                <a:gd name="connsiteY14" fmla="*/ 107633 h 279082"/>
                <a:gd name="connsiteX15" fmla="*/ 103839 w 225758"/>
                <a:gd name="connsiteY15" fmla="*/ 232410 h 279082"/>
                <a:gd name="connsiteX16" fmla="*/ 164799 w 225758"/>
                <a:gd name="connsiteY16" fmla="*/ 200025 h 279082"/>
                <a:gd name="connsiteX17" fmla="*/ 164799 w 225758"/>
                <a:gd name="connsiteY17" fmla="*/ 153352 h 279082"/>
                <a:gd name="connsiteX18" fmla="*/ 120984 w 225758"/>
                <a:gd name="connsiteY18" fmla="*/ 148590 h 279082"/>
                <a:gd name="connsiteX19" fmla="*/ 59071 w 225758"/>
                <a:gd name="connsiteY19" fmla="*/ 192405 h 279082"/>
                <a:gd name="connsiteX20" fmla="*/ 103839 w 225758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8" h="279082">
                  <a:moveTo>
                    <a:pt x="114317" y="107633"/>
                  </a:moveTo>
                  <a:cubicBezTo>
                    <a:pt x="131462" y="107633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6" y="52388"/>
                    <a:pt x="105744" y="52388"/>
                  </a:cubicBezTo>
                  <a:cubicBezTo>
                    <a:pt x="83837" y="52388"/>
                    <a:pt x="60024" y="57150"/>
                    <a:pt x="38117" y="67627"/>
                  </a:cubicBezTo>
                  <a:lnTo>
                    <a:pt x="24781" y="15240"/>
                  </a:lnTo>
                  <a:cubicBezTo>
                    <a:pt x="49546" y="5715"/>
                    <a:pt x="81931" y="0"/>
                    <a:pt x="112412" y="0"/>
                  </a:cubicBezTo>
                  <a:cubicBezTo>
                    <a:pt x="187659" y="0"/>
                    <a:pt x="225759" y="35242"/>
                    <a:pt x="225759" y="102870"/>
                  </a:cubicBezTo>
                  <a:lnTo>
                    <a:pt x="225759" y="273367"/>
                  </a:lnTo>
                  <a:lnTo>
                    <a:pt x="166704" y="273367"/>
                  </a:lnTo>
                  <a:lnTo>
                    <a:pt x="166704" y="244792"/>
                  </a:lnTo>
                  <a:lnTo>
                    <a:pt x="165751" y="244792"/>
                  </a:lnTo>
                  <a:cubicBezTo>
                    <a:pt x="142892" y="268605"/>
                    <a:pt x="119079" y="279083"/>
                    <a:pt x="87646" y="279083"/>
                  </a:cubicBezTo>
                  <a:cubicBezTo>
                    <a:pt x="34306" y="279083"/>
                    <a:pt x="17" y="245745"/>
                    <a:pt x="17" y="194310"/>
                  </a:cubicBezTo>
                  <a:cubicBezTo>
                    <a:pt x="-936" y="138113"/>
                    <a:pt x="39069" y="107633"/>
                    <a:pt x="114317" y="107633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3352"/>
                  </a:lnTo>
                  <a:cubicBezTo>
                    <a:pt x="150512" y="149542"/>
                    <a:pt x="135271" y="148590"/>
                    <a:pt x="120984" y="148590"/>
                  </a:cubicBezTo>
                  <a:cubicBezTo>
                    <a:pt x="81931" y="148590"/>
                    <a:pt x="59071" y="164783"/>
                    <a:pt x="59071" y="192405"/>
                  </a:cubicBezTo>
                  <a:cubicBezTo>
                    <a:pt x="59071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95A3CF1A-6032-4872-927C-735172F42726}"/>
                </a:ext>
              </a:extLst>
            </p:cNvPr>
            <p:cNvSpPr/>
            <p:nvPr/>
          </p:nvSpPr>
          <p:spPr>
            <a:xfrm>
              <a:off x="8590597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27D5CCD2-63F8-48A8-947F-AB27C9C2F838}"/>
                </a:ext>
              </a:extLst>
            </p:cNvPr>
            <p:cNvSpPr/>
            <p:nvPr/>
          </p:nvSpPr>
          <p:spPr>
            <a:xfrm>
              <a:off x="8870631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8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2F709A41-6092-4CCF-82D7-E877063EEB9F}"/>
                </a:ext>
              </a:extLst>
            </p:cNvPr>
            <p:cNvSpPr/>
            <p:nvPr/>
          </p:nvSpPr>
          <p:spPr>
            <a:xfrm>
              <a:off x="9180194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581773BF-ABD0-407E-AB97-E68F240BC3D4}"/>
                </a:ext>
              </a:extLst>
            </p:cNvPr>
            <p:cNvSpPr/>
            <p:nvPr/>
          </p:nvSpPr>
          <p:spPr>
            <a:xfrm>
              <a:off x="9297351" y="3138487"/>
              <a:ext cx="165735" cy="358140"/>
            </a:xfrm>
            <a:custGeom>
              <a:avLst/>
              <a:gdLst>
                <a:gd name="connsiteX0" fmla="*/ 165735 w 165735"/>
                <a:gd name="connsiteY0" fmla="*/ 295275 h 358140"/>
                <a:gd name="connsiteX1" fmla="*/ 165735 w 165735"/>
                <a:gd name="connsiteY1" fmla="*/ 348615 h 358140"/>
                <a:gd name="connsiteX2" fmla="*/ 113348 w 165735"/>
                <a:gd name="connsiteY2" fmla="*/ 358140 h 358140"/>
                <a:gd name="connsiteX3" fmla="*/ 40958 w 165735"/>
                <a:gd name="connsiteY3" fmla="*/ 282892 h 358140"/>
                <a:gd name="connsiteX4" fmla="*/ 40958 w 165735"/>
                <a:gd name="connsiteY4" fmla="*/ 137160 h 358140"/>
                <a:gd name="connsiteX5" fmla="*/ 0 w 165735"/>
                <a:gd name="connsiteY5" fmla="*/ 137160 h 358140"/>
                <a:gd name="connsiteX6" fmla="*/ 0 w 165735"/>
                <a:gd name="connsiteY6" fmla="*/ 85725 h 358140"/>
                <a:gd name="connsiteX7" fmla="*/ 40005 w 165735"/>
                <a:gd name="connsiteY7" fmla="*/ 85725 h 358140"/>
                <a:gd name="connsiteX8" fmla="*/ 40005 w 165735"/>
                <a:gd name="connsiteY8" fmla="*/ 13335 h 358140"/>
                <a:gd name="connsiteX9" fmla="*/ 101918 w 165735"/>
                <a:gd name="connsiteY9" fmla="*/ 0 h 358140"/>
                <a:gd name="connsiteX10" fmla="*/ 101918 w 165735"/>
                <a:gd name="connsiteY10" fmla="*/ 86677 h 358140"/>
                <a:gd name="connsiteX11" fmla="*/ 165735 w 165735"/>
                <a:gd name="connsiteY11" fmla="*/ 86677 h 358140"/>
                <a:gd name="connsiteX12" fmla="*/ 165735 w 165735"/>
                <a:gd name="connsiteY12" fmla="*/ 138113 h 358140"/>
                <a:gd name="connsiteX13" fmla="*/ 101918 w 165735"/>
                <a:gd name="connsiteY13" fmla="*/ 138113 h 358140"/>
                <a:gd name="connsiteX14" fmla="*/ 101918 w 165735"/>
                <a:gd name="connsiteY14" fmla="*/ 269558 h 358140"/>
                <a:gd name="connsiteX15" fmla="*/ 130493 w 165735"/>
                <a:gd name="connsiteY15" fmla="*/ 304800 h 358140"/>
                <a:gd name="connsiteX16" fmla="*/ 165735 w 165735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3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6DB7A116-4CDE-41A8-8D2D-EF85A5B70166}"/>
                </a:ext>
              </a:extLst>
            </p:cNvPr>
            <p:cNvSpPr/>
            <p:nvPr/>
          </p:nvSpPr>
          <p:spPr>
            <a:xfrm>
              <a:off x="9511664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3 w 225742"/>
                <a:gd name="connsiteY7" fmla="*/ 210503 h 386715"/>
                <a:gd name="connsiteX8" fmla="*/ 225743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8 w 225742"/>
                <a:gd name="connsiteY15" fmla="*/ 72390 h 386715"/>
                <a:gd name="connsiteX16" fmla="*/ 26670 w 225742"/>
                <a:gd name="connsiteY16" fmla="*/ 36195 h 386715"/>
                <a:gd name="connsiteX17" fmla="*/ 63818 w 225742"/>
                <a:gd name="connsiteY17" fmla="*/ 0 h 386715"/>
                <a:gd name="connsiteX18" fmla="*/ 100965 w 225742"/>
                <a:gd name="connsiteY18" fmla="*/ 36195 h 386715"/>
                <a:gd name="connsiteX19" fmla="*/ 63818 w 225742"/>
                <a:gd name="connsiteY19" fmla="*/ 72390 h 386715"/>
                <a:gd name="connsiteX20" fmla="*/ 103823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8 w 225742"/>
                <a:gd name="connsiteY23" fmla="*/ 256222 h 386715"/>
                <a:gd name="connsiteX24" fmla="*/ 59055 w 225742"/>
                <a:gd name="connsiteY24" fmla="*/ 300038 h 386715"/>
                <a:gd name="connsiteX25" fmla="*/ 103823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3" y="107633"/>
                    <a:pt x="225743" y="142875"/>
                    <a:pt x="225743" y="210503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8" y="256222"/>
                  </a:cubicBezTo>
                  <a:cubicBezTo>
                    <a:pt x="81915" y="256222"/>
                    <a:pt x="59055" y="272415"/>
                    <a:pt x="59055" y="300038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5F16F757-9510-463A-A785-07309AE306C9}"/>
                </a:ext>
              </a:extLst>
            </p:cNvPr>
            <p:cNvSpPr/>
            <p:nvPr/>
          </p:nvSpPr>
          <p:spPr>
            <a:xfrm>
              <a:off x="978598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3673164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BE38A-EB2B-4D3A-BA3A-60E064537934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25613776-0F22-42BA-AE5A-1B73727AAD1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6F3463B9-219F-47BA-A610-FB7E4EFC87C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4702235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CC082-19BF-4D34-BDBA-EB322D18BEAC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6329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6791738E-1095-45F8-98E2-D057FFD19CA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D20B1B70-928F-438A-A4F8-3D6D25006E3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553587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1C556-645C-42D3-87FB-030FC3158F6C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18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07242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2780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86333803-0B38-4F61-95AE-49DCFFD7FB8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D8037CEF-DC8D-42F8-A101-D7A662C38F3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2801245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45246-EA9D-44AC-8282-2F0AC2B129E1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8D50DB04-91D7-4C23-96CE-09E0502D14C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83009F8A-4A00-4A24-A6D8-404B72DE25C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1453097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8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D71A9-818B-4A2E-8A37-E98B7E8971F2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6331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C6D487A-3469-4A14-880C-0C0352BFC29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FFCDCB26-1E50-4916-A928-F93F50FC820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1765471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9" y="3431381"/>
            <a:ext cx="357120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069726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F7457-C8AB-4044-B935-CD3DF3246568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1115774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05EC4CE8-43C6-428F-9E62-CB38E0CE644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711068D0-85DC-484A-8BF9-5725F4DBB27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8524832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981F1-A701-4B80-A32E-B610E9E63C09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06331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BF87D6FE-3E8F-49D4-B36A-217C95B23AF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039FC616-E693-41C1-BD19-698B2851440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0050961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83C28-30E4-4A43-BE3F-F394179AD869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06305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12311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A7347480-9F70-4378-B138-B8B7C593F8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4DD60A60-C176-4FB0-8C31-9E7D2485123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5640042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1D27A-84E3-4260-80ED-4B4705F39F87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11155366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596D627D-C6DC-4A75-911F-5FBF1AB867D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2849284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609FD-4214-4F3A-AE46-EBDE80A3F977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06330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E47B7883-3336-4077-90F0-B93089418A2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8251052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7093A-86DE-4C89-BE82-A64D3AE74032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4861" y="1631156"/>
            <a:ext cx="3571200" cy="456962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8317" y="1631157"/>
            <a:ext cx="7363752" cy="4569620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7CDDF36A-B7A5-4E95-A5D6-07C5FCED28B4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87DEC5F5-096F-46B9-AD07-8FF78ABF34B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7634421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Grü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4A8EF0-C4BB-4FF1-A087-1828A861A7A2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925060-7FCF-4CBC-B0DA-0731E3E98579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BC19384B-1D95-4C0D-B3F0-61407A015F56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93DCB95B-459E-4AC2-8E4B-6C459242A95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9ECB07F-83AC-4A69-A930-C51459FBE5BA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EB6DF347-64CA-4BE1-8952-3E80EBD008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2628F6-8442-4626-962B-E947FDA8C0C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09284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0FB9A-2C34-4553-8D0B-FB25F8E93665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18B908A7-A1D8-4FB7-9CB4-BDC3E20D2B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3ECE24E6-4A5A-4343-B2C1-436122DA9D1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8341641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E69FA-0A6C-4EF9-A6A0-29B5A0966AE3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/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„Mastertextformat bearbeiten“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F862885B-685B-4384-B9F0-6266AD0BDA7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A79F5836-BEF7-4EB3-8486-34259F17452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5966017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167">
            <a:extLst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59" name="Bildplatzhalter 60">
            <a:extLst>
              <a:ext uri="{FF2B5EF4-FFF2-40B4-BE49-F238E27FC236}">
                <a16:creationId xmlns:a16="http://schemas.microsoft.com/office/drawing/2014/main" id="{92CE05A2-27DE-4191-8A63-5C7C7ACA37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CBD8B083-79E8-44E1-BA43-E993160F02E1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 dirty="0" smtClean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Vielen Dank</a:t>
            </a:r>
            <a:br>
              <a:rPr lang="de-DE" dirty="0"/>
            </a:br>
            <a:r>
              <a:rPr lang="de-DE" dirty="0"/>
              <a:t>für Ihre Aufmerksamkeit!</a:t>
            </a:r>
          </a:p>
        </p:txBody>
      </p:sp>
      <p:sp>
        <p:nvSpPr>
          <p:cNvPr id="58" name="Freihandform: Form 57">
            <a:extLst>
              <a:ext uri="{FF2B5EF4-FFF2-40B4-BE49-F238E27FC236}">
                <a16:creationId xmlns:a16="http://schemas.microsoft.com/office/drawing/2014/main" id="{1A7F7BEE-9A4B-44B2-960F-97720F4BC3DA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3" name="Grafik 3">
            <a:extLst>
              <a:ext uri="{FF2B5EF4-FFF2-40B4-BE49-F238E27FC236}">
                <a16:creationId xmlns:a16="http://schemas.microsoft.com/office/drawing/2014/main" id="{3011B2CF-5596-40FB-835C-D450C93B6163}"/>
              </a:ext>
            </a:extLst>
          </p:cNvPr>
          <p:cNvGrpSpPr/>
          <p:nvPr userDrawn="1"/>
        </p:nvGrpSpPr>
        <p:grpSpPr>
          <a:xfrm>
            <a:off x="520163" y="293688"/>
            <a:ext cx="2623087" cy="328167"/>
            <a:chOff x="2178367" y="2525076"/>
            <a:chExt cx="7773352" cy="972502"/>
          </a:xfrm>
          <a:solidFill>
            <a:schemeClr val="tx1"/>
          </a:solidFill>
        </p:grpSpPr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B0449415-1C6A-4A64-8E2F-F702863ADCF1}"/>
                </a:ext>
              </a:extLst>
            </p:cNvPr>
            <p:cNvSpPr/>
            <p:nvPr/>
          </p:nvSpPr>
          <p:spPr>
            <a:xfrm>
              <a:off x="2178367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2 w 232409"/>
                <a:gd name="connsiteY1" fmla="*/ 60960 h 369569"/>
                <a:gd name="connsiteX2" fmla="*/ 65722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2 w 232409"/>
                <a:gd name="connsiteY5" fmla="*/ 212408 h 369569"/>
                <a:gd name="connsiteX6" fmla="*/ 65722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2" y="60960"/>
                  </a:lnTo>
                  <a:lnTo>
                    <a:pt x="65722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2" y="212408"/>
                  </a:lnTo>
                  <a:lnTo>
                    <a:pt x="65722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738B0DA3-FE01-4AE2-A303-09F23CA731E7}"/>
                </a:ext>
              </a:extLst>
            </p:cNvPr>
            <p:cNvSpPr/>
            <p:nvPr/>
          </p:nvSpPr>
          <p:spPr>
            <a:xfrm>
              <a:off x="2446972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9D6AD124-56CB-4E6C-AA90-A81031F6BDB3}"/>
                </a:ext>
              </a:extLst>
            </p:cNvPr>
            <p:cNvSpPr/>
            <p:nvPr/>
          </p:nvSpPr>
          <p:spPr>
            <a:xfrm>
              <a:off x="2651759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61C4E282-28A6-498E-9040-A910141F1EFD}"/>
                </a:ext>
              </a:extLst>
            </p:cNvPr>
            <p:cNvSpPr/>
            <p:nvPr/>
          </p:nvSpPr>
          <p:spPr>
            <a:xfrm>
              <a:off x="2787966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73C68822-B829-45A4-BBE9-36FFB1E83213}"/>
                </a:ext>
              </a:extLst>
            </p:cNvPr>
            <p:cNvSpPr/>
            <p:nvPr/>
          </p:nvSpPr>
          <p:spPr>
            <a:xfrm>
              <a:off x="30860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D77A74DB-FD82-47F9-8878-37803B7AB3D7}"/>
                </a:ext>
              </a:extLst>
            </p:cNvPr>
            <p:cNvSpPr/>
            <p:nvPr/>
          </p:nvSpPr>
          <p:spPr>
            <a:xfrm>
              <a:off x="341756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19522EFA-8CEC-4EE0-9442-39E9ADAB2CCC}"/>
                </a:ext>
              </a:extLst>
            </p:cNvPr>
            <p:cNvSpPr/>
            <p:nvPr/>
          </p:nvSpPr>
          <p:spPr>
            <a:xfrm>
              <a:off x="3622357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2 w 79057"/>
                <a:gd name="connsiteY6" fmla="*/ 384810 h 384810"/>
                <a:gd name="connsiteX7" fmla="*/ 8572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0DF3FC5F-9F16-467C-B353-4E19CECDB559}"/>
                </a:ext>
              </a:extLst>
            </p:cNvPr>
            <p:cNvSpPr/>
            <p:nvPr/>
          </p:nvSpPr>
          <p:spPr>
            <a:xfrm>
              <a:off x="3759516" y="2640329"/>
              <a:ext cx="224790" cy="280034"/>
            </a:xfrm>
            <a:custGeom>
              <a:avLst/>
              <a:gdLst>
                <a:gd name="connsiteX0" fmla="*/ 222885 w 224790"/>
                <a:gd name="connsiteY0" fmla="*/ 237172 h 280034"/>
                <a:gd name="connsiteX1" fmla="*/ 127635 w 224790"/>
                <a:gd name="connsiteY1" fmla="*/ 280035 h 280034"/>
                <a:gd name="connsiteX2" fmla="*/ 0 w 224790"/>
                <a:gd name="connsiteY2" fmla="*/ 140970 h 280034"/>
                <a:gd name="connsiteX3" fmla="*/ 128588 w 224790"/>
                <a:gd name="connsiteY3" fmla="*/ 0 h 280034"/>
                <a:gd name="connsiteX4" fmla="*/ 224790 w 224790"/>
                <a:gd name="connsiteY4" fmla="*/ 45720 h 280034"/>
                <a:gd name="connsiteX5" fmla="*/ 181928 w 224790"/>
                <a:gd name="connsiteY5" fmla="*/ 86678 h 280034"/>
                <a:gd name="connsiteX6" fmla="*/ 128588 w 224790"/>
                <a:gd name="connsiteY6" fmla="*/ 57150 h 280034"/>
                <a:gd name="connsiteX7" fmla="*/ 62865 w 224790"/>
                <a:gd name="connsiteY7" fmla="*/ 140018 h 280034"/>
                <a:gd name="connsiteX8" fmla="*/ 128588 w 224790"/>
                <a:gd name="connsiteY8" fmla="*/ 222885 h 280034"/>
                <a:gd name="connsiteX9" fmla="*/ 183833 w 224790"/>
                <a:gd name="connsiteY9" fmla="*/ 193358 h 280034"/>
                <a:gd name="connsiteX10" fmla="*/ 222885 w 224790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54D5478D-625E-4820-BE3F-5A2A1D1D92CB}"/>
                </a:ext>
              </a:extLst>
            </p:cNvPr>
            <p:cNvSpPr/>
            <p:nvPr/>
          </p:nvSpPr>
          <p:spPr>
            <a:xfrm>
              <a:off x="4038599" y="2525076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DFDF2471-44E2-421C-AC3B-D064ACCDB94C}"/>
                </a:ext>
              </a:extLst>
            </p:cNvPr>
            <p:cNvSpPr/>
            <p:nvPr/>
          </p:nvSpPr>
          <p:spPr>
            <a:xfrm>
              <a:off x="4338637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1F7D1821-AC51-4D3F-9530-6B9F6703662A}"/>
                </a:ext>
              </a:extLst>
            </p:cNvPr>
            <p:cNvSpPr/>
            <p:nvPr/>
          </p:nvSpPr>
          <p:spPr>
            <a:xfrm>
              <a:off x="4502467" y="2545079"/>
              <a:ext cx="342900" cy="368617"/>
            </a:xfrm>
            <a:custGeom>
              <a:avLst/>
              <a:gdLst>
                <a:gd name="connsiteX0" fmla="*/ 136207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2 w 342900"/>
                <a:gd name="connsiteY4" fmla="*/ 290512 h 368617"/>
                <a:gd name="connsiteX5" fmla="*/ 96202 w 342900"/>
                <a:gd name="connsiteY5" fmla="*/ 290512 h 368617"/>
                <a:gd name="connsiteX6" fmla="*/ 69532 w 342900"/>
                <a:gd name="connsiteY6" fmla="*/ 368618 h 368617"/>
                <a:gd name="connsiteX7" fmla="*/ 0 w 342900"/>
                <a:gd name="connsiteY7" fmla="*/ 368618 h 368617"/>
                <a:gd name="connsiteX8" fmla="*/ 136207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7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7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2" y="290512"/>
                  </a:lnTo>
                  <a:lnTo>
                    <a:pt x="96202" y="290512"/>
                  </a:lnTo>
                  <a:lnTo>
                    <a:pt x="69532" y="368618"/>
                  </a:lnTo>
                  <a:lnTo>
                    <a:pt x="0" y="368618"/>
                  </a:lnTo>
                  <a:lnTo>
                    <a:pt x="136207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7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EB17AE7F-A04B-467A-9306-87FE75DF0E04}"/>
                </a:ext>
              </a:extLst>
            </p:cNvPr>
            <p:cNvSpPr/>
            <p:nvPr/>
          </p:nvSpPr>
          <p:spPr>
            <a:xfrm>
              <a:off x="490061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46339B94-749D-4AB3-A33D-B33FA5BAE446}"/>
                </a:ext>
              </a:extLst>
            </p:cNvPr>
            <p:cNvSpPr/>
            <p:nvPr/>
          </p:nvSpPr>
          <p:spPr>
            <a:xfrm>
              <a:off x="502919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40C8837A-0B5F-4A13-B684-B3EB1FF4F1B5}"/>
                </a:ext>
              </a:extLst>
            </p:cNvPr>
            <p:cNvSpPr/>
            <p:nvPr/>
          </p:nvSpPr>
          <p:spPr>
            <a:xfrm>
              <a:off x="530637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3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3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C79E37DC-409A-4084-8BCE-C5917C2A84A1}"/>
                </a:ext>
              </a:extLst>
            </p:cNvPr>
            <p:cNvSpPr/>
            <p:nvPr/>
          </p:nvSpPr>
          <p:spPr>
            <a:xfrm>
              <a:off x="559496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5735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7484E8C0-76B0-4B1C-9BF9-74EE12367B72}"/>
                </a:ext>
              </a:extLst>
            </p:cNvPr>
            <p:cNvSpPr/>
            <p:nvPr/>
          </p:nvSpPr>
          <p:spPr>
            <a:xfrm>
              <a:off x="5900737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112417C7-0430-4F81-BBD4-AA6D1ED1EBE6}"/>
                </a:ext>
              </a:extLst>
            </p:cNvPr>
            <p:cNvSpPr/>
            <p:nvPr/>
          </p:nvSpPr>
          <p:spPr>
            <a:xfrm>
              <a:off x="619505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596D4F29-6C7C-4E6D-AF8B-430889FA2F92}"/>
                </a:ext>
              </a:extLst>
            </p:cNvPr>
            <p:cNvSpPr/>
            <p:nvPr/>
          </p:nvSpPr>
          <p:spPr>
            <a:xfrm>
              <a:off x="651128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7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7" y="53340"/>
                    <a:pt x="242887" y="135255"/>
                  </a:cubicBezTo>
                  <a:cubicBezTo>
                    <a:pt x="242887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2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3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7628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2" name="Freihandform: Form 111">
              <a:extLst>
                <a:ext uri="{FF2B5EF4-FFF2-40B4-BE49-F238E27FC236}">
                  <a16:creationId xmlns:a16="http://schemas.microsoft.com/office/drawing/2014/main" id="{C78C5412-D97D-4017-B0C7-8AEC1552AEF0}"/>
                </a:ext>
              </a:extLst>
            </p:cNvPr>
            <p:cNvSpPr/>
            <p:nvPr/>
          </p:nvSpPr>
          <p:spPr>
            <a:xfrm>
              <a:off x="6824662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3" name="Freihandform: Form 112">
              <a:extLst>
                <a:ext uri="{FF2B5EF4-FFF2-40B4-BE49-F238E27FC236}">
                  <a16:creationId xmlns:a16="http://schemas.microsoft.com/office/drawing/2014/main" id="{850A92F4-5A6E-4593-B6AA-859530A02DAA}"/>
                </a:ext>
              </a:extLst>
            </p:cNvPr>
            <p:cNvSpPr/>
            <p:nvPr/>
          </p:nvSpPr>
          <p:spPr>
            <a:xfrm>
              <a:off x="7023734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BEAAE5B0-8E68-4059-9692-6EA74FCE9E8F}"/>
                </a:ext>
              </a:extLst>
            </p:cNvPr>
            <p:cNvSpPr/>
            <p:nvPr/>
          </p:nvSpPr>
          <p:spPr>
            <a:xfrm>
              <a:off x="723328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2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268B4AAB-F3FC-4A54-AE59-11D4B13AF48D}"/>
                </a:ext>
              </a:extLst>
            </p:cNvPr>
            <p:cNvSpPr/>
            <p:nvPr/>
          </p:nvSpPr>
          <p:spPr>
            <a:xfrm>
              <a:off x="7605712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CE185222-A5ED-406F-996B-85DC26BD01B4}"/>
                </a:ext>
              </a:extLst>
            </p:cNvPr>
            <p:cNvSpPr/>
            <p:nvPr/>
          </p:nvSpPr>
          <p:spPr>
            <a:xfrm>
              <a:off x="790479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2 w 79057"/>
                <a:gd name="connsiteY6" fmla="*/ 384810 h 384810"/>
                <a:gd name="connsiteX7" fmla="*/ 8572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3B0202CA-7509-4877-85C8-CACDC758DC37}"/>
                </a:ext>
              </a:extLst>
            </p:cNvPr>
            <p:cNvSpPr/>
            <p:nvPr/>
          </p:nvSpPr>
          <p:spPr>
            <a:xfrm>
              <a:off x="8027669" y="2647949"/>
              <a:ext cx="259080" cy="266700"/>
            </a:xfrm>
            <a:custGeom>
              <a:avLst/>
              <a:gdLst>
                <a:gd name="connsiteX0" fmla="*/ 259080 w 259080"/>
                <a:gd name="connsiteY0" fmla="*/ 0 h 266700"/>
                <a:gd name="connsiteX1" fmla="*/ 161925 w 259080"/>
                <a:gd name="connsiteY1" fmla="*/ 266700 h 266700"/>
                <a:gd name="connsiteX2" fmla="*/ 97155 w 259080"/>
                <a:gd name="connsiteY2" fmla="*/ 266700 h 266700"/>
                <a:gd name="connsiteX3" fmla="*/ 0 w 259080"/>
                <a:gd name="connsiteY3" fmla="*/ 0 h 266700"/>
                <a:gd name="connsiteX4" fmla="*/ 68580 w 259080"/>
                <a:gd name="connsiteY4" fmla="*/ 0 h 266700"/>
                <a:gd name="connsiteX5" fmla="*/ 129540 w 259080"/>
                <a:gd name="connsiteY5" fmla="*/ 193358 h 266700"/>
                <a:gd name="connsiteX6" fmla="*/ 130493 w 259080"/>
                <a:gd name="connsiteY6" fmla="*/ 193358 h 266700"/>
                <a:gd name="connsiteX7" fmla="*/ 191453 w 259080"/>
                <a:gd name="connsiteY7" fmla="*/ 0 h 266700"/>
                <a:gd name="connsiteX8" fmla="*/ 259080 w 259080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80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3" y="193358"/>
                  </a:lnTo>
                  <a:lnTo>
                    <a:pt x="191453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1547BA79-BB16-48DF-8A3E-A4E312335A44}"/>
                </a:ext>
              </a:extLst>
            </p:cNvPr>
            <p:cNvSpPr/>
            <p:nvPr/>
          </p:nvSpPr>
          <p:spPr>
            <a:xfrm>
              <a:off x="831532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AD9038C9-BA8B-4732-A59B-84A026AFA342}"/>
                </a:ext>
              </a:extLst>
            </p:cNvPr>
            <p:cNvSpPr/>
            <p:nvPr/>
          </p:nvSpPr>
          <p:spPr>
            <a:xfrm>
              <a:off x="862869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94B26F25-E866-4555-9CFA-54479F3BDC9B}"/>
                </a:ext>
              </a:extLst>
            </p:cNvPr>
            <p:cNvSpPr/>
            <p:nvPr/>
          </p:nvSpPr>
          <p:spPr>
            <a:xfrm>
              <a:off x="8818244" y="2640329"/>
              <a:ext cx="205740" cy="280034"/>
            </a:xfrm>
            <a:custGeom>
              <a:avLst/>
              <a:gdLst>
                <a:gd name="connsiteX0" fmla="*/ 29528 w 205740"/>
                <a:gd name="connsiteY0" fmla="*/ 198120 h 280034"/>
                <a:gd name="connsiteX1" fmla="*/ 104775 w 205740"/>
                <a:gd name="connsiteY1" fmla="*/ 227647 h 280034"/>
                <a:gd name="connsiteX2" fmla="*/ 143828 w 205740"/>
                <a:gd name="connsiteY2" fmla="*/ 200978 h 280034"/>
                <a:gd name="connsiteX3" fmla="*/ 10478 w 205740"/>
                <a:gd name="connsiteY3" fmla="*/ 82868 h 280034"/>
                <a:gd name="connsiteX4" fmla="*/ 111443 w 205740"/>
                <a:gd name="connsiteY4" fmla="*/ 0 h 280034"/>
                <a:gd name="connsiteX5" fmla="*/ 203835 w 205740"/>
                <a:gd name="connsiteY5" fmla="*/ 27622 h 280034"/>
                <a:gd name="connsiteX6" fmla="*/ 174307 w 205740"/>
                <a:gd name="connsiteY6" fmla="*/ 76200 h 280034"/>
                <a:gd name="connsiteX7" fmla="*/ 110490 w 205740"/>
                <a:gd name="connsiteY7" fmla="*/ 52387 h 280034"/>
                <a:gd name="connsiteX8" fmla="*/ 72390 w 205740"/>
                <a:gd name="connsiteY8" fmla="*/ 77153 h 280034"/>
                <a:gd name="connsiteX9" fmla="*/ 205740 w 205740"/>
                <a:gd name="connsiteY9" fmla="*/ 195262 h 280034"/>
                <a:gd name="connsiteX10" fmla="*/ 102870 w 205740"/>
                <a:gd name="connsiteY10" fmla="*/ 280035 h 280034"/>
                <a:gd name="connsiteX11" fmla="*/ 0 w 205740"/>
                <a:gd name="connsiteY11" fmla="*/ 247650 h 280034"/>
                <a:gd name="connsiteX12" fmla="*/ 29528 w 205740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4">
                  <a:moveTo>
                    <a:pt x="29528" y="198120"/>
                  </a:moveTo>
                  <a:cubicBezTo>
                    <a:pt x="56198" y="218122"/>
                    <a:pt x="80963" y="227647"/>
                    <a:pt x="104775" y="227647"/>
                  </a:cubicBezTo>
                  <a:cubicBezTo>
                    <a:pt x="127635" y="227647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8" y="60007"/>
                    <a:pt x="130493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8" y="280035"/>
                    <a:pt x="31432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D13C4216-5CFC-4D30-81F4-6398173809B8}"/>
                </a:ext>
              </a:extLst>
            </p:cNvPr>
            <p:cNvSpPr/>
            <p:nvPr/>
          </p:nvSpPr>
          <p:spPr>
            <a:xfrm>
              <a:off x="908208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BED719F3-A124-4E3F-B15E-D51E0B0B16B9}"/>
                </a:ext>
              </a:extLst>
            </p:cNvPr>
            <p:cNvSpPr/>
            <p:nvPr/>
          </p:nvSpPr>
          <p:spPr>
            <a:xfrm>
              <a:off x="9205912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7 w 165735"/>
                <a:gd name="connsiteY3" fmla="*/ 282892 h 358139"/>
                <a:gd name="connsiteX4" fmla="*/ 40957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99FEC83F-D466-45C2-9AC2-A4F2E3C49543}"/>
                </a:ext>
              </a:extLst>
            </p:cNvPr>
            <p:cNvSpPr/>
            <p:nvPr/>
          </p:nvSpPr>
          <p:spPr>
            <a:xfrm>
              <a:off x="942022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2 w 225742"/>
                <a:gd name="connsiteY1" fmla="*/ 220980 h 386714"/>
                <a:gd name="connsiteX2" fmla="*/ 164782 w 225742"/>
                <a:gd name="connsiteY2" fmla="*/ 211455 h 386714"/>
                <a:gd name="connsiteX3" fmla="*/ 105727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2 w 225742"/>
                <a:gd name="connsiteY21" fmla="*/ 307658 h 386714"/>
                <a:gd name="connsiteX22" fmla="*/ 164782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2 w 225742"/>
                <a:gd name="connsiteY26" fmla="*/ 72390 h 386714"/>
                <a:gd name="connsiteX27" fmla="*/ 135255 w 225742"/>
                <a:gd name="connsiteY27" fmla="*/ 36195 h 386714"/>
                <a:gd name="connsiteX28" fmla="*/ 172402 w 225742"/>
                <a:gd name="connsiteY28" fmla="*/ 0 h 386714"/>
                <a:gd name="connsiteX29" fmla="*/ 209550 w 225742"/>
                <a:gd name="connsiteY29" fmla="*/ 36195 h 386714"/>
                <a:gd name="connsiteX30" fmla="*/ 172402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2" y="340042"/>
                    <a:pt x="147638" y="328613"/>
                    <a:pt x="164782" y="307658"/>
                  </a:cubicBezTo>
                  <a:lnTo>
                    <a:pt x="164782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3367"/>
                    <a:pt x="59055" y="300990"/>
                  </a:cubicBezTo>
                  <a:cubicBezTo>
                    <a:pt x="59055" y="324803"/>
                    <a:pt x="77152" y="340042"/>
                    <a:pt x="103823" y="340042"/>
                  </a:cubicBezTo>
                  <a:close/>
                  <a:moveTo>
                    <a:pt x="172402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2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2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E04CB4EC-8DC6-45C9-B808-C96E8C5508C4}"/>
                </a:ext>
              </a:extLst>
            </p:cNvPr>
            <p:cNvSpPr/>
            <p:nvPr/>
          </p:nvSpPr>
          <p:spPr>
            <a:xfrm>
              <a:off x="9694544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7 w 165735"/>
                <a:gd name="connsiteY3" fmla="*/ 282892 h 358139"/>
                <a:gd name="connsiteX4" fmla="*/ 40957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558AC431-F147-488F-B059-EA67234AB074}"/>
                </a:ext>
              </a:extLst>
            </p:cNvPr>
            <p:cNvSpPr/>
            <p:nvPr/>
          </p:nvSpPr>
          <p:spPr>
            <a:xfrm>
              <a:off x="2179319" y="3121341"/>
              <a:ext cx="292417" cy="369570"/>
            </a:xfrm>
            <a:custGeom>
              <a:avLst/>
              <a:gdLst>
                <a:gd name="connsiteX0" fmla="*/ 0 w 292417"/>
                <a:gd name="connsiteY0" fmla="*/ 0 h 369570"/>
                <a:gd name="connsiteX1" fmla="*/ 66675 w 292417"/>
                <a:gd name="connsiteY1" fmla="*/ 0 h 369570"/>
                <a:gd name="connsiteX2" fmla="*/ 230505 w 292417"/>
                <a:gd name="connsiteY2" fmla="*/ 257175 h 369570"/>
                <a:gd name="connsiteX3" fmla="*/ 231458 w 292417"/>
                <a:gd name="connsiteY3" fmla="*/ 257175 h 369570"/>
                <a:gd name="connsiteX4" fmla="*/ 229553 w 292417"/>
                <a:gd name="connsiteY4" fmla="*/ 0 h 369570"/>
                <a:gd name="connsiteX5" fmla="*/ 292418 w 292417"/>
                <a:gd name="connsiteY5" fmla="*/ 0 h 369570"/>
                <a:gd name="connsiteX6" fmla="*/ 292418 w 292417"/>
                <a:gd name="connsiteY6" fmla="*/ 368617 h 369570"/>
                <a:gd name="connsiteX7" fmla="*/ 227647 w 292417"/>
                <a:gd name="connsiteY7" fmla="*/ 368617 h 369570"/>
                <a:gd name="connsiteX8" fmla="*/ 63818 w 292417"/>
                <a:gd name="connsiteY8" fmla="*/ 110490 h 369570"/>
                <a:gd name="connsiteX9" fmla="*/ 62865 w 292417"/>
                <a:gd name="connsiteY9" fmla="*/ 110490 h 369570"/>
                <a:gd name="connsiteX10" fmla="*/ 63818 w 292417"/>
                <a:gd name="connsiteY10" fmla="*/ 369570 h 369570"/>
                <a:gd name="connsiteX11" fmla="*/ 0 w 292417"/>
                <a:gd name="connsiteY11" fmla="*/ 369570 h 369570"/>
                <a:gd name="connsiteX12" fmla="*/ 0 w 292417"/>
                <a:gd name="connsiteY12" fmla="*/ 0 h 36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2417" h="369570">
                  <a:moveTo>
                    <a:pt x="0" y="0"/>
                  </a:moveTo>
                  <a:lnTo>
                    <a:pt x="66675" y="0"/>
                  </a:lnTo>
                  <a:lnTo>
                    <a:pt x="230505" y="257175"/>
                  </a:lnTo>
                  <a:lnTo>
                    <a:pt x="231458" y="257175"/>
                  </a:lnTo>
                  <a:lnTo>
                    <a:pt x="229553" y="0"/>
                  </a:lnTo>
                  <a:lnTo>
                    <a:pt x="292418" y="0"/>
                  </a:lnTo>
                  <a:lnTo>
                    <a:pt x="292418" y="368617"/>
                  </a:lnTo>
                  <a:lnTo>
                    <a:pt x="227647" y="368617"/>
                  </a:lnTo>
                  <a:lnTo>
                    <a:pt x="63818" y="110490"/>
                  </a:lnTo>
                  <a:lnTo>
                    <a:pt x="62865" y="110490"/>
                  </a:lnTo>
                  <a:lnTo>
                    <a:pt x="63818" y="369570"/>
                  </a:lnTo>
                  <a:lnTo>
                    <a:pt x="0" y="3695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B11E2C39-461E-4E9E-87BB-0C375FF08B3A}"/>
                </a:ext>
              </a:extLst>
            </p:cNvPr>
            <p:cNvSpPr/>
            <p:nvPr/>
          </p:nvSpPr>
          <p:spPr>
            <a:xfrm>
              <a:off x="2543174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3 w 225742"/>
                <a:gd name="connsiteY1" fmla="*/ 113347 h 279082"/>
                <a:gd name="connsiteX2" fmla="*/ 164783 w 225742"/>
                <a:gd name="connsiteY2" fmla="*/ 103822 h 279082"/>
                <a:gd name="connsiteX3" fmla="*/ 105727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3 w 225742"/>
                <a:gd name="connsiteY15" fmla="*/ 232410 h 279082"/>
                <a:gd name="connsiteX16" fmla="*/ 164783 w 225742"/>
                <a:gd name="connsiteY16" fmla="*/ 200025 h 279082"/>
                <a:gd name="connsiteX17" fmla="*/ 164783 w 225742"/>
                <a:gd name="connsiteY17" fmla="*/ 153352 h 279082"/>
                <a:gd name="connsiteX18" fmla="*/ 120967 w 225742"/>
                <a:gd name="connsiteY18" fmla="*/ 148590 h 279082"/>
                <a:gd name="connsiteX19" fmla="*/ 59055 w 225742"/>
                <a:gd name="connsiteY19" fmla="*/ 192405 h 279082"/>
                <a:gd name="connsiteX20" fmla="*/ 103823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3" y="113347"/>
                  </a:cubicBezTo>
                  <a:lnTo>
                    <a:pt x="164783" y="103822"/>
                  </a:lnTo>
                  <a:cubicBezTo>
                    <a:pt x="164783" y="69532"/>
                    <a:pt x="144780" y="52388"/>
                    <a:pt x="105727" y="52388"/>
                  </a:cubicBezTo>
                  <a:cubicBezTo>
                    <a:pt x="83820" y="52388"/>
                    <a:pt x="60008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2"/>
                    <a:pt x="225742" y="102870"/>
                  </a:cubicBezTo>
                  <a:lnTo>
                    <a:pt x="225742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3" y="232410"/>
                  </a:moveTo>
                  <a:cubicBezTo>
                    <a:pt x="126683" y="232410"/>
                    <a:pt x="147638" y="220980"/>
                    <a:pt x="164783" y="200025"/>
                  </a:cubicBezTo>
                  <a:lnTo>
                    <a:pt x="164783" y="153352"/>
                  </a:lnTo>
                  <a:cubicBezTo>
                    <a:pt x="150495" y="149542"/>
                    <a:pt x="135255" y="148590"/>
                    <a:pt x="120967" y="148590"/>
                  </a:cubicBezTo>
                  <a:cubicBezTo>
                    <a:pt x="81915" y="148590"/>
                    <a:pt x="59055" y="164783"/>
                    <a:pt x="59055" y="192405"/>
                  </a:cubicBezTo>
                  <a:cubicBezTo>
                    <a:pt x="59055" y="217170"/>
                    <a:pt x="76200" y="232410"/>
                    <a:pt x="103823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AD56B961-4367-4BC5-9ECE-62828F08D1C2}"/>
                </a:ext>
              </a:extLst>
            </p:cNvPr>
            <p:cNvSpPr/>
            <p:nvPr/>
          </p:nvSpPr>
          <p:spPr>
            <a:xfrm>
              <a:off x="281749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BF0A6D61-3390-4476-8EB0-7DE9776449B1}"/>
                </a:ext>
              </a:extLst>
            </p:cNvPr>
            <p:cNvSpPr/>
            <p:nvPr/>
          </p:nvSpPr>
          <p:spPr>
            <a:xfrm>
              <a:off x="3038474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8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8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DC2E152D-6891-4B91-B9F0-47DB3B128BBE}"/>
                </a:ext>
              </a:extLst>
            </p:cNvPr>
            <p:cNvSpPr/>
            <p:nvPr/>
          </p:nvSpPr>
          <p:spPr>
            <a:xfrm>
              <a:off x="3348989" y="3216591"/>
              <a:ext cx="160019" cy="273367"/>
            </a:xfrm>
            <a:custGeom>
              <a:avLst/>
              <a:gdLst>
                <a:gd name="connsiteX0" fmla="*/ 160020 w 160019"/>
                <a:gd name="connsiteY0" fmla="*/ 5715 h 273367"/>
                <a:gd name="connsiteX1" fmla="*/ 150495 w 160019"/>
                <a:gd name="connsiteY1" fmla="*/ 69533 h 273367"/>
                <a:gd name="connsiteX2" fmla="*/ 116205 w 160019"/>
                <a:gd name="connsiteY2" fmla="*/ 60960 h 273367"/>
                <a:gd name="connsiteX3" fmla="*/ 61913 w 160019"/>
                <a:gd name="connsiteY3" fmla="*/ 136208 h 273367"/>
                <a:gd name="connsiteX4" fmla="*/ 61913 w 160019"/>
                <a:gd name="connsiteY4" fmla="*/ 273367 h 273367"/>
                <a:gd name="connsiteX5" fmla="*/ 0 w 160019"/>
                <a:gd name="connsiteY5" fmla="*/ 273367 h 273367"/>
                <a:gd name="connsiteX6" fmla="*/ 0 w 160019"/>
                <a:gd name="connsiteY6" fmla="*/ 6668 h 273367"/>
                <a:gd name="connsiteX7" fmla="*/ 60960 w 160019"/>
                <a:gd name="connsiteY7" fmla="*/ 6668 h 273367"/>
                <a:gd name="connsiteX8" fmla="*/ 60960 w 160019"/>
                <a:gd name="connsiteY8" fmla="*/ 40005 h 273367"/>
                <a:gd name="connsiteX9" fmla="*/ 61913 w 160019"/>
                <a:gd name="connsiteY9" fmla="*/ 40005 h 273367"/>
                <a:gd name="connsiteX10" fmla="*/ 131445 w 160019"/>
                <a:gd name="connsiteY10" fmla="*/ 0 h 273367"/>
                <a:gd name="connsiteX11" fmla="*/ 160020 w 160019"/>
                <a:gd name="connsiteY11" fmla="*/ 57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3367">
                  <a:moveTo>
                    <a:pt x="160020" y="5715"/>
                  </a:moveTo>
                  <a:lnTo>
                    <a:pt x="150495" y="69533"/>
                  </a:lnTo>
                  <a:cubicBezTo>
                    <a:pt x="140970" y="64770"/>
                    <a:pt x="129540" y="60960"/>
                    <a:pt x="116205" y="60960"/>
                  </a:cubicBezTo>
                  <a:cubicBezTo>
                    <a:pt x="73342" y="60960"/>
                    <a:pt x="61913" y="95250"/>
                    <a:pt x="61913" y="136208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8"/>
                  </a:lnTo>
                  <a:lnTo>
                    <a:pt x="60960" y="6668"/>
                  </a:lnTo>
                  <a:lnTo>
                    <a:pt x="60960" y="40005"/>
                  </a:lnTo>
                  <a:lnTo>
                    <a:pt x="61913" y="40005"/>
                  </a:lnTo>
                  <a:cubicBezTo>
                    <a:pt x="76200" y="15240"/>
                    <a:pt x="100965" y="0"/>
                    <a:pt x="131445" y="0"/>
                  </a:cubicBezTo>
                  <a:cubicBezTo>
                    <a:pt x="139065" y="0"/>
                    <a:pt x="150495" y="1905"/>
                    <a:pt x="160020" y="57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1F487762-1320-482B-AA1F-A775BAF19905}"/>
                </a:ext>
              </a:extLst>
            </p:cNvPr>
            <p:cNvSpPr/>
            <p:nvPr/>
          </p:nvSpPr>
          <p:spPr>
            <a:xfrm>
              <a:off x="3548062" y="3224212"/>
              <a:ext cx="376237" cy="266700"/>
            </a:xfrm>
            <a:custGeom>
              <a:avLst/>
              <a:gdLst>
                <a:gd name="connsiteX0" fmla="*/ 376238 w 376237"/>
                <a:gd name="connsiteY0" fmla="*/ 0 h 266700"/>
                <a:gd name="connsiteX1" fmla="*/ 297180 w 376237"/>
                <a:gd name="connsiteY1" fmla="*/ 266700 h 266700"/>
                <a:gd name="connsiteX2" fmla="*/ 237172 w 376237"/>
                <a:gd name="connsiteY2" fmla="*/ 266700 h 266700"/>
                <a:gd name="connsiteX3" fmla="*/ 188595 w 376237"/>
                <a:gd name="connsiteY3" fmla="*/ 81915 h 266700"/>
                <a:gd name="connsiteX4" fmla="*/ 187642 w 376237"/>
                <a:gd name="connsiteY4" fmla="*/ 81915 h 266700"/>
                <a:gd name="connsiteX5" fmla="*/ 139065 w 376237"/>
                <a:gd name="connsiteY5" fmla="*/ 266700 h 266700"/>
                <a:gd name="connsiteX6" fmla="*/ 79058 w 376237"/>
                <a:gd name="connsiteY6" fmla="*/ 266700 h 266700"/>
                <a:gd name="connsiteX7" fmla="*/ 0 w 376237"/>
                <a:gd name="connsiteY7" fmla="*/ 0 h 266700"/>
                <a:gd name="connsiteX8" fmla="*/ 65722 w 376237"/>
                <a:gd name="connsiteY8" fmla="*/ 0 h 266700"/>
                <a:gd name="connsiteX9" fmla="*/ 111442 w 376237"/>
                <a:gd name="connsiteY9" fmla="*/ 180022 h 266700"/>
                <a:gd name="connsiteX10" fmla="*/ 112395 w 376237"/>
                <a:gd name="connsiteY10" fmla="*/ 180022 h 266700"/>
                <a:gd name="connsiteX11" fmla="*/ 160020 w 376237"/>
                <a:gd name="connsiteY11" fmla="*/ 0 h 266700"/>
                <a:gd name="connsiteX12" fmla="*/ 217170 w 376237"/>
                <a:gd name="connsiteY12" fmla="*/ 0 h 266700"/>
                <a:gd name="connsiteX13" fmla="*/ 265747 w 376237"/>
                <a:gd name="connsiteY13" fmla="*/ 180022 h 266700"/>
                <a:gd name="connsiteX14" fmla="*/ 266700 w 376237"/>
                <a:gd name="connsiteY14" fmla="*/ 180022 h 266700"/>
                <a:gd name="connsiteX15" fmla="*/ 311467 w 376237"/>
                <a:gd name="connsiteY15" fmla="*/ 0 h 266700"/>
                <a:gd name="connsiteX16" fmla="*/ 376238 w 376237"/>
                <a:gd name="connsiteY1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237" h="266700">
                  <a:moveTo>
                    <a:pt x="376238" y="0"/>
                  </a:moveTo>
                  <a:lnTo>
                    <a:pt x="297180" y="266700"/>
                  </a:lnTo>
                  <a:lnTo>
                    <a:pt x="237172" y="266700"/>
                  </a:lnTo>
                  <a:lnTo>
                    <a:pt x="188595" y="81915"/>
                  </a:lnTo>
                  <a:lnTo>
                    <a:pt x="187642" y="81915"/>
                  </a:lnTo>
                  <a:lnTo>
                    <a:pt x="139065" y="266700"/>
                  </a:lnTo>
                  <a:lnTo>
                    <a:pt x="79058" y="266700"/>
                  </a:lnTo>
                  <a:lnTo>
                    <a:pt x="0" y="0"/>
                  </a:lnTo>
                  <a:lnTo>
                    <a:pt x="65722" y="0"/>
                  </a:lnTo>
                  <a:lnTo>
                    <a:pt x="111442" y="180022"/>
                  </a:lnTo>
                  <a:lnTo>
                    <a:pt x="112395" y="180022"/>
                  </a:lnTo>
                  <a:lnTo>
                    <a:pt x="160020" y="0"/>
                  </a:lnTo>
                  <a:lnTo>
                    <a:pt x="217170" y="0"/>
                  </a:lnTo>
                  <a:lnTo>
                    <a:pt x="265747" y="180022"/>
                  </a:lnTo>
                  <a:lnTo>
                    <a:pt x="266700" y="180022"/>
                  </a:lnTo>
                  <a:lnTo>
                    <a:pt x="311467" y="0"/>
                  </a:lnTo>
                  <a:lnTo>
                    <a:pt x="3762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B39F0DE7-3D07-4192-947C-90054D2045DE}"/>
                </a:ext>
              </a:extLst>
            </p:cNvPr>
            <p:cNvSpPr/>
            <p:nvPr/>
          </p:nvSpPr>
          <p:spPr>
            <a:xfrm>
              <a:off x="3970971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3 w 79057"/>
                <a:gd name="connsiteY6" fmla="*/ 384810 h 384809"/>
                <a:gd name="connsiteX7" fmla="*/ 8573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635A2E71-4279-4C10-85D7-36329C8072A8}"/>
                </a:ext>
              </a:extLst>
            </p:cNvPr>
            <p:cNvSpPr/>
            <p:nvPr/>
          </p:nvSpPr>
          <p:spPr>
            <a:xfrm>
              <a:off x="4099559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14F6612F-7FFD-43C4-8253-5F26F2FA8205}"/>
                </a:ext>
              </a:extLst>
            </p:cNvPr>
            <p:cNvSpPr/>
            <p:nvPr/>
          </p:nvSpPr>
          <p:spPr>
            <a:xfrm>
              <a:off x="4346256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618FC839-7C8D-47CE-8EA1-08C1B33D2966}"/>
                </a:ext>
              </a:extLst>
            </p:cNvPr>
            <p:cNvSpPr/>
            <p:nvPr/>
          </p:nvSpPr>
          <p:spPr>
            <a:xfrm>
              <a:off x="460152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3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89535" y="50482"/>
                    <a:pt x="67628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8BF38685-A8C4-4C94-89FB-0ED4A3F66456}"/>
                </a:ext>
              </a:extLst>
            </p:cNvPr>
            <p:cNvSpPr/>
            <p:nvPr/>
          </p:nvSpPr>
          <p:spPr>
            <a:xfrm>
              <a:off x="4913946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BE74C300-BF3D-407C-B075-3AEC8CCABF80}"/>
                </a:ext>
              </a:extLst>
            </p:cNvPr>
            <p:cNvSpPr/>
            <p:nvPr/>
          </p:nvSpPr>
          <p:spPr>
            <a:xfrm>
              <a:off x="519874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0694207B-F80C-48C1-95D4-851EEEE6D0F5}"/>
                </a:ext>
              </a:extLst>
            </p:cNvPr>
            <p:cNvSpPr/>
            <p:nvPr/>
          </p:nvSpPr>
          <p:spPr>
            <a:xfrm>
              <a:off x="5454967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A2F0F18D-4450-4104-A4C5-D960B4A1B571}"/>
                </a:ext>
              </a:extLst>
            </p:cNvPr>
            <p:cNvSpPr/>
            <p:nvPr/>
          </p:nvSpPr>
          <p:spPr>
            <a:xfrm>
              <a:off x="5733096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4FBC7316-BDD7-429B-8210-6AC7F92BB84D}"/>
                </a:ext>
              </a:extLst>
            </p:cNvPr>
            <p:cNvSpPr/>
            <p:nvPr/>
          </p:nvSpPr>
          <p:spPr>
            <a:xfrm>
              <a:off x="6023609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3 w 225742"/>
                <a:gd name="connsiteY1" fmla="*/ 113347 h 279082"/>
                <a:gd name="connsiteX2" fmla="*/ 164783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3 w 225742"/>
                <a:gd name="connsiteY7" fmla="*/ 102870 h 279082"/>
                <a:gd name="connsiteX8" fmla="*/ 225743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3 w 225742"/>
                <a:gd name="connsiteY16" fmla="*/ 200025 h 279082"/>
                <a:gd name="connsiteX17" fmla="*/ 164783 w 225742"/>
                <a:gd name="connsiteY17" fmla="*/ 153352 h 279082"/>
                <a:gd name="connsiteX18" fmla="*/ 120968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3" y="113347"/>
                  </a:cubicBezTo>
                  <a:lnTo>
                    <a:pt x="164783" y="103822"/>
                  </a:lnTo>
                  <a:cubicBezTo>
                    <a:pt x="164783" y="69532"/>
                    <a:pt x="144780" y="52388"/>
                    <a:pt x="105728" y="52388"/>
                  </a:cubicBezTo>
                  <a:cubicBezTo>
                    <a:pt x="83820" y="52388"/>
                    <a:pt x="60008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3" y="0"/>
                    <a:pt x="225743" y="35242"/>
                    <a:pt x="225743" y="102870"/>
                  </a:cubicBezTo>
                  <a:lnTo>
                    <a:pt x="225743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3" y="232410"/>
                    <a:pt x="147638" y="220980"/>
                    <a:pt x="164783" y="200025"/>
                  </a:cubicBezTo>
                  <a:lnTo>
                    <a:pt x="164783" y="153352"/>
                  </a:lnTo>
                  <a:cubicBezTo>
                    <a:pt x="150495" y="149542"/>
                    <a:pt x="135255" y="148590"/>
                    <a:pt x="120968" y="148590"/>
                  </a:cubicBezTo>
                  <a:cubicBezTo>
                    <a:pt x="81915" y="148590"/>
                    <a:pt x="59055" y="164783"/>
                    <a:pt x="59055" y="192405"/>
                  </a:cubicBezTo>
                  <a:cubicBezTo>
                    <a:pt x="60008" y="217170"/>
                    <a:pt x="77153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93A88007-D673-4001-9BC9-61D23CFC79F4}"/>
                </a:ext>
              </a:extLst>
            </p:cNvPr>
            <p:cNvSpPr/>
            <p:nvPr/>
          </p:nvSpPr>
          <p:spPr>
            <a:xfrm>
              <a:off x="6299834" y="3097529"/>
              <a:ext cx="162877" cy="391477"/>
            </a:xfrm>
            <a:custGeom>
              <a:avLst/>
              <a:gdLst>
                <a:gd name="connsiteX0" fmla="*/ 162878 w 162877"/>
                <a:gd name="connsiteY0" fmla="*/ 58103 h 391477"/>
                <a:gd name="connsiteX1" fmla="*/ 135255 w 162877"/>
                <a:gd name="connsiteY1" fmla="*/ 52388 h 391477"/>
                <a:gd name="connsiteX2" fmla="*/ 101918 w 162877"/>
                <a:gd name="connsiteY2" fmla="*/ 89535 h 391477"/>
                <a:gd name="connsiteX3" fmla="*/ 101918 w 162877"/>
                <a:gd name="connsiteY3" fmla="*/ 125730 h 391477"/>
                <a:gd name="connsiteX4" fmla="*/ 155258 w 162877"/>
                <a:gd name="connsiteY4" fmla="*/ 125730 h 391477"/>
                <a:gd name="connsiteX5" fmla="*/ 155258 w 162877"/>
                <a:gd name="connsiteY5" fmla="*/ 177165 h 391477"/>
                <a:gd name="connsiteX6" fmla="*/ 102870 w 162877"/>
                <a:gd name="connsiteY6" fmla="*/ 177165 h 391477"/>
                <a:gd name="connsiteX7" fmla="*/ 102870 w 162877"/>
                <a:gd name="connsiteY7" fmla="*/ 391478 h 391477"/>
                <a:gd name="connsiteX8" fmla="*/ 40958 w 162877"/>
                <a:gd name="connsiteY8" fmla="*/ 391478 h 391477"/>
                <a:gd name="connsiteX9" fmla="*/ 40958 w 162877"/>
                <a:gd name="connsiteY9" fmla="*/ 177165 h 391477"/>
                <a:gd name="connsiteX10" fmla="*/ 0 w 162877"/>
                <a:gd name="connsiteY10" fmla="*/ 177165 h 391477"/>
                <a:gd name="connsiteX11" fmla="*/ 0 w 162877"/>
                <a:gd name="connsiteY11" fmla="*/ 126683 h 391477"/>
                <a:gd name="connsiteX12" fmla="*/ 40958 w 162877"/>
                <a:gd name="connsiteY12" fmla="*/ 126683 h 391477"/>
                <a:gd name="connsiteX13" fmla="*/ 40958 w 162877"/>
                <a:gd name="connsiteY13" fmla="*/ 88583 h 391477"/>
                <a:gd name="connsiteX14" fmla="*/ 125730 w 162877"/>
                <a:gd name="connsiteY14" fmla="*/ 0 h 391477"/>
                <a:gd name="connsiteX15" fmla="*/ 162878 w 162877"/>
                <a:gd name="connsiteY15" fmla="*/ 5715 h 391477"/>
                <a:gd name="connsiteX16" fmla="*/ 162878 w 162877"/>
                <a:gd name="connsiteY16" fmla="*/ 58103 h 39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877" h="391477">
                  <a:moveTo>
                    <a:pt x="162878" y="58103"/>
                  </a:moveTo>
                  <a:cubicBezTo>
                    <a:pt x="154305" y="54293"/>
                    <a:pt x="144780" y="52388"/>
                    <a:pt x="135255" y="52388"/>
                  </a:cubicBezTo>
                  <a:cubicBezTo>
                    <a:pt x="111443" y="52388"/>
                    <a:pt x="101918" y="64770"/>
                    <a:pt x="101918" y="89535"/>
                  </a:cubicBezTo>
                  <a:lnTo>
                    <a:pt x="101918" y="125730"/>
                  </a:lnTo>
                  <a:lnTo>
                    <a:pt x="155258" y="125730"/>
                  </a:lnTo>
                  <a:lnTo>
                    <a:pt x="155258" y="177165"/>
                  </a:lnTo>
                  <a:lnTo>
                    <a:pt x="102870" y="177165"/>
                  </a:lnTo>
                  <a:lnTo>
                    <a:pt x="102870" y="391478"/>
                  </a:lnTo>
                  <a:lnTo>
                    <a:pt x="40958" y="391478"/>
                  </a:lnTo>
                  <a:lnTo>
                    <a:pt x="40958" y="177165"/>
                  </a:lnTo>
                  <a:lnTo>
                    <a:pt x="0" y="177165"/>
                  </a:lnTo>
                  <a:lnTo>
                    <a:pt x="0" y="126683"/>
                  </a:lnTo>
                  <a:lnTo>
                    <a:pt x="40958" y="126683"/>
                  </a:lnTo>
                  <a:lnTo>
                    <a:pt x="40958" y="88583"/>
                  </a:lnTo>
                  <a:cubicBezTo>
                    <a:pt x="40958" y="33338"/>
                    <a:pt x="65722" y="0"/>
                    <a:pt x="125730" y="0"/>
                  </a:cubicBezTo>
                  <a:cubicBezTo>
                    <a:pt x="139065" y="0"/>
                    <a:pt x="152400" y="1905"/>
                    <a:pt x="162878" y="5715"/>
                  </a:cubicBezTo>
                  <a:lnTo>
                    <a:pt x="162878" y="581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8DA8B809-24B2-4D90-9ED8-0EC1864BB1A6}"/>
                </a:ext>
              </a:extLst>
            </p:cNvPr>
            <p:cNvSpPr/>
            <p:nvPr/>
          </p:nvSpPr>
          <p:spPr>
            <a:xfrm>
              <a:off x="649700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1922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1D83D1A9-8840-46E3-A56E-2CA2BE14E7DE}"/>
                </a:ext>
              </a:extLst>
            </p:cNvPr>
            <p:cNvSpPr/>
            <p:nvPr/>
          </p:nvSpPr>
          <p:spPr>
            <a:xfrm>
              <a:off x="6725601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C2CD6EC0-4F06-472B-95CC-C377820B6039}"/>
                </a:ext>
              </a:extLst>
            </p:cNvPr>
            <p:cNvSpPr/>
            <p:nvPr/>
          </p:nvSpPr>
          <p:spPr>
            <a:xfrm>
              <a:off x="6861809" y="3105149"/>
              <a:ext cx="79057" cy="384809"/>
            </a:xfrm>
            <a:custGeom>
              <a:avLst/>
              <a:gdLst>
                <a:gd name="connsiteX0" fmla="*/ 79057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7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7" y="38100"/>
                  </a:moveTo>
                  <a:cubicBezTo>
                    <a:pt x="79057" y="60008"/>
                    <a:pt x="60960" y="76200"/>
                    <a:pt x="39052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7" y="16192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B23C2F5C-B201-44AE-B4CD-5354E822D5AA}"/>
                </a:ext>
              </a:extLst>
            </p:cNvPr>
            <p:cNvSpPr/>
            <p:nvPr/>
          </p:nvSpPr>
          <p:spPr>
            <a:xfrm>
              <a:off x="6998969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2A01C539-3230-423D-8CB5-A0C5433E0D2D}"/>
                </a:ext>
              </a:extLst>
            </p:cNvPr>
            <p:cNvSpPr/>
            <p:nvPr/>
          </p:nvSpPr>
          <p:spPr>
            <a:xfrm>
              <a:off x="7277099" y="3101339"/>
              <a:ext cx="229552" cy="389572"/>
            </a:xfrm>
            <a:custGeom>
              <a:avLst/>
              <a:gdLst>
                <a:gd name="connsiteX0" fmla="*/ 229552 w 229552"/>
                <a:gd name="connsiteY0" fmla="*/ 388620 h 389572"/>
                <a:gd name="connsiteX1" fmla="*/ 166688 w 229552"/>
                <a:gd name="connsiteY1" fmla="*/ 388620 h 389572"/>
                <a:gd name="connsiteX2" fmla="*/ 166688 w 229552"/>
                <a:gd name="connsiteY2" fmla="*/ 236220 h 389572"/>
                <a:gd name="connsiteX3" fmla="*/ 117157 w 229552"/>
                <a:gd name="connsiteY3" fmla="*/ 171450 h 389572"/>
                <a:gd name="connsiteX4" fmla="*/ 61913 w 229552"/>
                <a:gd name="connsiteY4" fmla="*/ 236220 h 389572"/>
                <a:gd name="connsiteX5" fmla="*/ 61913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2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7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BB47ECAD-BFE7-4710-BBB7-917B6C9A65FC}"/>
                </a:ext>
              </a:extLst>
            </p:cNvPr>
            <p:cNvSpPr/>
            <p:nvPr/>
          </p:nvSpPr>
          <p:spPr>
            <a:xfrm>
              <a:off x="7571422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B878E39A-661B-49C2-B48C-16FA017BAF30}"/>
                </a:ext>
              </a:extLst>
            </p:cNvPr>
            <p:cNvSpPr/>
            <p:nvPr/>
          </p:nvSpPr>
          <p:spPr>
            <a:xfrm>
              <a:off x="8041956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3 w 231457"/>
                <a:gd name="connsiteY1" fmla="*/ 60007 h 368617"/>
                <a:gd name="connsiteX2" fmla="*/ 65723 w 231457"/>
                <a:gd name="connsiteY2" fmla="*/ 151447 h 368617"/>
                <a:gd name="connsiteX3" fmla="*/ 189548 w 231457"/>
                <a:gd name="connsiteY3" fmla="*/ 151447 h 368617"/>
                <a:gd name="connsiteX4" fmla="*/ 189548 w 231457"/>
                <a:gd name="connsiteY4" fmla="*/ 211455 h 368617"/>
                <a:gd name="connsiteX5" fmla="*/ 65723 w 231457"/>
                <a:gd name="connsiteY5" fmla="*/ 211455 h 368617"/>
                <a:gd name="connsiteX6" fmla="*/ 65723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3" y="60007"/>
                  </a:lnTo>
                  <a:lnTo>
                    <a:pt x="65723" y="151447"/>
                  </a:lnTo>
                  <a:lnTo>
                    <a:pt x="189548" y="151447"/>
                  </a:lnTo>
                  <a:lnTo>
                    <a:pt x="189548" y="211455"/>
                  </a:lnTo>
                  <a:lnTo>
                    <a:pt x="65723" y="211455"/>
                  </a:lnTo>
                  <a:lnTo>
                    <a:pt x="65723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58A27F7B-B619-410F-95CC-104496B43D8A}"/>
                </a:ext>
              </a:extLst>
            </p:cNvPr>
            <p:cNvSpPr/>
            <p:nvPr/>
          </p:nvSpPr>
          <p:spPr>
            <a:xfrm>
              <a:off x="8285780" y="3217544"/>
              <a:ext cx="225758" cy="279082"/>
            </a:xfrm>
            <a:custGeom>
              <a:avLst/>
              <a:gdLst>
                <a:gd name="connsiteX0" fmla="*/ 114317 w 225758"/>
                <a:gd name="connsiteY0" fmla="*/ 107633 h 279082"/>
                <a:gd name="connsiteX1" fmla="*/ 164799 w 225758"/>
                <a:gd name="connsiteY1" fmla="*/ 113347 h 279082"/>
                <a:gd name="connsiteX2" fmla="*/ 164799 w 225758"/>
                <a:gd name="connsiteY2" fmla="*/ 103822 h 279082"/>
                <a:gd name="connsiteX3" fmla="*/ 105744 w 225758"/>
                <a:gd name="connsiteY3" fmla="*/ 52388 h 279082"/>
                <a:gd name="connsiteX4" fmla="*/ 38117 w 225758"/>
                <a:gd name="connsiteY4" fmla="*/ 67627 h 279082"/>
                <a:gd name="connsiteX5" fmla="*/ 24781 w 225758"/>
                <a:gd name="connsiteY5" fmla="*/ 15240 h 279082"/>
                <a:gd name="connsiteX6" fmla="*/ 112412 w 225758"/>
                <a:gd name="connsiteY6" fmla="*/ 0 h 279082"/>
                <a:gd name="connsiteX7" fmla="*/ 225759 w 225758"/>
                <a:gd name="connsiteY7" fmla="*/ 102870 h 279082"/>
                <a:gd name="connsiteX8" fmla="*/ 225759 w 225758"/>
                <a:gd name="connsiteY8" fmla="*/ 273367 h 279082"/>
                <a:gd name="connsiteX9" fmla="*/ 166704 w 225758"/>
                <a:gd name="connsiteY9" fmla="*/ 273367 h 279082"/>
                <a:gd name="connsiteX10" fmla="*/ 166704 w 225758"/>
                <a:gd name="connsiteY10" fmla="*/ 244792 h 279082"/>
                <a:gd name="connsiteX11" fmla="*/ 165751 w 225758"/>
                <a:gd name="connsiteY11" fmla="*/ 244792 h 279082"/>
                <a:gd name="connsiteX12" fmla="*/ 87646 w 225758"/>
                <a:gd name="connsiteY12" fmla="*/ 279083 h 279082"/>
                <a:gd name="connsiteX13" fmla="*/ 17 w 225758"/>
                <a:gd name="connsiteY13" fmla="*/ 194310 h 279082"/>
                <a:gd name="connsiteX14" fmla="*/ 114317 w 225758"/>
                <a:gd name="connsiteY14" fmla="*/ 107633 h 279082"/>
                <a:gd name="connsiteX15" fmla="*/ 103839 w 225758"/>
                <a:gd name="connsiteY15" fmla="*/ 232410 h 279082"/>
                <a:gd name="connsiteX16" fmla="*/ 164799 w 225758"/>
                <a:gd name="connsiteY16" fmla="*/ 200025 h 279082"/>
                <a:gd name="connsiteX17" fmla="*/ 164799 w 225758"/>
                <a:gd name="connsiteY17" fmla="*/ 153352 h 279082"/>
                <a:gd name="connsiteX18" fmla="*/ 120984 w 225758"/>
                <a:gd name="connsiteY18" fmla="*/ 148590 h 279082"/>
                <a:gd name="connsiteX19" fmla="*/ 59071 w 225758"/>
                <a:gd name="connsiteY19" fmla="*/ 192405 h 279082"/>
                <a:gd name="connsiteX20" fmla="*/ 103839 w 225758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8" h="279082">
                  <a:moveTo>
                    <a:pt x="114317" y="107633"/>
                  </a:moveTo>
                  <a:cubicBezTo>
                    <a:pt x="131462" y="107633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6" y="52388"/>
                    <a:pt x="105744" y="52388"/>
                  </a:cubicBezTo>
                  <a:cubicBezTo>
                    <a:pt x="83837" y="52388"/>
                    <a:pt x="60024" y="57150"/>
                    <a:pt x="38117" y="67627"/>
                  </a:cubicBezTo>
                  <a:lnTo>
                    <a:pt x="24781" y="15240"/>
                  </a:lnTo>
                  <a:cubicBezTo>
                    <a:pt x="49546" y="5715"/>
                    <a:pt x="81931" y="0"/>
                    <a:pt x="112412" y="0"/>
                  </a:cubicBezTo>
                  <a:cubicBezTo>
                    <a:pt x="187659" y="0"/>
                    <a:pt x="225759" y="35242"/>
                    <a:pt x="225759" y="102870"/>
                  </a:cubicBezTo>
                  <a:lnTo>
                    <a:pt x="225759" y="273367"/>
                  </a:lnTo>
                  <a:lnTo>
                    <a:pt x="166704" y="273367"/>
                  </a:lnTo>
                  <a:lnTo>
                    <a:pt x="166704" y="244792"/>
                  </a:lnTo>
                  <a:lnTo>
                    <a:pt x="165751" y="244792"/>
                  </a:lnTo>
                  <a:cubicBezTo>
                    <a:pt x="142892" y="268605"/>
                    <a:pt x="119079" y="279083"/>
                    <a:pt x="87646" y="279083"/>
                  </a:cubicBezTo>
                  <a:cubicBezTo>
                    <a:pt x="34306" y="279083"/>
                    <a:pt x="17" y="245745"/>
                    <a:pt x="17" y="194310"/>
                  </a:cubicBezTo>
                  <a:cubicBezTo>
                    <a:pt x="-936" y="138113"/>
                    <a:pt x="39069" y="107633"/>
                    <a:pt x="114317" y="107633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3352"/>
                  </a:lnTo>
                  <a:cubicBezTo>
                    <a:pt x="150512" y="149542"/>
                    <a:pt x="135271" y="148590"/>
                    <a:pt x="120984" y="148590"/>
                  </a:cubicBezTo>
                  <a:cubicBezTo>
                    <a:pt x="81931" y="148590"/>
                    <a:pt x="59071" y="164783"/>
                    <a:pt x="59071" y="192405"/>
                  </a:cubicBezTo>
                  <a:cubicBezTo>
                    <a:pt x="59071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F7644607-6274-4D03-90D7-71C48FCB5FB0}"/>
                </a:ext>
              </a:extLst>
            </p:cNvPr>
            <p:cNvSpPr/>
            <p:nvPr/>
          </p:nvSpPr>
          <p:spPr>
            <a:xfrm>
              <a:off x="8590597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EFC3B667-AEDC-4D5D-8AD4-793D19B406D4}"/>
                </a:ext>
              </a:extLst>
            </p:cNvPr>
            <p:cNvSpPr/>
            <p:nvPr/>
          </p:nvSpPr>
          <p:spPr>
            <a:xfrm>
              <a:off x="8870631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8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6AB3C5DC-4B24-4663-BBB8-DA9B4BE7B3A6}"/>
                </a:ext>
              </a:extLst>
            </p:cNvPr>
            <p:cNvSpPr/>
            <p:nvPr/>
          </p:nvSpPr>
          <p:spPr>
            <a:xfrm>
              <a:off x="9180194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25F25D25-8968-4D14-84F0-DCC5050A42B9}"/>
                </a:ext>
              </a:extLst>
            </p:cNvPr>
            <p:cNvSpPr/>
            <p:nvPr/>
          </p:nvSpPr>
          <p:spPr>
            <a:xfrm>
              <a:off x="9297351" y="3138487"/>
              <a:ext cx="165735" cy="358140"/>
            </a:xfrm>
            <a:custGeom>
              <a:avLst/>
              <a:gdLst>
                <a:gd name="connsiteX0" fmla="*/ 165735 w 165735"/>
                <a:gd name="connsiteY0" fmla="*/ 295275 h 358140"/>
                <a:gd name="connsiteX1" fmla="*/ 165735 w 165735"/>
                <a:gd name="connsiteY1" fmla="*/ 348615 h 358140"/>
                <a:gd name="connsiteX2" fmla="*/ 113348 w 165735"/>
                <a:gd name="connsiteY2" fmla="*/ 358140 h 358140"/>
                <a:gd name="connsiteX3" fmla="*/ 40958 w 165735"/>
                <a:gd name="connsiteY3" fmla="*/ 282892 h 358140"/>
                <a:gd name="connsiteX4" fmla="*/ 40958 w 165735"/>
                <a:gd name="connsiteY4" fmla="*/ 137160 h 358140"/>
                <a:gd name="connsiteX5" fmla="*/ 0 w 165735"/>
                <a:gd name="connsiteY5" fmla="*/ 137160 h 358140"/>
                <a:gd name="connsiteX6" fmla="*/ 0 w 165735"/>
                <a:gd name="connsiteY6" fmla="*/ 85725 h 358140"/>
                <a:gd name="connsiteX7" fmla="*/ 40005 w 165735"/>
                <a:gd name="connsiteY7" fmla="*/ 85725 h 358140"/>
                <a:gd name="connsiteX8" fmla="*/ 40005 w 165735"/>
                <a:gd name="connsiteY8" fmla="*/ 13335 h 358140"/>
                <a:gd name="connsiteX9" fmla="*/ 101918 w 165735"/>
                <a:gd name="connsiteY9" fmla="*/ 0 h 358140"/>
                <a:gd name="connsiteX10" fmla="*/ 101918 w 165735"/>
                <a:gd name="connsiteY10" fmla="*/ 86677 h 358140"/>
                <a:gd name="connsiteX11" fmla="*/ 165735 w 165735"/>
                <a:gd name="connsiteY11" fmla="*/ 86677 h 358140"/>
                <a:gd name="connsiteX12" fmla="*/ 165735 w 165735"/>
                <a:gd name="connsiteY12" fmla="*/ 138113 h 358140"/>
                <a:gd name="connsiteX13" fmla="*/ 101918 w 165735"/>
                <a:gd name="connsiteY13" fmla="*/ 138113 h 358140"/>
                <a:gd name="connsiteX14" fmla="*/ 101918 w 165735"/>
                <a:gd name="connsiteY14" fmla="*/ 269558 h 358140"/>
                <a:gd name="connsiteX15" fmla="*/ 130493 w 165735"/>
                <a:gd name="connsiteY15" fmla="*/ 304800 h 358140"/>
                <a:gd name="connsiteX16" fmla="*/ 165735 w 165735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3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ED182938-751B-4CBB-8340-A6FD2C5AF3F3}"/>
                </a:ext>
              </a:extLst>
            </p:cNvPr>
            <p:cNvSpPr/>
            <p:nvPr/>
          </p:nvSpPr>
          <p:spPr>
            <a:xfrm>
              <a:off x="9511664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3 w 225742"/>
                <a:gd name="connsiteY7" fmla="*/ 210503 h 386715"/>
                <a:gd name="connsiteX8" fmla="*/ 225743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8 w 225742"/>
                <a:gd name="connsiteY15" fmla="*/ 72390 h 386715"/>
                <a:gd name="connsiteX16" fmla="*/ 26670 w 225742"/>
                <a:gd name="connsiteY16" fmla="*/ 36195 h 386715"/>
                <a:gd name="connsiteX17" fmla="*/ 63818 w 225742"/>
                <a:gd name="connsiteY17" fmla="*/ 0 h 386715"/>
                <a:gd name="connsiteX18" fmla="*/ 100965 w 225742"/>
                <a:gd name="connsiteY18" fmla="*/ 36195 h 386715"/>
                <a:gd name="connsiteX19" fmla="*/ 63818 w 225742"/>
                <a:gd name="connsiteY19" fmla="*/ 72390 h 386715"/>
                <a:gd name="connsiteX20" fmla="*/ 103823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8 w 225742"/>
                <a:gd name="connsiteY23" fmla="*/ 256222 h 386715"/>
                <a:gd name="connsiteX24" fmla="*/ 59055 w 225742"/>
                <a:gd name="connsiteY24" fmla="*/ 300038 h 386715"/>
                <a:gd name="connsiteX25" fmla="*/ 103823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3" y="107633"/>
                    <a:pt x="225743" y="142875"/>
                    <a:pt x="225743" y="210503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8" y="256222"/>
                  </a:cubicBezTo>
                  <a:cubicBezTo>
                    <a:pt x="81915" y="256222"/>
                    <a:pt x="59055" y="272415"/>
                    <a:pt x="59055" y="300038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1F386436-DD68-4971-B1BC-54269868F691}"/>
                </a:ext>
              </a:extLst>
            </p:cNvPr>
            <p:cNvSpPr/>
            <p:nvPr/>
          </p:nvSpPr>
          <p:spPr>
            <a:xfrm>
              <a:off x="978598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697301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platzhalter 167">
            <a:extLst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165" name="Bildplatzhalter 60">
            <a:extLst>
              <a:ext uri="{FF2B5EF4-FFF2-40B4-BE49-F238E27FC236}">
                <a16:creationId xmlns:a16="http://schemas.microsoft.com/office/drawing/2014/main" id="{F018B551-27B5-4B00-BF39-7527999917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1DC1BF-B7B9-4143-AFEB-7D1D6C73E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63" y="2913731"/>
            <a:ext cx="4979505" cy="1030539"/>
          </a:xfrm>
        </p:spPr>
        <p:txBody>
          <a:bodyPr wrap="none" tIns="0" rIns="0"/>
          <a:lstStyle>
            <a:lvl1pPr algn="l">
              <a:lnSpc>
                <a:spcPct val="11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Willkommen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DB0B422D-422E-4796-8EA3-E0C93BC35646}"/>
              </a:ext>
            </a:extLst>
          </p:cNvPr>
          <p:cNvSpPr/>
          <p:nvPr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B1A981A-C15F-48BC-856D-45BFDE402164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CA1B7D91-52B4-4C4E-9872-DAE627C5BD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D5301F3-CDC0-4F62-A7F3-64DF1FAFB6C3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139" name="Grafik 3">
            <a:extLst>
              <a:ext uri="{FF2B5EF4-FFF2-40B4-BE49-F238E27FC236}">
                <a16:creationId xmlns:a16="http://schemas.microsoft.com/office/drawing/2014/main" id="{3B98EDFF-F45C-45BF-AC94-A3A356851F18}"/>
              </a:ext>
            </a:extLst>
          </p:cNvPr>
          <p:cNvGrpSpPr/>
          <p:nvPr userDrawn="1"/>
        </p:nvGrpSpPr>
        <p:grpSpPr>
          <a:xfrm>
            <a:off x="510639" y="293688"/>
            <a:ext cx="2594512" cy="327278"/>
            <a:chOff x="2242184" y="2525076"/>
            <a:chExt cx="7709534" cy="972502"/>
          </a:xfrm>
          <a:solidFill>
            <a:schemeClr val="tx1"/>
          </a:solidFill>
        </p:grpSpPr>
        <p:sp>
          <p:nvSpPr>
            <p:cNvPr id="140" name="Freihandform: Form 139">
              <a:extLst>
                <a:ext uri="{FF2B5EF4-FFF2-40B4-BE49-F238E27FC236}">
                  <a16:creationId xmlns:a16="http://schemas.microsoft.com/office/drawing/2014/main" id="{437E43AF-FE61-4974-AF5C-89AC3C8150FD}"/>
                </a:ext>
              </a:extLst>
            </p:cNvPr>
            <p:cNvSpPr/>
            <p:nvPr/>
          </p:nvSpPr>
          <p:spPr>
            <a:xfrm>
              <a:off x="2269806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1" name="Freihandform: Form 140">
              <a:extLst>
                <a:ext uri="{FF2B5EF4-FFF2-40B4-BE49-F238E27FC236}">
                  <a16:creationId xmlns:a16="http://schemas.microsoft.com/office/drawing/2014/main" id="{B5C643AC-A2D8-483C-9099-467ED404B78A}"/>
                </a:ext>
              </a:extLst>
            </p:cNvPr>
            <p:cNvSpPr/>
            <p:nvPr/>
          </p:nvSpPr>
          <p:spPr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2" name="Freihandform: Form 141">
              <a:extLst>
                <a:ext uri="{FF2B5EF4-FFF2-40B4-BE49-F238E27FC236}">
                  <a16:creationId xmlns:a16="http://schemas.microsoft.com/office/drawing/2014/main" id="{DC1A9518-9882-4BEE-9042-98771FD22461}"/>
                </a:ext>
              </a:extLst>
            </p:cNvPr>
            <p:cNvSpPr/>
            <p:nvPr/>
          </p:nvSpPr>
          <p:spPr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3" name="Freihandform: Form 142">
              <a:extLst>
                <a:ext uri="{FF2B5EF4-FFF2-40B4-BE49-F238E27FC236}">
                  <a16:creationId xmlns:a16="http://schemas.microsoft.com/office/drawing/2014/main" id="{CB6A9836-D16F-4BD4-B96F-43DCD4A1ADD1}"/>
                </a:ext>
              </a:extLst>
            </p:cNvPr>
            <p:cNvSpPr/>
            <p:nvPr/>
          </p:nvSpPr>
          <p:spPr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4" name="Freihandform: Form 143">
              <a:extLst>
                <a:ext uri="{FF2B5EF4-FFF2-40B4-BE49-F238E27FC236}">
                  <a16:creationId xmlns:a16="http://schemas.microsoft.com/office/drawing/2014/main" id="{ABBE1A7C-C42E-43DA-AC68-19B53213BFEA}"/>
                </a:ext>
              </a:extLst>
            </p:cNvPr>
            <p:cNvSpPr/>
            <p:nvPr/>
          </p:nvSpPr>
          <p:spPr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5" name="Freihandform: Form 144">
              <a:extLst>
                <a:ext uri="{FF2B5EF4-FFF2-40B4-BE49-F238E27FC236}">
                  <a16:creationId xmlns:a16="http://schemas.microsoft.com/office/drawing/2014/main" id="{36C1CDBB-E0C9-4C76-AEE4-24D676B22582}"/>
                </a:ext>
              </a:extLst>
            </p:cNvPr>
            <p:cNvSpPr/>
            <p:nvPr/>
          </p:nvSpPr>
          <p:spPr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6" name="Freihandform: Form 145">
              <a:extLst>
                <a:ext uri="{FF2B5EF4-FFF2-40B4-BE49-F238E27FC236}">
                  <a16:creationId xmlns:a16="http://schemas.microsoft.com/office/drawing/2014/main" id="{867D40B8-3DC0-48CD-8C10-83ACD74CC070}"/>
                </a:ext>
              </a:extLst>
            </p:cNvPr>
            <p:cNvSpPr/>
            <p:nvPr/>
          </p:nvSpPr>
          <p:spPr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7" name="Freihandform: Form 146">
              <a:extLst>
                <a:ext uri="{FF2B5EF4-FFF2-40B4-BE49-F238E27FC236}">
                  <a16:creationId xmlns:a16="http://schemas.microsoft.com/office/drawing/2014/main" id="{5E72B66D-AA60-4159-88C6-253B8BCA5544}"/>
                </a:ext>
              </a:extLst>
            </p:cNvPr>
            <p:cNvSpPr/>
            <p:nvPr/>
          </p:nvSpPr>
          <p:spPr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8" name="Freihandform: Form 147">
              <a:extLst>
                <a:ext uri="{FF2B5EF4-FFF2-40B4-BE49-F238E27FC236}">
                  <a16:creationId xmlns:a16="http://schemas.microsoft.com/office/drawing/2014/main" id="{F4BEF0C1-E2DD-43FB-8B64-132092CB0783}"/>
                </a:ext>
              </a:extLst>
            </p:cNvPr>
            <p:cNvSpPr/>
            <p:nvPr/>
          </p:nvSpPr>
          <p:spPr>
            <a:xfrm>
              <a:off x="4129087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9" name="Freihandform: Form 148">
              <a:extLst>
                <a:ext uri="{FF2B5EF4-FFF2-40B4-BE49-F238E27FC236}">
                  <a16:creationId xmlns:a16="http://schemas.microsoft.com/office/drawing/2014/main" id="{7943A356-FF21-4F42-A98E-DC40CF938137}"/>
                </a:ext>
              </a:extLst>
            </p:cNvPr>
            <p:cNvSpPr/>
            <p:nvPr/>
          </p:nvSpPr>
          <p:spPr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0" name="Freihandform: Form 149">
              <a:extLst>
                <a:ext uri="{FF2B5EF4-FFF2-40B4-BE49-F238E27FC236}">
                  <a16:creationId xmlns:a16="http://schemas.microsoft.com/office/drawing/2014/main" id="{5414F293-7400-4F17-8C14-513181D5C558}"/>
                </a:ext>
              </a:extLst>
            </p:cNvPr>
            <p:cNvSpPr/>
            <p:nvPr/>
          </p:nvSpPr>
          <p:spPr>
            <a:xfrm>
              <a:off x="4593906" y="2545079"/>
              <a:ext cx="342900" cy="368617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1" name="Freihandform: Form 150">
              <a:extLst>
                <a:ext uri="{FF2B5EF4-FFF2-40B4-BE49-F238E27FC236}">
                  <a16:creationId xmlns:a16="http://schemas.microsoft.com/office/drawing/2014/main" id="{DF9046FE-F7DE-4669-A7FF-9C4BB6220EF1}"/>
                </a:ext>
              </a:extLst>
            </p:cNvPr>
            <p:cNvSpPr/>
            <p:nvPr/>
          </p:nvSpPr>
          <p:spPr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2" name="Freihandform: Form 151">
              <a:extLst>
                <a:ext uri="{FF2B5EF4-FFF2-40B4-BE49-F238E27FC236}">
                  <a16:creationId xmlns:a16="http://schemas.microsoft.com/office/drawing/2014/main" id="{17E9EBD2-1308-471A-9C37-29FF027D0A14}"/>
                </a:ext>
              </a:extLst>
            </p:cNvPr>
            <p:cNvSpPr/>
            <p:nvPr/>
          </p:nvSpPr>
          <p:spPr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3" name="Freihandform: Form 152">
              <a:extLst>
                <a:ext uri="{FF2B5EF4-FFF2-40B4-BE49-F238E27FC236}">
                  <a16:creationId xmlns:a16="http://schemas.microsoft.com/office/drawing/2014/main" id="{84D6E57D-0E5B-43A4-8081-53B3E5629513}"/>
                </a:ext>
              </a:extLst>
            </p:cNvPr>
            <p:cNvSpPr/>
            <p:nvPr/>
          </p:nvSpPr>
          <p:spPr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4" name="Freihandform: Form 153">
              <a:extLst>
                <a:ext uri="{FF2B5EF4-FFF2-40B4-BE49-F238E27FC236}">
                  <a16:creationId xmlns:a16="http://schemas.microsoft.com/office/drawing/2014/main" id="{0A41A31B-8432-4CD9-B0E9-2DA62432F17C}"/>
                </a:ext>
              </a:extLst>
            </p:cNvPr>
            <p:cNvSpPr/>
            <p:nvPr/>
          </p:nvSpPr>
          <p:spPr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5" name="Freihandform: Form 154">
              <a:extLst>
                <a:ext uri="{FF2B5EF4-FFF2-40B4-BE49-F238E27FC236}">
                  <a16:creationId xmlns:a16="http://schemas.microsoft.com/office/drawing/2014/main" id="{46FF8D8D-5FE8-43E4-A552-F9B3C3353B29}"/>
                </a:ext>
              </a:extLst>
            </p:cNvPr>
            <p:cNvSpPr/>
            <p:nvPr/>
          </p:nvSpPr>
          <p:spPr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6" name="Freihandform: Form 155">
              <a:extLst>
                <a:ext uri="{FF2B5EF4-FFF2-40B4-BE49-F238E27FC236}">
                  <a16:creationId xmlns:a16="http://schemas.microsoft.com/office/drawing/2014/main" id="{7AA2D936-8A2E-448A-A3FE-121C90D55E4E}"/>
                </a:ext>
              </a:extLst>
            </p:cNvPr>
            <p:cNvSpPr/>
            <p:nvPr/>
          </p:nvSpPr>
          <p:spPr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7" name="Freihandform: Form 156">
              <a:extLst>
                <a:ext uri="{FF2B5EF4-FFF2-40B4-BE49-F238E27FC236}">
                  <a16:creationId xmlns:a16="http://schemas.microsoft.com/office/drawing/2014/main" id="{7D614E3F-8E38-48A8-A892-90F1BE5DFC41}"/>
                </a:ext>
              </a:extLst>
            </p:cNvPr>
            <p:cNvSpPr/>
            <p:nvPr/>
          </p:nvSpPr>
          <p:spPr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8" name="Freihandform: Form 157">
              <a:extLst>
                <a:ext uri="{FF2B5EF4-FFF2-40B4-BE49-F238E27FC236}">
                  <a16:creationId xmlns:a16="http://schemas.microsoft.com/office/drawing/2014/main" id="{EB14B71E-9496-43D9-A4EC-B717F5048611}"/>
                </a:ext>
              </a:extLst>
            </p:cNvPr>
            <p:cNvSpPr/>
            <p:nvPr/>
          </p:nvSpPr>
          <p:spPr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9" name="Freihandform: Form 158">
              <a:extLst>
                <a:ext uri="{FF2B5EF4-FFF2-40B4-BE49-F238E27FC236}">
                  <a16:creationId xmlns:a16="http://schemas.microsoft.com/office/drawing/2014/main" id="{790BD971-8810-42D7-9C91-5E31E7DE2C4E}"/>
                </a:ext>
              </a:extLst>
            </p:cNvPr>
            <p:cNvSpPr/>
            <p:nvPr/>
          </p:nvSpPr>
          <p:spPr>
            <a:xfrm>
              <a:off x="711517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0" name="Freihandform: Form 159">
              <a:extLst>
                <a:ext uri="{FF2B5EF4-FFF2-40B4-BE49-F238E27FC236}">
                  <a16:creationId xmlns:a16="http://schemas.microsoft.com/office/drawing/2014/main" id="{32DC33CF-54F4-4299-82CD-B2375462167E}"/>
                </a:ext>
              </a:extLst>
            </p:cNvPr>
            <p:cNvSpPr/>
            <p:nvPr/>
          </p:nvSpPr>
          <p:spPr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28E7B4C3-0E3A-4A63-A15B-FBBF0A790C9D}"/>
                </a:ext>
              </a:extLst>
            </p:cNvPr>
            <p:cNvSpPr/>
            <p:nvPr/>
          </p:nvSpPr>
          <p:spPr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DE83242C-3DAB-4186-A2CF-ABC5CE556834}"/>
                </a:ext>
              </a:extLst>
            </p:cNvPr>
            <p:cNvSpPr/>
            <p:nvPr/>
          </p:nvSpPr>
          <p:spPr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CE94665A-1959-4E8D-8843-30D9AA88A120}"/>
                </a:ext>
              </a:extLst>
            </p:cNvPr>
            <p:cNvSpPr/>
            <p:nvPr/>
          </p:nvSpPr>
          <p:spPr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6D37DE7E-42BD-43AE-AD54-7C9257288F34}"/>
                </a:ext>
              </a:extLst>
            </p:cNvPr>
            <p:cNvSpPr/>
            <p:nvPr/>
          </p:nvSpPr>
          <p:spPr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EA89A64B-C979-45EC-B4F6-949EB2001B5D}"/>
                </a:ext>
              </a:extLst>
            </p:cNvPr>
            <p:cNvSpPr/>
            <p:nvPr/>
          </p:nvSpPr>
          <p:spPr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D8F4E6F5-DCF7-4013-87A5-43A2566A3AD9}"/>
                </a:ext>
              </a:extLst>
            </p:cNvPr>
            <p:cNvSpPr/>
            <p:nvPr/>
          </p:nvSpPr>
          <p:spPr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08B40D83-75AF-478E-9E62-44910A1F67F1}"/>
                </a:ext>
              </a:extLst>
            </p:cNvPr>
            <p:cNvSpPr/>
            <p:nvPr/>
          </p:nvSpPr>
          <p:spPr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4450C88D-A2CC-4995-B198-B8121FB36D4E}"/>
                </a:ext>
              </a:extLst>
            </p:cNvPr>
            <p:cNvSpPr/>
            <p:nvPr/>
          </p:nvSpPr>
          <p:spPr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170097FC-1C77-4FDF-AEC4-E77CD945C51D}"/>
                </a:ext>
              </a:extLst>
            </p:cNvPr>
            <p:cNvSpPr/>
            <p:nvPr/>
          </p:nvSpPr>
          <p:spPr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D9C6AC2B-710E-4330-AC9D-A8316145CCED}"/>
                </a:ext>
              </a:extLst>
            </p:cNvPr>
            <p:cNvSpPr/>
            <p:nvPr/>
          </p:nvSpPr>
          <p:spPr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A44EACAA-23D2-4B0E-A7A5-160CBF43FAA6}"/>
                </a:ext>
              </a:extLst>
            </p:cNvPr>
            <p:cNvSpPr/>
            <p:nvPr/>
          </p:nvSpPr>
          <p:spPr>
            <a:xfrm>
              <a:off x="2242184" y="3122294"/>
              <a:ext cx="275272" cy="368617"/>
            </a:xfrm>
            <a:custGeom>
              <a:avLst/>
              <a:gdLst>
                <a:gd name="connsiteX0" fmla="*/ 275273 w 275272"/>
                <a:gd name="connsiteY0" fmla="*/ 60960 h 368617"/>
                <a:gd name="connsiteX1" fmla="*/ 170498 w 275272"/>
                <a:gd name="connsiteY1" fmla="*/ 60960 h 368617"/>
                <a:gd name="connsiteX2" fmla="*/ 170498 w 275272"/>
                <a:gd name="connsiteY2" fmla="*/ 368617 h 368617"/>
                <a:gd name="connsiteX3" fmla="*/ 104775 w 275272"/>
                <a:gd name="connsiteY3" fmla="*/ 368617 h 368617"/>
                <a:gd name="connsiteX4" fmla="*/ 104775 w 275272"/>
                <a:gd name="connsiteY4" fmla="*/ 60960 h 368617"/>
                <a:gd name="connsiteX5" fmla="*/ 0 w 275272"/>
                <a:gd name="connsiteY5" fmla="*/ 60960 h 368617"/>
                <a:gd name="connsiteX6" fmla="*/ 0 w 275272"/>
                <a:gd name="connsiteY6" fmla="*/ 0 h 368617"/>
                <a:gd name="connsiteX7" fmla="*/ 275273 w 275272"/>
                <a:gd name="connsiteY7" fmla="*/ 0 h 368617"/>
                <a:gd name="connsiteX8" fmla="*/ 275273 w 275272"/>
                <a:gd name="connsiteY8" fmla="*/ 6096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272" h="368617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C1445E99-D980-4FC1-8219-60CB5C0DAA20}"/>
                </a:ext>
              </a:extLst>
            </p:cNvPr>
            <p:cNvSpPr/>
            <p:nvPr/>
          </p:nvSpPr>
          <p:spPr>
            <a:xfrm>
              <a:off x="2519362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7 w 242887"/>
                <a:gd name="connsiteY5" fmla="*/ 160972 h 279082"/>
                <a:gd name="connsiteX6" fmla="*/ 133350 w 242887"/>
                <a:gd name="connsiteY6" fmla="*/ 225742 h 279082"/>
                <a:gd name="connsiteX7" fmla="*/ 199073 w 242887"/>
                <a:gd name="connsiteY7" fmla="*/ 194310 h 279082"/>
                <a:gd name="connsiteX8" fmla="*/ 238125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8F5B513C-3EB1-4F96-AE3F-FA2E5E55A045}"/>
                </a:ext>
              </a:extLst>
            </p:cNvPr>
            <p:cNvSpPr/>
            <p:nvPr/>
          </p:nvSpPr>
          <p:spPr>
            <a:xfrm>
              <a:off x="2816541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3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60BC311B-E1F4-4DE2-B87A-9DAD7B90EA03}"/>
                </a:ext>
              </a:extLst>
            </p:cNvPr>
            <p:cNvSpPr/>
            <p:nvPr/>
          </p:nvSpPr>
          <p:spPr>
            <a:xfrm>
              <a:off x="3095624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6D220A37-F8FD-4C97-B886-3789AD45A1C3}"/>
                </a:ext>
              </a:extLst>
            </p:cNvPr>
            <p:cNvSpPr/>
            <p:nvPr/>
          </p:nvSpPr>
          <p:spPr>
            <a:xfrm>
              <a:off x="3404234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7618119C-41E9-43BA-92E1-7139F37520B7}"/>
                </a:ext>
              </a:extLst>
            </p:cNvPr>
            <p:cNvSpPr/>
            <p:nvPr/>
          </p:nvSpPr>
          <p:spPr>
            <a:xfrm>
              <a:off x="370331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A5F874B1-F5C4-402C-9749-2AB3C2EAFCFC}"/>
                </a:ext>
              </a:extLst>
            </p:cNvPr>
            <p:cNvSpPr/>
            <p:nvPr/>
          </p:nvSpPr>
          <p:spPr>
            <a:xfrm>
              <a:off x="383095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2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169F6428-4F5D-4675-B468-7AAA6EA2A8D9}"/>
                </a:ext>
              </a:extLst>
            </p:cNvPr>
            <p:cNvSpPr/>
            <p:nvPr/>
          </p:nvSpPr>
          <p:spPr>
            <a:xfrm>
              <a:off x="4087177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6ECA4213-C333-492A-8271-46DBC688C852}"/>
                </a:ext>
              </a:extLst>
            </p:cNvPr>
            <p:cNvSpPr/>
            <p:nvPr/>
          </p:nvSpPr>
          <p:spPr>
            <a:xfrm>
              <a:off x="4366259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CA31CA87-30A7-4449-9783-8DC969F2EACE}"/>
                </a:ext>
              </a:extLst>
            </p:cNvPr>
            <p:cNvSpPr/>
            <p:nvPr/>
          </p:nvSpPr>
          <p:spPr>
            <a:xfrm>
              <a:off x="465962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7C37FD0D-D89F-431F-9478-9D2638DB850F}"/>
                </a:ext>
              </a:extLst>
            </p:cNvPr>
            <p:cNvSpPr/>
            <p:nvPr/>
          </p:nvSpPr>
          <p:spPr>
            <a:xfrm>
              <a:off x="5130164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9A1255C6-12A9-459B-843F-7294ADDC1C1B}"/>
                </a:ext>
              </a:extLst>
            </p:cNvPr>
            <p:cNvSpPr/>
            <p:nvPr/>
          </p:nvSpPr>
          <p:spPr>
            <a:xfrm>
              <a:off x="5373052" y="3217544"/>
              <a:ext cx="226694" cy="279082"/>
            </a:xfrm>
            <a:custGeom>
              <a:avLst/>
              <a:gdLst>
                <a:gd name="connsiteX0" fmla="*/ 115253 w 226694"/>
                <a:gd name="connsiteY0" fmla="*/ 107633 h 279082"/>
                <a:gd name="connsiteX1" fmla="*/ 165735 w 226694"/>
                <a:gd name="connsiteY1" fmla="*/ 113347 h 279082"/>
                <a:gd name="connsiteX2" fmla="*/ 165735 w 226694"/>
                <a:gd name="connsiteY2" fmla="*/ 103822 h 279082"/>
                <a:gd name="connsiteX3" fmla="*/ 106680 w 226694"/>
                <a:gd name="connsiteY3" fmla="*/ 52388 h 279082"/>
                <a:gd name="connsiteX4" fmla="*/ 39053 w 226694"/>
                <a:gd name="connsiteY4" fmla="*/ 67627 h 279082"/>
                <a:gd name="connsiteX5" fmla="*/ 25717 w 226694"/>
                <a:gd name="connsiteY5" fmla="*/ 15240 h 279082"/>
                <a:gd name="connsiteX6" fmla="*/ 113347 w 226694"/>
                <a:gd name="connsiteY6" fmla="*/ 0 h 279082"/>
                <a:gd name="connsiteX7" fmla="*/ 226695 w 226694"/>
                <a:gd name="connsiteY7" fmla="*/ 102870 h 279082"/>
                <a:gd name="connsiteX8" fmla="*/ 226695 w 226694"/>
                <a:gd name="connsiteY8" fmla="*/ 273367 h 279082"/>
                <a:gd name="connsiteX9" fmla="*/ 167640 w 226694"/>
                <a:gd name="connsiteY9" fmla="*/ 273367 h 279082"/>
                <a:gd name="connsiteX10" fmla="*/ 167640 w 226694"/>
                <a:gd name="connsiteY10" fmla="*/ 244792 h 279082"/>
                <a:gd name="connsiteX11" fmla="*/ 165735 w 226694"/>
                <a:gd name="connsiteY11" fmla="*/ 244792 h 279082"/>
                <a:gd name="connsiteX12" fmla="*/ 87630 w 226694"/>
                <a:gd name="connsiteY12" fmla="*/ 279083 h 279082"/>
                <a:gd name="connsiteX13" fmla="*/ 0 w 226694"/>
                <a:gd name="connsiteY13" fmla="*/ 194310 h 279082"/>
                <a:gd name="connsiteX14" fmla="*/ 115253 w 226694"/>
                <a:gd name="connsiteY14" fmla="*/ 107633 h 279082"/>
                <a:gd name="connsiteX15" fmla="*/ 104775 w 226694"/>
                <a:gd name="connsiteY15" fmla="*/ 232410 h 279082"/>
                <a:gd name="connsiteX16" fmla="*/ 165735 w 226694"/>
                <a:gd name="connsiteY16" fmla="*/ 200025 h 279082"/>
                <a:gd name="connsiteX17" fmla="*/ 165735 w 226694"/>
                <a:gd name="connsiteY17" fmla="*/ 153352 h 279082"/>
                <a:gd name="connsiteX18" fmla="*/ 121920 w 226694"/>
                <a:gd name="connsiteY18" fmla="*/ 148590 h 279082"/>
                <a:gd name="connsiteX19" fmla="*/ 60007 w 226694"/>
                <a:gd name="connsiteY19" fmla="*/ 192405 h 279082"/>
                <a:gd name="connsiteX20" fmla="*/ 104775 w 226694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6694" h="279082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BD88DE7C-655E-4731-99FA-B7E34983ECB8}"/>
                </a:ext>
              </a:extLst>
            </p:cNvPr>
            <p:cNvSpPr/>
            <p:nvPr/>
          </p:nvSpPr>
          <p:spPr>
            <a:xfrm>
              <a:off x="5678804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F31C4EAF-8B93-4132-872E-D12B732A4099}"/>
                </a:ext>
              </a:extLst>
            </p:cNvPr>
            <p:cNvSpPr/>
            <p:nvPr/>
          </p:nvSpPr>
          <p:spPr>
            <a:xfrm>
              <a:off x="5958839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02DF8183-C86A-43FA-8D36-ACC72C3197B3}"/>
                </a:ext>
              </a:extLst>
            </p:cNvPr>
            <p:cNvSpPr/>
            <p:nvPr/>
          </p:nvSpPr>
          <p:spPr>
            <a:xfrm>
              <a:off x="6268402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E6503672-A51F-4F6C-A4CF-65F4050E558B}"/>
                </a:ext>
              </a:extLst>
            </p:cNvPr>
            <p:cNvSpPr/>
            <p:nvPr/>
          </p:nvSpPr>
          <p:spPr>
            <a:xfrm>
              <a:off x="638555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8 w 165734"/>
                <a:gd name="connsiteY3" fmla="*/ 282892 h 358140"/>
                <a:gd name="connsiteX4" fmla="*/ 40958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96BAB337-D064-4F11-8A5E-31DBC2E4704B}"/>
                </a:ext>
              </a:extLst>
            </p:cNvPr>
            <p:cNvSpPr/>
            <p:nvPr/>
          </p:nvSpPr>
          <p:spPr>
            <a:xfrm>
              <a:off x="6599871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1AE128CD-EB21-4D9D-BBA0-37A4055A2285}"/>
                </a:ext>
              </a:extLst>
            </p:cNvPr>
            <p:cNvSpPr/>
            <p:nvPr/>
          </p:nvSpPr>
          <p:spPr>
            <a:xfrm>
              <a:off x="687419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2870 w 165734"/>
                <a:gd name="connsiteY13" fmla="*/ 138113 h 358140"/>
                <a:gd name="connsiteX14" fmla="*/ 102870 w 165734"/>
                <a:gd name="connsiteY14" fmla="*/ 269558 h 358140"/>
                <a:gd name="connsiteX15" fmla="*/ 131445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923606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C6F2-BFE9-4DA1-8335-8212BBEBDEDB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6332" y="1632184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332" y="2355533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332" y="3078882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6332" y="380223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6332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165101672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0691-36C4-442B-801E-F5F906A331D4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21" name="Bildplatzhalter 6">
            <a:extLst>
              <a:ext uri="{FF2B5EF4-FFF2-40B4-BE49-F238E27FC236}">
                <a16:creationId xmlns:a16="http://schemas.microsoft.com/office/drawing/2014/main" id="{8F4DFED6-EBAA-4D0C-A5C6-CD2902883FB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E94ED47E-AE0F-46CF-A861-AA42DCC1736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5159093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8" y="2875002"/>
            <a:ext cx="11157743" cy="1107996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Kapiteltrenner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DBE663-8CF8-4EA4-AF83-5C771F9A06FE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987594-F169-42FB-8839-77BF8D405E37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Freihandform: Form 59">
            <a:extLst>
              <a:ext uri="{FF2B5EF4-FFF2-40B4-BE49-F238E27FC236}">
                <a16:creationId xmlns:a16="http://schemas.microsoft.com/office/drawing/2014/main" id="{40F781E3-735A-4333-AF8D-7842FE86295B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C156EC4-BDB3-4DEA-9B78-E98FCFD2F54B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9E9C384D-D46B-429F-9A97-86F6E3560F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64B7918E-86D1-49EB-8917-1468D42A6E25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1" name="Grafik 3">
            <a:extLst>
              <a:ext uri="{FF2B5EF4-FFF2-40B4-BE49-F238E27FC236}">
                <a16:creationId xmlns:a16="http://schemas.microsoft.com/office/drawing/2014/main" id="{63B15E59-1DC8-4E69-A2E3-B7C301F85A74}"/>
              </a:ext>
            </a:extLst>
          </p:cNvPr>
          <p:cNvGrpSpPr/>
          <p:nvPr userDrawn="1"/>
        </p:nvGrpSpPr>
        <p:grpSpPr>
          <a:xfrm>
            <a:off x="510639" y="293688"/>
            <a:ext cx="2594512" cy="327278"/>
            <a:chOff x="2242184" y="2525076"/>
            <a:chExt cx="7709534" cy="972502"/>
          </a:xfrm>
          <a:solidFill>
            <a:schemeClr val="tx1"/>
          </a:solidFill>
        </p:grpSpPr>
        <p:sp>
          <p:nvSpPr>
            <p:cNvPr id="92" name="Freihandform: Form 91">
              <a:extLst>
                <a:ext uri="{FF2B5EF4-FFF2-40B4-BE49-F238E27FC236}">
                  <a16:creationId xmlns:a16="http://schemas.microsoft.com/office/drawing/2014/main" id="{31479838-9F74-4673-9EBF-71D7160465DB}"/>
                </a:ext>
              </a:extLst>
            </p:cNvPr>
            <p:cNvSpPr/>
            <p:nvPr/>
          </p:nvSpPr>
          <p:spPr>
            <a:xfrm>
              <a:off x="2269806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3" name="Freihandform: Form 92">
              <a:extLst>
                <a:ext uri="{FF2B5EF4-FFF2-40B4-BE49-F238E27FC236}">
                  <a16:creationId xmlns:a16="http://schemas.microsoft.com/office/drawing/2014/main" id="{853C65E7-B88C-42F7-937F-8DB98A4E9FCC}"/>
                </a:ext>
              </a:extLst>
            </p:cNvPr>
            <p:cNvSpPr/>
            <p:nvPr/>
          </p:nvSpPr>
          <p:spPr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758B2ACA-719E-43F3-9EC0-0034F9047CBB}"/>
                </a:ext>
              </a:extLst>
            </p:cNvPr>
            <p:cNvSpPr/>
            <p:nvPr/>
          </p:nvSpPr>
          <p:spPr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35EE226D-3234-43F6-8BB4-C0E371601E92}"/>
                </a:ext>
              </a:extLst>
            </p:cNvPr>
            <p:cNvSpPr/>
            <p:nvPr/>
          </p:nvSpPr>
          <p:spPr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A7EFAE98-DF8E-4D8F-BA4F-2EDBA3177CFC}"/>
                </a:ext>
              </a:extLst>
            </p:cNvPr>
            <p:cNvSpPr/>
            <p:nvPr/>
          </p:nvSpPr>
          <p:spPr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5B44E1B9-32E5-4A3A-8DDB-8859CA78DEA6}"/>
                </a:ext>
              </a:extLst>
            </p:cNvPr>
            <p:cNvSpPr/>
            <p:nvPr/>
          </p:nvSpPr>
          <p:spPr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A113CC62-1A03-4F2F-81E6-89FD73E20543}"/>
                </a:ext>
              </a:extLst>
            </p:cNvPr>
            <p:cNvSpPr/>
            <p:nvPr/>
          </p:nvSpPr>
          <p:spPr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AEAF2AAD-7F92-4C68-919A-54ED1D8E07B7}"/>
                </a:ext>
              </a:extLst>
            </p:cNvPr>
            <p:cNvSpPr/>
            <p:nvPr/>
          </p:nvSpPr>
          <p:spPr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5FFE12AD-2431-47E8-ABC4-3D8E3A605297}"/>
                </a:ext>
              </a:extLst>
            </p:cNvPr>
            <p:cNvSpPr/>
            <p:nvPr/>
          </p:nvSpPr>
          <p:spPr>
            <a:xfrm>
              <a:off x="4129087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DAA0DE08-F7C2-4423-8FFE-8532F2A5C6FD}"/>
                </a:ext>
              </a:extLst>
            </p:cNvPr>
            <p:cNvSpPr/>
            <p:nvPr/>
          </p:nvSpPr>
          <p:spPr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9FA5E0D5-28AF-4E95-B133-86F7102C0A96}"/>
                </a:ext>
              </a:extLst>
            </p:cNvPr>
            <p:cNvSpPr/>
            <p:nvPr/>
          </p:nvSpPr>
          <p:spPr>
            <a:xfrm>
              <a:off x="4593906" y="2545079"/>
              <a:ext cx="342900" cy="368617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8BF7A4DF-5D86-43D9-A178-B2D1212251F4}"/>
                </a:ext>
              </a:extLst>
            </p:cNvPr>
            <p:cNvSpPr/>
            <p:nvPr/>
          </p:nvSpPr>
          <p:spPr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A7958CCB-2330-4A17-B5C3-425A7C3D83AC}"/>
                </a:ext>
              </a:extLst>
            </p:cNvPr>
            <p:cNvSpPr/>
            <p:nvPr/>
          </p:nvSpPr>
          <p:spPr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FA7F979D-C5F8-486C-A37D-020E7D3D317B}"/>
                </a:ext>
              </a:extLst>
            </p:cNvPr>
            <p:cNvSpPr/>
            <p:nvPr/>
          </p:nvSpPr>
          <p:spPr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EBD1770F-AEF4-4C86-94F7-682AFD95DE4B}"/>
                </a:ext>
              </a:extLst>
            </p:cNvPr>
            <p:cNvSpPr/>
            <p:nvPr/>
          </p:nvSpPr>
          <p:spPr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9FC2E010-BDCD-474A-A6F8-8BD52E984837}"/>
                </a:ext>
              </a:extLst>
            </p:cNvPr>
            <p:cNvSpPr/>
            <p:nvPr/>
          </p:nvSpPr>
          <p:spPr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18AF4BC2-37FE-4D4C-97FA-D42EB65D0C56}"/>
                </a:ext>
              </a:extLst>
            </p:cNvPr>
            <p:cNvSpPr/>
            <p:nvPr/>
          </p:nvSpPr>
          <p:spPr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0202D10A-B967-464F-8305-AA6FAA93839B}"/>
                </a:ext>
              </a:extLst>
            </p:cNvPr>
            <p:cNvSpPr/>
            <p:nvPr/>
          </p:nvSpPr>
          <p:spPr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47E67764-C4B8-41B0-B9C5-C4DF345626E1}"/>
                </a:ext>
              </a:extLst>
            </p:cNvPr>
            <p:cNvSpPr/>
            <p:nvPr/>
          </p:nvSpPr>
          <p:spPr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2B81E770-0087-40A5-A3DA-94AC0A24BAF6}"/>
                </a:ext>
              </a:extLst>
            </p:cNvPr>
            <p:cNvSpPr/>
            <p:nvPr/>
          </p:nvSpPr>
          <p:spPr>
            <a:xfrm>
              <a:off x="711517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EA875C85-F2F5-46FB-B389-D71C46A1DE24}"/>
                </a:ext>
              </a:extLst>
            </p:cNvPr>
            <p:cNvSpPr/>
            <p:nvPr/>
          </p:nvSpPr>
          <p:spPr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34E2D03D-0830-486A-A6A9-F40A5230F968}"/>
                </a:ext>
              </a:extLst>
            </p:cNvPr>
            <p:cNvSpPr/>
            <p:nvPr/>
          </p:nvSpPr>
          <p:spPr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402E3471-A6EC-4D18-B2A8-8BAE25AF636D}"/>
                </a:ext>
              </a:extLst>
            </p:cNvPr>
            <p:cNvSpPr/>
            <p:nvPr/>
          </p:nvSpPr>
          <p:spPr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AEDACA6D-F2B5-49EA-A2BB-7F2DA522AD37}"/>
                </a:ext>
              </a:extLst>
            </p:cNvPr>
            <p:cNvSpPr/>
            <p:nvPr/>
          </p:nvSpPr>
          <p:spPr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DC4084CA-5DB9-4485-8430-F048E5F868DC}"/>
                </a:ext>
              </a:extLst>
            </p:cNvPr>
            <p:cNvSpPr/>
            <p:nvPr/>
          </p:nvSpPr>
          <p:spPr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FDD49516-EA60-4B95-B9D2-C3E7F48B2ACE}"/>
                </a:ext>
              </a:extLst>
            </p:cNvPr>
            <p:cNvSpPr/>
            <p:nvPr/>
          </p:nvSpPr>
          <p:spPr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5BCEF951-365A-47DF-B144-DA13EF292D61}"/>
                </a:ext>
              </a:extLst>
            </p:cNvPr>
            <p:cNvSpPr/>
            <p:nvPr/>
          </p:nvSpPr>
          <p:spPr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683A02B9-87B9-42C6-A66E-EE963D0E48AB}"/>
                </a:ext>
              </a:extLst>
            </p:cNvPr>
            <p:cNvSpPr/>
            <p:nvPr/>
          </p:nvSpPr>
          <p:spPr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03E1D314-1BE4-4D91-906A-39A39510A066}"/>
                </a:ext>
              </a:extLst>
            </p:cNvPr>
            <p:cNvSpPr/>
            <p:nvPr/>
          </p:nvSpPr>
          <p:spPr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82CCDC97-7480-43E2-A280-1F630D229367}"/>
                </a:ext>
              </a:extLst>
            </p:cNvPr>
            <p:cNvSpPr/>
            <p:nvPr/>
          </p:nvSpPr>
          <p:spPr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E50BE68B-7749-4F77-9172-E959A95D111D}"/>
                </a:ext>
              </a:extLst>
            </p:cNvPr>
            <p:cNvSpPr/>
            <p:nvPr/>
          </p:nvSpPr>
          <p:spPr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A40B095B-7AF5-4ED7-A633-F4D6D308DCA7}"/>
                </a:ext>
              </a:extLst>
            </p:cNvPr>
            <p:cNvSpPr/>
            <p:nvPr/>
          </p:nvSpPr>
          <p:spPr>
            <a:xfrm>
              <a:off x="2242184" y="3122294"/>
              <a:ext cx="275272" cy="368617"/>
            </a:xfrm>
            <a:custGeom>
              <a:avLst/>
              <a:gdLst>
                <a:gd name="connsiteX0" fmla="*/ 275273 w 275272"/>
                <a:gd name="connsiteY0" fmla="*/ 60960 h 368617"/>
                <a:gd name="connsiteX1" fmla="*/ 170498 w 275272"/>
                <a:gd name="connsiteY1" fmla="*/ 60960 h 368617"/>
                <a:gd name="connsiteX2" fmla="*/ 170498 w 275272"/>
                <a:gd name="connsiteY2" fmla="*/ 368617 h 368617"/>
                <a:gd name="connsiteX3" fmla="*/ 104775 w 275272"/>
                <a:gd name="connsiteY3" fmla="*/ 368617 h 368617"/>
                <a:gd name="connsiteX4" fmla="*/ 104775 w 275272"/>
                <a:gd name="connsiteY4" fmla="*/ 60960 h 368617"/>
                <a:gd name="connsiteX5" fmla="*/ 0 w 275272"/>
                <a:gd name="connsiteY5" fmla="*/ 60960 h 368617"/>
                <a:gd name="connsiteX6" fmla="*/ 0 w 275272"/>
                <a:gd name="connsiteY6" fmla="*/ 0 h 368617"/>
                <a:gd name="connsiteX7" fmla="*/ 275273 w 275272"/>
                <a:gd name="connsiteY7" fmla="*/ 0 h 368617"/>
                <a:gd name="connsiteX8" fmla="*/ 275273 w 275272"/>
                <a:gd name="connsiteY8" fmla="*/ 6096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272" h="368617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C087BE32-DA94-4094-A1C5-68E43E197CD9}"/>
                </a:ext>
              </a:extLst>
            </p:cNvPr>
            <p:cNvSpPr/>
            <p:nvPr/>
          </p:nvSpPr>
          <p:spPr>
            <a:xfrm>
              <a:off x="2519362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7 w 242887"/>
                <a:gd name="connsiteY5" fmla="*/ 160972 h 279082"/>
                <a:gd name="connsiteX6" fmla="*/ 133350 w 242887"/>
                <a:gd name="connsiteY6" fmla="*/ 225742 h 279082"/>
                <a:gd name="connsiteX7" fmla="*/ 199073 w 242887"/>
                <a:gd name="connsiteY7" fmla="*/ 194310 h 279082"/>
                <a:gd name="connsiteX8" fmla="*/ 238125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610EF90D-D961-4886-A667-E29488DD3B72}"/>
                </a:ext>
              </a:extLst>
            </p:cNvPr>
            <p:cNvSpPr/>
            <p:nvPr/>
          </p:nvSpPr>
          <p:spPr>
            <a:xfrm>
              <a:off x="2816541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3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3CC725CA-1995-466A-BBFB-E4CC489DC9A3}"/>
                </a:ext>
              </a:extLst>
            </p:cNvPr>
            <p:cNvSpPr/>
            <p:nvPr/>
          </p:nvSpPr>
          <p:spPr>
            <a:xfrm>
              <a:off x="3095624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A679DB96-810C-4354-B51A-032CFEFED6D5}"/>
                </a:ext>
              </a:extLst>
            </p:cNvPr>
            <p:cNvSpPr/>
            <p:nvPr/>
          </p:nvSpPr>
          <p:spPr>
            <a:xfrm>
              <a:off x="3404234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128EA777-D1F4-47DC-93D5-A5DF6BD4D2D2}"/>
                </a:ext>
              </a:extLst>
            </p:cNvPr>
            <p:cNvSpPr/>
            <p:nvPr/>
          </p:nvSpPr>
          <p:spPr>
            <a:xfrm>
              <a:off x="370331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4ED8FD9A-7134-4B69-86C9-5584AABA0DA1}"/>
                </a:ext>
              </a:extLst>
            </p:cNvPr>
            <p:cNvSpPr/>
            <p:nvPr/>
          </p:nvSpPr>
          <p:spPr>
            <a:xfrm>
              <a:off x="383095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2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F136C0CB-E9EC-4D79-ABB6-F229DA9FF529}"/>
                </a:ext>
              </a:extLst>
            </p:cNvPr>
            <p:cNvSpPr/>
            <p:nvPr/>
          </p:nvSpPr>
          <p:spPr>
            <a:xfrm>
              <a:off x="4087177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56B10647-27C1-42C9-9CE4-63BC66AAEC60}"/>
                </a:ext>
              </a:extLst>
            </p:cNvPr>
            <p:cNvSpPr/>
            <p:nvPr/>
          </p:nvSpPr>
          <p:spPr>
            <a:xfrm>
              <a:off x="4366259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4694EE07-7C6D-4AEB-9248-C77C0C2DA2C9}"/>
                </a:ext>
              </a:extLst>
            </p:cNvPr>
            <p:cNvSpPr/>
            <p:nvPr/>
          </p:nvSpPr>
          <p:spPr>
            <a:xfrm>
              <a:off x="465962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4C49C4B4-927F-405D-9CBA-4D5DAADCBB4D}"/>
                </a:ext>
              </a:extLst>
            </p:cNvPr>
            <p:cNvSpPr/>
            <p:nvPr/>
          </p:nvSpPr>
          <p:spPr>
            <a:xfrm>
              <a:off x="5130164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ACE5A6C1-7169-4363-BD9D-A2503A01234C}"/>
                </a:ext>
              </a:extLst>
            </p:cNvPr>
            <p:cNvSpPr/>
            <p:nvPr/>
          </p:nvSpPr>
          <p:spPr>
            <a:xfrm>
              <a:off x="5373052" y="3217544"/>
              <a:ext cx="226694" cy="279082"/>
            </a:xfrm>
            <a:custGeom>
              <a:avLst/>
              <a:gdLst>
                <a:gd name="connsiteX0" fmla="*/ 115253 w 226694"/>
                <a:gd name="connsiteY0" fmla="*/ 107633 h 279082"/>
                <a:gd name="connsiteX1" fmla="*/ 165735 w 226694"/>
                <a:gd name="connsiteY1" fmla="*/ 113347 h 279082"/>
                <a:gd name="connsiteX2" fmla="*/ 165735 w 226694"/>
                <a:gd name="connsiteY2" fmla="*/ 103822 h 279082"/>
                <a:gd name="connsiteX3" fmla="*/ 106680 w 226694"/>
                <a:gd name="connsiteY3" fmla="*/ 52388 h 279082"/>
                <a:gd name="connsiteX4" fmla="*/ 39053 w 226694"/>
                <a:gd name="connsiteY4" fmla="*/ 67627 h 279082"/>
                <a:gd name="connsiteX5" fmla="*/ 25717 w 226694"/>
                <a:gd name="connsiteY5" fmla="*/ 15240 h 279082"/>
                <a:gd name="connsiteX6" fmla="*/ 113347 w 226694"/>
                <a:gd name="connsiteY6" fmla="*/ 0 h 279082"/>
                <a:gd name="connsiteX7" fmla="*/ 226695 w 226694"/>
                <a:gd name="connsiteY7" fmla="*/ 102870 h 279082"/>
                <a:gd name="connsiteX8" fmla="*/ 226695 w 226694"/>
                <a:gd name="connsiteY8" fmla="*/ 273367 h 279082"/>
                <a:gd name="connsiteX9" fmla="*/ 167640 w 226694"/>
                <a:gd name="connsiteY9" fmla="*/ 273367 h 279082"/>
                <a:gd name="connsiteX10" fmla="*/ 167640 w 226694"/>
                <a:gd name="connsiteY10" fmla="*/ 244792 h 279082"/>
                <a:gd name="connsiteX11" fmla="*/ 165735 w 226694"/>
                <a:gd name="connsiteY11" fmla="*/ 244792 h 279082"/>
                <a:gd name="connsiteX12" fmla="*/ 87630 w 226694"/>
                <a:gd name="connsiteY12" fmla="*/ 279083 h 279082"/>
                <a:gd name="connsiteX13" fmla="*/ 0 w 226694"/>
                <a:gd name="connsiteY13" fmla="*/ 194310 h 279082"/>
                <a:gd name="connsiteX14" fmla="*/ 115253 w 226694"/>
                <a:gd name="connsiteY14" fmla="*/ 107633 h 279082"/>
                <a:gd name="connsiteX15" fmla="*/ 104775 w 226694"/>
                <a:gd name="connsiteY15" fmla="*/ 232410 h 279082"/>
                <a:gd name="connsiteX16" fmla="*/ 165735 w 226694"/>
                <a:gd name="connsiteY16" fmla="*/ 200025 h 279082"/>
                <a:gd name="connsiteX17" fmla="*/ 165735 w 226694"/>
                <a:gd name="connsiteY17" fmla="*/ 153352 h 279082"/>
                <a:gd name="connsiteX18" fmla="*/ 121920 w 226694"/>
                <a:gd name="connsiteY18" fmla="*/ 148590 h 279082"/>
                <a:gd name="connsiteX19" fmla="*/ 60007 w 226694"/>
                <a:gd name="connsiteY19" fmla="*/ 192405 h 279082"/>
                <a:gd name="connsiteX20" fmla="*/ 104775 w 226694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6694" h="279082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C285BC79-E7CB-41E4-9EAF-48FA16725D93}"/>
                </a:ext>
              </a:extLst>
            </p:cNvPr>
            <p:cNvSpPr/>
            <p:nvPr/>
          </p:nvSpPr>
          <p:spPr>
            <a:xfrm>
              <a:off x="5678804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0FE4AEB4-A994-48BE-B61D-C6EC2698C0BE}"/>
                </a:ext>
              </a:extLst>
            </p:cNvPr>
            <p:cNvSpPr/>
            <p:nvPr/>
          </p:nvSpPr>
          <p:spPr>
            <a:xfrm>
              <a:off x="5958839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7C18043D-1369-4E6D-9211-DD23A824E7CB}"/>
                </a:ext>
              </a:extLst>
            </p:cNvPr>
            <p:cNvSpPr/>
            <p:nvPr/>
          </p:nvSpPr>
          <p:spPr>
            <a:xfrm>
              <a:off x="6268402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6281DAD0-3872-400E-8D26-FFA074932973}"/>
                </a:ext>
              </a:extLst>
            </p:cNvPr>
            <p:cNvSpPr/>
            <p:nvPr/>
          </p:nvSpPr>
          <p:spPr>
            <a:xfrm>
              <a:off x="638555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8 w 165734"/>
                <a:gd name="connsiteY3" fmla="*/ 282892 h 358140"/>
                <a:gd name="connsiteX4" fmla="*/ 40958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A238B80F-CEC5-4808-AF03-A33208CDDBB0}"/>
                </a:ext>
              </a:extLst>
            </p:cNvPr>
            <p:cNvSpPr/>
            <p:nvPr/>
          </p:nvSpPr>
          <p:spPr>
            <a:xfrm>
              <a:off x="6599871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55691878-494C-4687-9A55-8351DD5972D1}"/>
                </a:ext>
              </a:extLst>
            </p:cNvPr>
            <p:cNvSpPr/>
            <p:nvPr/>
          </p:nvSpPr>
          <p:spPr>
            <a:xfrm>
              <a:off x="687419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2870 w 165734"/>
                <a:gd name="connsiteY13" fmla="*/ 138113 h 358140"/>
                <a:gd name="connsiteX14" fmla="*/ 102870 w 165734"/>
                <a:gd name="connsiteY14" fmla="*/ 269558 h 358140"/>
                <a:gd name="connsiteX15" fmla="*/ 131445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3110920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FCF17-48A0-4939-9B86-4A0E590241E6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25613776-0F22-42BA-AE5A-1B73727AAD1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28AE96D7-C3C8-4590-B13B-86D938A7890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5432721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C8739-BFB7-40C2-B28E-69BB709E9C11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6329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6791738E-1095-45F8-98E2-D057FFD19CA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BAC64890-C924-4759-9B9B-7DE74E38C4A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3028807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B6080-B214-4A27-A13D-95A31493955D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18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07242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2780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86333803-0B38-4F61-95AE-49DCFFD7FB8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7A7A670F-933B-48F3-B921-A1B739D6C9D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6918389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4BF54-E288-44CA-9624-72B71A8A42AB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8D50DB04-91D7-4C23-96CE-09E0502D14C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97A335FC-7B0F-4DB2-A1F6-1DF21639819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5395714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8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55A8-E7B1-419D-84AA-0C89B698BF26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6331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C6D487A-3469-4A14-880C-0C0352BFC29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D7BA2DC0-EE95-4994-AD5A-8F6A7D106E5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4713251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9" y="3431381"/>
            <a:ext cx="357120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089236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4C7B6-65DB-4651-9D6D-787BD251B230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1115774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05EC4CE8-43C6-428F-9E62-CB38E0CE644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22FFE2B-554A-4423-8513-4D2A70D2DB1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7962860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074B9-4BBE-42DB-8ECC-1B8A75D6203E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06331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BF87D6FE-3E8F-49D4-B36A-217C95B23AF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5F1A965F-F63A-4B03-A142-6DC4620DA5F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3448020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BA888-8294-4426-A426-0D17B6B1880D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06305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12311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A7347480-9F70-4378-B138-B8B7C593F8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B180B26F-6FF8-4738-A10C-E14470F0B8C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1634242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894D4-C9B8-4F96-8FF6-79E826889C55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11155366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64AF0876-C672-488E-ADCD-17BBFC33638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3929152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0F4A-AEAE-4C58-AA76-7EADB0FF7089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06330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777B5741-96D1-4193-A4A5-5EE22D85663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3553938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67C9-4C75-43A9-95B7-0690D6F29CA5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4861" y="1631156"/>
            <a:ext cx="3571200" cy="456962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8317" y="1631157"/>
            <a:ext cx="7363752" cy="4569620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7CDDF36A-B7A5-4E95-A5D6-07C5FCED28B4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FBCC7105-5E2C-4745-BEC8-77E521534F9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7796225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Gra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C462FD0-9E74-4D67-97DA-C8DBAA1AE5FF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925060-7FCF-4CBC-B0DA-0731E3E98579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BC19384B-1D95-4C0D-B3F0-61407A015F56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93DCB95B-459E-4AC2-8E4B-6C459242A95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9ECB07F-83AC-4A69-A930-C51459FBE5BA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EB6DF347-64CA-4BE1-8952-3E80EBD008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2628F6-8442-4626-962B-E947FDA8C0C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19632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94168-1D2E-414B-9AFB-B7BB2EA3568F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18B908A7-A1D8-4FB7-9CB4-BDC3E20D2B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903DE59B-FC71-4F7B-BBCF-9B96B09DD62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2973633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EDA59-479C-41C3-99F0-9A24DD470063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/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„Mastertextformat bearbeiten“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F862885B-685B-4384-B9F0-6266AD0BDA7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2BEC83A6-EBB5-4F38-9A43-62A2E7E3616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5534739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167">
            <a:extLst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59" name="Bildplatzhalter 60">
            <a:extLst>
              <a:ext uri="{FF2B5EF4-FFF2-40B4-BE49-F238E27FC236}">
                <a16:creationId xmlns:a16="http://schemas.microsoft.com/office/drawing/2014/main" id="{92CE05A2-27DE-4191-8A63-5C7C7ACA37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CBD8B083-79E8-44E1-BA43-E993160F02E1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 dirty="0" smtClean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Vielen Dank</a:t>
            </a:r>
            <a:br>
              <a:rPr lang="de-DE" dirty="0"/>
            </a:br>
            <a:r>
              <a:rPr lang="de-DE" dirty="0"/>
              <a:t>für Ihre Aufmerksamkeit!</a:t>
            </a:r>
          </a:p>
        </p:txBody>
      </p:sp>
      <p:sp>
        <p:nvSpPr>
          <p:cNvPr id="58" name="Freihandform: Form 57">
            <a:extLst>
              <a:ext uri="{FF2B5EF4-FFF2-40B4-BE49-F238E27FC236}">
                <a16:creationId xmlns:a16="http://schemas.microsoft.com/office/drawing/2014/main" id="{1A7F7BEE-9A4B-44B2-960F-97720F4BC3DA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3" name="Grafik 3">
            <a:extLst>
              <a:ext uri="{FF2B5EF4-FFF2-40B4-BE49-F238E27FC236}">
                <a16:creationId xmlns:a16="http://schemas.microsoft.com/office/drawing/2014/main" id="{7EDB224C-20EA-4E58-9D0D-992C660EA7C3}"/>
              </a:ext>
            </a:extLst>
          </p:cNvPr>
          <p:cNvGrpSpPr/>
          <p:nvPr userDrawn="1"/>
        </p:nvGrpSpPr>
        <p:grpSpPr>
          <a:xfrm>
            <a:off x="510639" y="293688"/>
            <a:ext cx="2594512" cy="327278"/>
            <a:chOff x="2242184" y="2525076"/>
            <a:chExt cx="7709534" cy="972502"/>
          </a:xfrm>
          <a:solidFill>
            <a:schemeClr val="tx1"/>
          </a:solidFill>
        </p:grpSpPr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5F0062D9-7FA7-487E-B266-465DCCF07634}"/>
                </a:ext>
              </a:extLst>
            </p:cNvPr>
            <p:cNvSpPr/>
            <p:nvPr/>
          </p:nvSpPr>
          <p:spPr>
            <a:xfrm>
              <a:off x="2269806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E64F3B7C-CB4A-4496-94EF-731E99CC6D26}"/>
                </a:ext>
              </a:extLst>
            </p:cNvPr>
            <p:cNvSpPr/>
            <p:nvPr/>
          </p:nvSpPr>
          <p:spPr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BC8F2FE3-8BCF-4388-9D18-C9FDBDA8F54F}"/>
                </a:ext>
              </a:extLst>
            </p:cNvPr>
            <p:cNvSpPr/>
            <p:nvPr/>
          </p:nvSpPr>
          <p:spPr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DD335225-272F-4571-BDD9-C4D260933D6A}"/>
                </a:ext>
              </a:extLst>
            </p:cNvPr>
            <p:cNvSpPr/>
            <p:nvPr/>
          </p:nvSpPr>
          <p:spPr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BF69BAD7-575C-4929-A903-11EBC948B0DC}"/>
                </a:ext>
              </a:extLst>
            </p:cNvPr>
            <p:cNvSpPr/>
            <p:nvPr/>
          </p:nvSpPr>
          <p:spPr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FD20AC73-D10C-4D22-8487-42E7948AA409}"/>
                </a:ext>
              </a:extLst>
            </p:cNvPr>
            <p:cNvSpPr/>
            <p:nvPr/>
          </p:nvSpPr>
          <p:spPr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7C8D9FDD-C5F5-4349-BD5F-D81FB30DB6DE}"/>
                </a:ext>
              </a:extLst>
            </p:cNvPr>
            <p:cNvSpPr/>
            <p:nvPr/>
          </p:nvSpPr>
          <p:spPr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52F4FC91-2197-434F-A278-42EE431CFCAE}"/>
                </a:ext>
              </a:extLst>
            </p:cNvPr>
            <p:cNvSpPr/>
            <p:nvPr/>
          </p:nvSpPr>
          <p:spPr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70989457-73C8-4AE9-A3E6-E132F67ADA2C}"/>
                </a:ext>
              </a:extLst>
            </p:cNvPr>
            <p:cNvSpPr/>
            <p:nvPr/>
          </p:nvSpPr>
          <p:spPr>
            <a:xfrm>
              <a:off x="4129087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97405C47-1DB1-40F6-BCEC-9BCDAEC7A2FE}"/>
                </a:ext>
              </a:extLst>
            </p:cNvPr>
            <p:cNvSpPr/>
            <p:nvPr/>
          </p:nvSpPr>
          <p:spPr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8B65F82E-B0A2-4FE8-850E-F63AE810CA1C}"/>
                </a:ext>
              </a:extLst>
            </p:cNvPr>
            <p:cNvSpPr/>
            <p:nvPr/>
          </p:nvSpPr>
          <p:spPr>
            <a:xfrm>
              <a:off x="4593906" y="2545079"/>
              <a:ext cx="342900" cy="368617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A00446A1-9174-4182-AFBD-F7FDFC75E70F}"/>
                </a:ext>
              </a:extLst>
            </p:cNvPr>
            <p:cNvSpPr/>
            <p:nvPr/>
          </p:nvSpPr>
          <p:spPr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EBDAA100-7EC2-47E0-8C69-9A45AA444761}"/>
                </a:ext>
              </a:extLst>
            </p:cNvPr>
            <p:cNvSpPr/>
            <p:nvPr/>
          </p:nvSpPr>
          <p:spPr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9F428011-BD3C-4C8D-8D99-4841E1FFC0AF}"/>
                </a:ext>
              </a:extLst>
            </p:cNvPr>
            <p:cNvSpPr/>
            <p:nvPr/>
          </p:nvSpPr>
          <p:spPr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F6C7C54C-A8CF-4444-AC59-BF72E47F72A6}"/>
                </a:ext>
              </a:extLst>
            </p:cNvPr>
            <p:cNvSpPr/>
            <p:nvPr/>
          </p:nvSpPr>
          <p:spPr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F50FAB8E-78AE-4621-92B7-50E022AAB55A}"/>
                </a:ext>
              </a:extLst>
            </p:cNvPr>
            <p:cNvSpPr/>
            <p:nvPr/>
          </p:nvSpPr>
          <p:spPr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AC24D8DA-7994-4FBE-8591-E8A44FF7C7F7}"/>
                </a:ext>
              </a:extLst>
            </p:cNvPr>
            <p:cNvSpPr/>
            <p:nvPr/>
          </p:nvSpPr>
          <p:spPr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C26A421C-A8D4-4825-8BA4-943B818B8D2E}"/>
                </a:ext>
              </a:extLst>
            </p:cNvPr>
            <p:cNvSpPr/>
            <p:nvPr/>
          </p:nvSpPr>
          <p:spPr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2" name="Freihandform: Form 111">
              <a:extLst>
                <a:ext uri="{FF2B5EF4-FFF2-40B4-BE49-F238E27FC236}">
                  <a16:creationId xmlns:a16="http://schemas.microsoft.com/office/drawing/2014/main" id="{022EA131-DFDB-431F-A60F-CCAACE5F8476}"/>
                </a:ext>
              </a:extLst>
            </p:cNvPr>
            <p:cNvSpPr/>
            <p:nvPr/>
          </p:nvSpPr>
          <p:spPr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3" name="Freihandform: Form 112">
              <a:extLst>
                <a:ext uri="{FF2B5EF4-FFF2-40B4-BE49-F238E27FC236}">
                  <a16:creationId xmlns:a16="http://schemas.microsoft.com/office/drawing/2014/main" id="{75B85351-FC36-4EAA-ADAC-848C5CE8CF20}"/>
                </a:ext>
              </a:extLst>
            </p:cNvPr>
            <p:cNvSpPr/>
            <p:nvPr/>
          </p:nvSpPr>
          <p:spPr>
            <a:xfrm>
              <a:off x="711517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864D1068-6C88-4E64-9CE8-709F2115AB93}"/>
                </a:ext>
              </a:extLst>
            </p:cNvPr>
            <p:cNvSpPr/>
            <p:nvPr/>
          </p:nvSpPr>
          <p:spPr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060D30F5-7860-4FEF-9867-6D902CB11985}"/>
                </a:ext>
              </a:extLst>
            </p:cNvPr>
            <p:cNvSpPr/>
            <p:nvPr/>
          </p:nvSpPr>
          <p:spPr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732D5F25-F623-49DA-B9D2-8BB8C68F24F2}"/>
                </a:ext>
              </a:extLst>
            </p:cNvPr>
            <p:cNvSpPr/>
            <p:nvPr/>
          </p:nvSpPr>
          <p:spPr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0FAC63F4-9971-49C4-8827-AF6DFF0CACC5}"/>
                </a:ext>
              </a:extLst>
            </p:cNvPr>
            <p:cNvSpPr/>
            <p:nvPr/>
          </p:nvSpPr>
          <p:spPr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B0C9B571-3A50-4743-B6C5-E6337F5E3872}"/>
                </a:ext>
              </a:extLst>
            </p:cNvPr>
            <p:cNvSpPr/>
            <p:nvPr/>
          </p:nvSpPr>
          <p:spPr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E454C239-1FB1-4A92-A3A3-00D362D352BB}"/>
                </a:ext>
              </a:extLst>
            </p:cNvPr>
            <p:cNvSpPr/>
            <p:nvPr/>
          </p:nvSpPr>
          <p:spPr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8B477F16-4711-4484-85E1-93965BBDAEC9}"/>
                </a:ext>
              </a:extLst>
            </p:cNvPr>
            <p:cNvSpPr/>
            <p:nvPr/>
          </p:nvSpPr>
          <p:spPr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50A65D7A-5744-468F-9625-38183D07B3A0}"/>
                </a:ext>
              </a:extLst>
            </p:cNvPr>
            <p:cNvSpPr/>
            <p:nvPr/>
          </p:nvSpPr>
          <p:spPr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472308F4-C46D-44F7-A941-546D6F81040E}"/>
                </a:ext>
              </a:extLst>
            </p:cNvPr>
            <p:cNvSpPr/>
            <p:nvPr/>
          </p:nvSpPr>
          <p:spPr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410975B0-0BB1-4600-901F-1A785AB533DC}"/>
                </a:ext>
              </a:extLst>
            </p:cNvPr>
            <p:cNvSpPr/>
            <p:nvPr/>
          </p:nvSpPr>
          <p:spPr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5E5E3A78-B400-4E3E-A684-1AF24E10D831}"/>
                </a:ext>
              </a:extLst>
            </p:cNvPr>
            <p:cNvSpPr/>
            <p:nvPr/>
          </p:nvSpPr>
          <p:spPr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59AC3075-8837-4AFD-8F75-890D1D9AF8CF}"/>
                </a:ext>
              </a:extLst>
            </p:cNvPr>
            <p:cNvSpPr/>
            <p:nvPr/>
          </p:nvSpPr>
          <p:spPr>
            <a:xfrm>
              <a:off x="2242184" y="3122294"/>
              <a:ext cx="275272" cy="368617"/>
            </a:xfrm>
            <a:custGeom>
              <a:avLst/>
              <a:gdLst>
                <a:gd name="connsiteX0" fmla="*/ 275273 w 275272"/>
                <a:gd name="connsiteY0" fmla="*/ 60960 h 368617"/>
                <a:gd name="connsiteX1" fmla="*/ 170498 w 275272"/>
                <a:gd name="connsiteY1" fmla="*/ 60960 h 368617"/>
                <a:gd name="connsiteX2" fmla="*/ 170498 w 275272"/>
                <a:gd name="connsiteY2" fmla="*/ 368617 h 368617"/>
                <a:gd name="connsiteX3" fmla="*/ 104775 w 275272"/>
                <a:gd name="connsiteY3" fmla="*/ 368617 h 368617"/>
                <a:gd name="connsiteX4" fmla="*/ 104775 w 275272"/>
                <a:gd name="connsiteY4" fmla="*/ 60960 h 368617"/>
                <a:gd name="connsiteX5" fmla="*/ 0 w 275272"/>
                <a:gd name="connsiteY5" fmla="*/ 60960 h 368617"/>
                <a:gd name="connsiteX6" fmla="*/ 0 w 275272"/>
                <a:gd name="connsiteY6" fmla="*/ 0 h 368617"/>
                <a:gd name="connsiteX7" fmla="*/ 275273 w 275272"/>
                <a:gd name="connsiteY7" fmla="*/ 0 h 368617"/>
                <a:gd name="connsiteX8" fmla="*/ 275273 w 275272"/>
                <a:gd name="connsiteY8" fmla="*/ 6096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272" h="368617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6F2E48AF-510F-486C-BDB2-4FA9AE217CDF}"/>
                </a:ext>
              </a:extLst>
            </p:cNvPr>
            <p:cNvSpPr/>
            <p:nvPr/>
          </p:nvSpPr>
          <p:spPr>
            <a:xfrm>
              <a:off x="2519362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7 w 242887"/>
                <a:gd name="connsiteY5" fmla="*/ 160972 h 279082"/>
                <a:gd name="connsiteX6" fmla="*/ 133350 w 242887"/>
                <a:gd name="connsiteY6" fmla="*/ 225742 h 279082"/>
                <a:gd name="connsiteX7" fmla="*/ 199073 w 242887"/>
                <a:gd name="connsiteY7" fmla="*/ 194310 h 279082"/>
                <a:gd name="connsiteX8" fmla="*/ 238125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3B965C2F-CC59-477C-B69E-2D51A0CDD5D4}"/>
                </a:ext>
              </a:extLst>
            </p:cNvPr>
            <p:cNvSpPr/>
            <p:nvPr/>
          </p:nvSpPr>
          <p:spPr>
            <a:xfrm>
              <a:off x="2816541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3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0A9408CB-7970-4EA5-8BBC-971D93830404}"/>
                </a:ext>
              </a:extLst>
            </p:cNvPr>
            <p:cNvSpPr/>
            <p:nvPr/>
          </p:nvSpPr>
          <p:spPr>
            <a:xfrm>
              <a:off x="3095624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F9118195-76D4-4209-ACC9-AFF1E0377B21}"/>
                </a:ext>
              </a:extLst>
            </p:cNvPr>
            <p:cNvSpPr/>
            <p:nvPr/>
          </p:nvSpPr>
          <p:spPr>
            <a:xfrm>
              <a:off x="3404234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790E8F94-9DF5-4633-A4DA-1E970ED17EF0}"/>
                </a:ext>
              </a:extLst>
            </p:cNvPr>
            <p:cNvSpPr/>
            <p:nvPr/>
          </p:nvSpPr>
          <p:spPr>
            <a:xfrm>
              <a:off x="370331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8CB1B880-DFBA-47FA-A0D1-80F79DCEF058}"/>
                </a:ext>
              </a:extLst>
            </p:cNvPr>
            <p:cNvSpPr/>
            <p:nvPr/>
          </p:nvSpPr>
          <p:spPr>
            <a:xfrm>
              <a:off x="383095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2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7F7BC3AF-0B66-4B22-B031-DE626CAAD637}"/>
                </a:ext>
              </a:extLst>
            </p:cNvPr>
            <p:cNvSpPr/>
            <p:nvPr/>
          </p:nvSpPr>
          <p:spPr>
            <a:xfrm>
              <a:off x="4087177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4A283BC6-ABA7-4329-B3E5-10C461ACE247}"/>
                </a:ext>
              </a:extLst>
            </p:cNvPr>
            <p:cNvSpPr/>
            <p:nvPr/>
          </p:nvSpPr>
          <p:spPr>
            <a:xfrm>
              <a:off x="4366259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D6ECD116-CF25-4465-B5AC-8F2569E130E0}"/>
                </a:ext>
              </a:extLst>
            </p:cNvPr>
            <p:cNvSpPr/>
            <p:nvPr/>
          </p:nvSpPr>
          <p:spPr>
            <a:xfrm>
              <a:off x="465962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AE34A90A-432D-4C60-9F16-7923D1D0B494}"/>
                </a:ext>
              </a:extLst>
            </p:cNvPr>
            <p:cNvSpPr/>
            <p:nvPr/>
          </p:nvSpPr>
          <p:spPr>
            <a:xfrm>
              <a:off x="5130164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9B854A39-3934-43E9-8CFE-175EC7FE0A9C}"/>
                </a:ext>
              </a:extLst>
            </p:cNvPr>
            <p:cNvSpPr/>
            <p:nvPr/>
          </p:nvSpPr>
          <p:spPr>
            <a:xfrm>
              <a:off x="5373052" y="3217544"/>
              <a:ext cx="226694" cy="279082"/>
            </a:xfrm>
            <a:custGeom>
              <a:avLst/>
              <a:gdLst>
                <a:gd name="connsiteX0" fmla="*/ 115253 w 226694"/>
                <a:gd name="connsiteY0" fmla="*/ 107633 h 279082"/>
                <a:gd name="connsiteX1" fmla="*/ 165735 w 226694"/>
                <a:gd name="connsiteY1" fmla="*/ 113347 h 279082"/>
                <a:gd name="connsiteX2" fmla="*/ 165735 w 226694"/>
                <a:gd name="connsiteY2" fmla="*/ 103822 h 279082"/>
                <a:gd name="connsiteX3" fmla="*/ 106680 w 226694"/>
                <a:gd name="connsiteY3" fmla="*/ 52388 h 279082"/>
                <a:gd name="connsiteX4" fmla="*/ 39053 w 226694"/>
                <a:gd name="connsiteY4" fmla="*/ 67627 h 279082"/>
                <a:gd name="connsiteX5" fmla="*/ 25717 w 226694"/>
                <a:gd name="connsiteY5" fmla="*/ 15240 h 279082"/>
                <a:gd name="connsiteX6" fmla="*/ 113347 w 226694"/>
                <a:gd name="connsiteY6" fmla="*/ 0 h 279082"/>
                <a:gd name="connsiteX7" fmla="*/ 226695 w 226694"/>
                <a:gd name="connsiteY7" fmla="*/ 102870 h 279082"/>
                <a:gd name="connsiteX8" fmla="*/ 226695 w 226694"/>
                <a:gd name="connsiteY8" fmla="*/ 273367 h 279082"/>
                <a:gd name="connsiteX9" fmla="*/ 167640 w 226694"/>
                <a:gd name="connsiteY9" fmla="*/ 273367 h 279082"/>
                <a:gd name="connsiteX10" fmla="*/ 167640 w 226694"/>
                <a:gd name="connsiteY10" fmla="*/ 244792 h 279082"/>
                <a:gd name="connsiteX11" fmla="*/ 165735 w 226694"/>
                <a:gd name="connsiteY11" fmla="*/ 244792 h 279082"/>
                <a:gd name="connsiteX12" fmla="*/ 87630 w 226694"/>
                <a:gd name="connsiteY12" fmla="*/ 279083 h 279082"/>
                <a:gd name="connsiteX13" fmla="*/ 0 w 226694"/>
                <a:gd name="connsiteY13" fmla="*/ 194310 h 279082"/>
                <a:gd name="connsiteX14" fmla="*/ 115253 w 226694"/>
                <a:gd name="connsiteY14" fmla="*/ 107633 h 279082"/>
                <a:gd name="connsiteX15" fmla="*/ 104775 w 226694"/>
                <a:gd name="connsiteY15" fmla="*/ 232410 h 279082"/>
                <a:gd name="connsiteX16" fmla="*/ 165735 w 226694"/>
                <a:gd name="connsiteY16" fmla="*/ 200025 h 279082"/>
                <a:gd name="connsiteX17" fmla="*/ 165735 w 226694"/>
                <a:gd name="connsiteY17" fmla="*/ 153352 h 279082"/>
                <a:gd name="connsiteX18" fmla="*/ 121920 w 226694"/>
                <a:gd name="connsiteY18" fmla="*/ 148590 h 279082"/>
                <a:gd name="connsiteX19" fmla="*/ 60007 w 226694"/>
                <a:gd name="connsiteY19" fmla="*/ 192405 h 279082"/>
                <a:gd name="connsiteX20" fmla="*/ 104775 w 226694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6694" h="279082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53C14EFA-5A1A-4D01-9767-9A186FA29B5B}"/>
                </a:ext>
              </a:extLst>
            </p:cNvPr>
            <p:cNvSpPr/>
            <p:nvPr/>
          </p:nvSpPr>
          <p:spPr>
            <a:xfrm>
              <a:off x="5678804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F69D2715-AF0E-46E1-8FF2-F91E9406D07D}"/>
                </a:ext>
              </a:extLst>
            </p:cNvPr>
            <p:cNvSpPr/>
            <p:nvPr/>
          </p:nvSpPr>
          <p:spPr>
            <a:xfrm>
              <a:off x="5958839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59E0035D-2A73-49EA-B365-FBBEE42775B2}"/>
                </a:ext>
              </a:extLst>
            </p:cNvPr>
            <p:cNvSpPr/>
            <p:nvPr/>
          </p:nvSpPr>
          <p:spPr>
            <a:xfrm>
              <a:off x="6268402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C8BFC058-3B6C-4338-940F-5C6277708C38}"/>
                </a:ext>
              </a:extLst>
            </p:cNvPr>
            <p:cNvSpPr/>
            <p:nvPr/>
          </p:nvSpPr>
          <p:spPr>
            <a:xfrm>
              <a:off x="638555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8 w 165734"/>
                <a:gd name="connsiteY3" fmla="*/ 282892 h 358140"/>
                <a:gd name="connsiteX4" fmla="*/ 40958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1367B7B8-EDCE-43FA-BEAF-423CF7A90572}"/>
                </a:ext>
              </a:extLst>
            </p:cNvPr>
            <p:cNvSpPr/>
            <p:nvPr/>
          </p:nvSpPr>
          <p:spPr>
            <a:xfrm>
              <a:off x="6599871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E97F9C3D-43CA-488F-B0D8-FAC6A2FE2AD1}"/>
                </a:ext>
              </a:extLst>
            </p:cNvPr>
            <p:cNvSpPr/>
            <p:nvPr/>
          </p:nvSpPr>
          <p:spPr>
            <a:xfrm>
              <a:off x="687419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2870 w 165734"/>
                <a:gd name="connsiteY13" fmla="*/ 138113 h 358140"/>
                <a:gd name="connsiteX14" fmla="*/ 102870 w 165734"/>
                <a:gd name="connsiteY14" fmla="*/ 269558 h 358140"/>
                <a:gd name="connsiteX15" fmla="*/ 131445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5248805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3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43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73.xml"/><Relationship Id="rId1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63.xml"/><Relationship Id="rId21" Type="http://schemas.openxmlformats.org/officeDocument/2006/relationships/theme" Target="../theme/theme4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17" Type="http://schemas.openxmlformats.org/officeDocument/2006/relationships/slideLayout" Target="../slideLayouts/slideLayout77.xml"/><Relationship Id="rId2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76.xml"/><Relationship Id="rId20" Type="http://schemas.openxmlformats.org/officeDocument/2006/relationships/slideLayout" Target="../slideLayouts/slideLayout80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9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7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8.xml"/><Relationship Id="rId13" Type="http://schemas.openxmlformats.org/officeDocument/2006/relationships/slideLayout" Target="../slideLayouts/slideLayout93.xml"/><Relationship Id="rId1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83.xml"/><Relationship Id="rId21" Type="http://schemas.openxmlformats.org/officeDocument/2006/relationships/theme" Target="../theme/theme5.xml"/><Relationship Id="rId7" Type="http://schemas.openxmlformats.org/officeDocument/2006/relationships/slideLayout" Target="../slideLayouts/slideLayout87.xml"/><Relationship Id="rId12" Type="http://schemas.openxmlformats.org/officeDocument/2006/relationships/slideLayout" Target="../slideLayouts/slideLayout92.xml"/><Relationship Id="rId17" Type="http://schemas.openxmlformats.org/officeDocument/2006/relationships/slideLayout" Target="../slideLayouts/slideLayout97.xml"/><Relationship Id="rId2" Type="http://schemas.openxmlformats.org/officeDocument/2006/relationships/slideLayout" Target="../slideLayouts/slideLayout82.xml"/><Relationship Id="rId16" Type="http://schemas.openxmlformats.org/officeDocument/2006/relationships/slideLayout" Target="../slideLayouts/slideLayout96.xml"/><Relationship Id="rId20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81.xml"/><Relationship Id="rId6" Type="http://schemas.openxmlformats.org/officeDocument/2006/relationships/slideLayout" Target="../slideLayouts/slideLayout86.xml"/><Relationship Id="rId11" Type="http://schemas.openxmlformats.org/officeDocument/2006/relationships/slideLayout" Target="../slideLayouts/slideLayout91.xml"/><Relationship Id="rId5" Type="http://schemas.openxmlformats.org/officeDocument/2006/relationships/slideLayout" Target="../slideLayouts/slideLayout85.xml"/><Relationship Id="rId15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90.xml"/><Relationship Id="rId19" Type="http://schemas.openxmlformats.org/officeDocument/2006/relationships/slideLayout" Target="../slideLayouts/slideLayout99.xml"/><Relationship Id="rId4" Type="http://schemas.openxmlformats.org/officeDocument/2006/relationships/slideLayout" Target="../slideLayouts/slideLayout84.xml"/><Relationship Id="rId9" Type="http://schemas.openxmlformats.org/officeDocument/2006/relationships/slideLayout" Target="../slideLayouts/slideLayout89.xml"/><Relationship Id="rId14" Type="http://schemas.openxmlformats.org/officeDocument/2006/relationships/slideLayout" Target="../slideLayouts/slideLayout9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440FC-859D-4521-8908-A802F3E53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A483382-E7B2-461A-9BAD-3207C8F404A6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C6C66-9703-4B53-BAF2-1F89587F3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319" y="6634666"/>
            <a:ext cx="5469732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Philosophische Fakultät und Fachbereich Theologie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FAB54-E254-4FCB-BB98-1E4D5A6D0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0272FF-60F7-4AF4-9CD6-0A04080EA9B4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24DF2EB-9047-4DDA-A12A-4BAC4962F78F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90A038D-AD14-4251-A0A9-22A5F6713B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9E3D1027-C73A-4F88-AB8D-55680AB053E7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5" name="Freihandform: Form 44">
            <a:extLst>
              <a:ext uri="{FF2B5EF4-FFF2-40B4-BE49-F238E27FC236}">
                <a16:creationId xmlns:a16="http://schemas.microsoft.com/office/drawing/2014/main" id="{2E8F5DC4-B3AD-4456-8E9B-9A5F7EF38D3B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3005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187">
          <p15:clr>
            <a:srgbClr val="F26B43"/>
          </p15:clr>
        </p15:guide>
        <p15:guide id="6" orient="horz" pos="799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06">
          <p15:clr>
            <a:srgbClr val="F26B43"/>
          </p15:clr>
        </p15:guide>
        <p15:guide id="9" orient="horz" pos="4178">
          <p15:clr>
            <a:srgbClr val="F26B43"/>
          </p15:clr>
        </p15:guide>
        <p15:guide id="10" pos="3908">
          <p15:clr>
            <a:srgbClr val="F26B43"/>
          </p15:clr>
        </p15:guide>
        <p15:guide id="11" pos="377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440FC-859D-4521-8908-A802F3E53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AB5713F8-C1BB-444E-8351-6C81D55886A4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C6C66-9703-4B53-BAF2-1F89587F3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319" y="6634666"/>
            <a:ext cx="5469732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Fachbereich Rechtswissenschaft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FAB54-E254-4FCB-BB98-1E4D5A6D0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0272FF-60F7-4AF4-9CD6-0A04080EA9B4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24DF2EB-9047-4DDA-A12A-4BAC4962F78F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90A038D-AD14-4251-A0A9-22A5F6713B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9E3D1027-C73A-4F88-AB8D-55680AB053E7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4" name="Freihandform: Form 43">
            <a:extLst>
              <a:ext uri="{FF2B5EF4-FFF2-40B4-BE49-F238E27FC236}">
                <a16:creationId xmlns:a16="http://schemas.microsoft.com/office/drawing/2014/main" id="{5455B7B7-D66F-4A5D-9E90-5BA38D64518F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9005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187">
          <p15:clr>
            <a:srgbClr val="F26B43"/>
          </p15:clr>
        </p15:guide>
        <p15:guide id="6" orient="horz" pos="799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06">
          <p15:clr>
            <a:srgbClr val="F26B43"/>
          </p15:clr>
        </p15:guide>
        <p15:guide id="9" orient="horz" pos="4178">
          <p15:clr>
            <a:srgbClr val="F26B43"/>
          </p15:clr>
        </p15:guide>
        <p15:guide id="10" pos="3908">
          <p15:clr>
            <a:srgbClr val="F26B43"/>
          </p15:clr>
        </p15:guide>
        <p15:guide id="11" pos="3772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440FC-859D-4521-8908-A802F3E53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4F9520C-8A68-4EF9-96ED-AA67836076D6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C6C66-9703-4B53-BAF2-1F89587F3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319" y="6634666"/>
            <a:ext cx="5469732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Medizinische Fakultät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FAB54-E254-4FCB-BB98-1E4D5A6D0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0272FF-60F7-4AF4-9CD6-0A04080EA9B4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24DF2EB-9047-4DDA-A12A-4BAC4962F78F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90A038D-AD14-4251-A0A9-22A5F6713B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9E3D1027-C73A-4F88-AB8D-55680AB053E7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4" name="Freihandform: Form 43">
            <a:extLst>
              <a:ext uri="{FF2B5EF4-FFF2-40B4-BE49-F238E27FC236}">
                <a16:creationId xmlns:a16="http://schemas.microsoft.com/office/drawing/2014/main" id="{A4B336B0-5AA0-4184-BF29-90BF37A678FA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974504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  <p:sldLayoutId id="2147483733" r:id="rId19"/>
    <p:sldLayoutId id="2147483734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187">
          <p15:clr>
            <a:srgbClr val="F26B43"/>
          </p15:clr>
        </p15:guide>
        <p15:guide id="6" orient="horz" pos="799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06">
          <p15:clr>
            <a:srgbClr val="F26B43"/>
          </p15:clr>
        </p15:guide>
        <p15:guide id="9" orient="horz" pos="4178">
          <p15:clr>
            <a:srgbClr val="F26B43"/>
          </p15:clr>
        </p15:guide>
        <p15:guide id="10" pos="3908">
          <p15:clr>
            <a:srgbClr val="F26B43"/>
          </p15:clr>
        </p15:guide>
        <p15:guide id="11" pos="3772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440FC-859D-4521-8908-A802F3E53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16C11D-8DF3-4A2A-A058-67BF98A1B96A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C6C66-9703-4B53-BAF2-1F89587F3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319" y="6634666"/>
            <a:ext cx="5469732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FAB54-E254-4FCB-BB98-1E4D5A6D0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0272FF-60F7-4AF4-9CD6-0A04080EA9B4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24DF2EB-9047-4DDA-A12A-4BAC4962F78F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90A038D-AD14-4251-A0A9-22A5F6713B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9E3D1027-C73A-4F88-AB8D-55680AB053E7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4" name="Freihandform: Form 43">
            <a:extLst>
              <a:ext uri="{FF2B5EF4-FFF2-40B4-BE49-F238E27FC236}">
                <a16:creationId xmlns:a16="http://schemas.microsoft.com/office/drawing/2014/main" id="{6B9C3F00-7FB2-4003-A482-01BAC23713A4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062143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  <p:sldLayoutId id="2147483754" r:id="rId19"/>
    <p:sldLayoutId id="2147483755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187">
          <p15:clr>
            <a:srgbClr val="F26B43"/>
          </p15:clr>
        </p15:guide>
        <p15:guide id="6" orient="horz" pos="799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06">
          <p15:clr>
            <a:srgbClr val="F26B43"/>
          </p15:clr>
        </p15:guide>
        <p15:guide id="9" orient="horz" pos="4178">
          <p15:clr>
            <a:srgbClr val="F26B43"/>
          </p15:clr>
        </p15:guide>
        <p15:guide id="10" pos="3908">
          <p15:clr>
            <a:srgbClr val="F26B43"/>
          </p15:clr>
        </p15:guide>
        <p15:guide id="11" pos="3772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440FC-859D-4521-8908-A802F3E53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4F9C00A-8AFB-47C9-A7D9-7909CE906E5E}" type="datetime4">
              <a:rPr lang="de-DE" smtClean="0"/>
              <a:t>10. Februar 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C6C66-9703-4B53-BAF2-1F89587F3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319" y="6634666"/>
            <a:ext cx="5469732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FAB54-E254-4FCB-BB98-1E4D5A6D0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0272FF-60F7-4AF4-9CD6-0A04080EA9B4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24DF2EB-9047-4DDA-A12A-4BAC4962F78F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90A038D-AD14-4251-A0A9-22A5F6713B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9E3D1027-C73A-4F88-AB8D-55680AB053E7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4" name="Freihandform: Form 43">
            <a:extLst>
              <a:ext uri="{FF2B5EF4-FFF2-40B4-BE49-F238E27FC236}">
                <a16:creationId xmlns:a16="http://schemas.microsoft.com/office/drawing/2014/main" id="{14D59EEC-E0BA-43F5-BBC0-E623BF3D0A64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59824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  <p:sldLayoutId id="2147483774" r:id="rId18"/>
    <p:sldLayoutId id="2147483775" r:id="rId19"/>
    <p:sldLayoutId id="2147483776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187">
          <p15:clr>
            <a:srgbClr val="F26B43"/>
          </p15:clr>
        </p15:guide>
        <p15:guide id="6" orient="horz" pos="799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06">
          <p15:clr>
            <a:srgbClr val="F26B43"/>
          </p15:clr>
        </p15:guide>
        <p15:guide id="9" orient="horz" pos="4178">
          <p15:clr>
            <a:srgbClr val="F26B43"/>
          </p15:clr>
        </p15:guide>
        <p15:guide id="10" pos="3908">
          <p15:clr>
            <a:srgbClr val="F26B43"/>
          </p15:clr>
        </p15:guide>
        <p15:guide id="11" pos="37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platzhalter 8">
            <a:extLst>
              <a:ext uri="{FF2B5EF4-FFF2-40B4-BE49-F238E27FC236}">
                <a16:creationId xmlns:a16="http://schemas.microsoft.com/office/drawing/2014/main" id="{E5A8FB32-FBD9-4894-B66D-EAE039C78A2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75" b="11875"/>
          <a:stretch>
            <a:fillRect/>
          </a:stretch>
        </p:blipFill>
        <p:spPr/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332C6E8-C530-4B41-B7AA-3CA8A93182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1628775"/>
            <a:ext cx="12192000" cy="4054328"/>
          </a:xfrm>
        </p:spPr>
        <p:txBody>
          <a:bodyPr/>
          <a:lstStyle/>
          <a:p>
            <a:r>
              <a:rPr lang="de-DE" sz="3600" dirty="0" err="1"/>
              <a:t>Concepts</a:t>
            </a:r>
            <a:r>
              <a:rPr lang="de-DE" sz="3600" dirty="0"/>
              <a:t> and Outlook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F67DDAB-A029-4F51-840C-C39A868CC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625" y="2013508"/>
            <a:ext cx="11076750" cy="655821"/>
          </a:xfrm>
        </p:spPr>
        <p:txBody>
          <a:bodyPr/>
          <a:lstStyle/>
          <a:p>
            <a:r>
              <a:rPr lang="de-DE" sz="4200" dirty="0"/>
              <a:t>An LAP Experimental </a:t>
            </a:r>
            <a:r>
              <a:rPr lang="de-DE" sz="4200" dirty="0" err="1"/>
              <a:t>Techniques</a:t>
            </a:r>
            <a:r>
              <a:rPr lang="de-DE" sz="4200" dirty="0"/>
              <a:t> </a:t>
            </a:r>
            <a:r>
              <a:rPr lang="de-DE" sz="4200" dirty="0" err="1"/>
              <a:t>Ontology</a:t>
            </a:r>
            <a:endParaRPr lang="de-DE" sz="4200" dirty="0"/>
          </a:p>
        </p:txBody>
      </p:sp>
    </p:spTree>
    <p:extLst>
      <p:ext uri="{BB962C8B-B14F-4D97-AF65-F5344CB8AC3E}">
        <p14:creationId xmlns:p14="http://schemas.microsoft.com/office/powerpoint/2010/main" val="2544574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F7EB3AC-6569-4142-84A6-00A3DA6684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17351" y="6634666"/>
            <a:ext cx="849593" cy="123111"/>
          </a:xfrm>
        </p:spPr>
        <p:txBody>
          <a:bodyPr/>
          <a:lstStyle/>
          <a:p>
            <a:fld id="{318BF95F-DB69-4DAA-A69D-F7817AAF6730}" type="datetime4">
              <a:rPr lang="de-DE" smtClean="0"/>
              <a:pPr/>
              <a:t>10. Februar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952479-7EB1-4953-9314-0FDC5957F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634666"/>
            <a:ext cx="5469732" cy="123111"/>
          </a:xfrm>
        </p:spPr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0267688-A6BF-4668-9F1C-C7B77AC8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55AB91D-DE2D-4AFF-9067-9AF58F56A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 dirty="0" err="1"/>
              <a:t>Introduction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B9CC25D-26F1-4CE3-A0BD-A2014771D9F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7525" y="687388"/>
            <a:ext cx="6845300" cy="249237"/>
          </a:xfrm>
        </p:spPr>
        <p:txBody>
          <a:bodyPr/>
          <a:lstStyle/>
          <a:p>
            <a:r>
              <a:rPr lang="de-DE" dirty="0" err="1"/>
              <a:t>context</a:t>
            </a:r>
            <a:endParaRPr lang="de-DE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97F796F-B763-4345-9B0A-931AB22C4099}"/>
              </a:ext>
            </a:extLst>
          </p:cNvPr>
          <p:cNvSpPr txBox="1"/>
          <p:nvPr/>
        </p:nvSpPr>
        <p:spPr>
          <a:xfrm>
            <a:off x="576530" y="6117464"/>
            <a:ext cx="4786439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FAIR:     </a:t>
            </a:r>
            <a:r>
              <a:rPr kumimoji="0" lang="de-DE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indable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ccesible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nteroperable </a:t>
            </a:r>
            <a:r>
              <a:rPr kumimoji="0" lang="de-DE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eusable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317EA4DA-B0E7-4DE0-8C2E-821714E836E9}"/>
              </a:ext>
            </a:extLst>
          </p:cNvPr>
          <p:cNvCxnSpPr/>
          <p:nvPr/>
        </p:nvCxnSpPr>
        <p:spPr>
          <a:xfrm>
            <a:off x="6092826" y="1601690"/>
            <a:ext cx="0" cy="4787085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feld 56">
            <a:extLst>
              <a:ext uri="{FF2B5EF4-FFF2-40B4-BE49-F238E27FC236}">
                <a16:creationId xmlns:a16="http://schemas.microsoft.com/office/drawing/2014/main" id="{FC6B02E6-7658-464F-81A8-0574E6E3F3AD}"/>
              </a:ext>
            </a:extLst>
          </p:cNvPr>
          <p:cNvSpPr txBox="1"/>
          <p:nvPr/>
        </p:nvSpPr>
        <p:spPr>
          <a:xfrm>
            <a:off x="576530" y="5867651"/>
            <a:ext cx="3644909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LAP-ET:  </a:t>
            </a:r>
            <a:r>
              <a:rPr lang="de-DE" sz="1600" b="1" dirty="0">
                <a:solidFill>
                  <a:prstClr val="black"/>
                </a:solidFill>
                <a:latin typeface="Arial"/>
              </a:rPr>
              <a:t>LAP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b="1" dirty="0">
                <a:solidFill>
                  <a:prstClr val="black"/>
                </a:solidFill>
                <a:latin typeface="Arial"/>
              </a:rPr>
              <a:t>E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xperimental </a:t>
            </a:r>
            <a:r>
              <a:rPr lang="de-DE" sz="1600" b="1" dirty="0" err="1">
                <a:solidFill>
                  <a:prstClr val="black"/>
                </a:solidFill>
                <a:latin typeface="Arial"/>
              </a:rPr>
              <a:t>T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echniques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233497A-FFA0-4D18-AC2F-1EFB5800B252}"/>
              </a:ext>
            </a:extLst>
          </p:cNvPr>
          <p:cNvSpPr txBox="1"/>
          <p:nvPr/>
        </p:nvSpPr>
        <p:spPr>
          <a:xfrm>
            <a:off x="2535697" y="4548553"/>
            <a:ext cx="1144096" cy="18742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FAIR-</a:t>
            </a:r>
            <a:r>
              <a:rPr kumimoji="0" lang="de-DE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ready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DC195B01-97CC-4F2A-BD6B-71857C84BDF5}"/>
              </a:ext>
            </a:extLst>
          </p:cNvPr>
          <p:cNvGrpSpPr/>
          <p:nvPr/>
        </p:nvGrpSpPr>
        <p:grpSpPr>
          <a:xfrm>
            <a:off x="3714520" y="3891773"/>
            <a:ext cx="1827572" cy="1072055"/>
            <a:chOff x="9839888" y="3340201"/>
            <a:chExt cx="1827572" cy="1072055"/>
          </a:xfrm>
        </p:grpSpPr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857D9C15-B7F6-48BE-9E72-BC15468F1731}"/>
                </a:ext>
              </a:extLst>
            </p:cNvPr>
            <p:cNvSpPr/>
            <p:nvPr/>
          </p:nvSpPr>
          <p:spPr>
            <a:xfrm>
              <a:off x="9839888" y="3340201"/>
              <a:ext cx="1827572" cy="107205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698BDF8C-934C-47FE-9C88-1435CF15707A}"/>
                </a:ext>
              </a:extLst>
            </p:cNvPr>
            <p:cNvSpPr txBox="1"/>
            <p:nvPr/>
          </p:nvSpPr>
          <p:spPr>
            <a:xfrm>
              <a:off x="9916906" y="3751322"/>
              <a:ext cx="1673535" cy="24981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NOMAD-CAMELS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E2516E6A-DD2C-4FD6-B3B7-99539074B211}"/>
              </a:ext>
            </a:extLst>
          </p:cNvPr>
          <p:cNvGrpSpPr/>
          <p:nvPr/>
        </p:nvGrpSpPr>
        <p:grpSpPr>
          <a:xfrm>
            <a:off x="641948" y="3891774"/>
            <a:ext cx="1827572" cy="1072055"/>
            <a:chOff x="7722586" y="4412256"/>
            <a:chExt cx="1827572" cy="1072055"/>
          </a:xfrm>
        </p:grpSpPr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2FA60E55-FE43-437D-A490-2FA71DFB1F79}"/>
                </a:ext>
              </a:extLst>
            </p:cNvPr>
            <p:cNvSpPr/>
            <p:nvPr/>
          </p:nvSpPr>
          <p:spPr>
            <a:xfrm>
              <a:off x="7722586" y="4412256"/>
              <a:ext cx="1827572" cy="107205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FE9915BE-A94E-47F0-860E-0DBE16A20E12}"/>
                </a:ext>
              </a:extLst>
            </p:cNvPr>
            <p:cNvSpPr txBox="1"/>
            <p:nvPr/>
          </p:nvSpPr>
          <p:spPr>
            <a:xfrm>
              <a:off x="7907005" y="4823377"/>
              <a:ext cx="1458733" cy="24981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NOMAD-OASIS</a:t>
              </a:r>
            </a:p>
          </p:txBody>
        </p:sp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66AD1DCA-980D-4E18-8168-6CAF8AC7FC1B}"/>
              </a:ext>
            </a:extLst>
          </p:cNvPr>
          <p:cNvGrpSpPr/>
          <p:nvPr/>
        </p:nvGrpSpPr>
        <p:grpSpPr>
          <a:xfrm>
            <a:off x="2192488" y="1951895"/>
            <a:ext cx="1827572" cy="1072055"/>
            <a:chOff x="7799605" y="2136817"/>
            <a:chExt cx="1827572" cy="1072055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2F736CDA-B0A4-4043-A028-F37CA20CCDCD}"/>
                </a:ext>
              </a:extLst>
            </p:cNvPr>
            <p:cNvSpPr/>
            <p:nvPr/>
          </p:nvSpPr>
          <p:spPr>
            <a:xfrm>
              <a:off x="7799605" y="2136817"/>
              <a:ext cx="1827572" cy="107205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D1BD7992-6F2B-4CB4-8D64-46FA59FDA30D}"/>
                </a:ext>
              </a:extLst>
            </p:cNvPr>
            <p:cNvSpPr txBox="1"/>
            <p:nvPr/>
          </p:nvSpPr>
          <p:spPr>
            <a:xfrm>
              <a:off x="8124193" y="2521495"/>
              <a:ext cx="1219886" cy="24981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lang="de-DE" sz="1600" dirty="0" err="1">
                  <a:solidFill>
                    <a:prstClr val="black"/>
                  </a:solidFill>
                  <a:latin typeface="Arial"/>
                </a:rPr>
                <a:t>Experimenter</a:t>
              </a:r>
              <a:endPara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85C609B1-349E-4FA4-8AD4-907531556203}"/>
              </a:ext>
            </a:extLst>
          </p:cNvPr>
          <p:cNvCxnSpPr>
            <a:cxnSpLocks/>
          </p:cNvCxnSpPr>
          <p:nvPr/>
        </p:nvCxnSpPr>
        <p:spPr>
          <a:xfrm>
            <a:off x="3791538" y="3054326"/>
            <a:ext cx="548557" cy="72202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6FB18FC3-958D-4543-9EBC-0A70A9A36829}"/>
              </a:ext>
            </a:extLst>
          </p:cNvPr>
          <p:cNvGrpSpPr/>
          <p:nvPr/>
        </p:nvGrpSpPr>
        <p:grpSpPr>
          <a:xfrm>
            <a:off x="4132453" y="3090108"/>
            <a:ext cx="875961" cy="390543"/>
            <a:chOff x="3191654" y="2904766"/>
            <a:chExt cx="875961" cy="390543"/>
          </a:xfrm>
        </p:grpSpPr>
        <p:sp>
          <p:nvSpPr>
            <p:cNvPr id="58" name="Textfeld 57">
              <a:extLst>
                <a:ext uri="{FF2B5EF4-FFF2-40B4-BE49-F238E27FC236}">
                  <a16:creationId xmlns:a16="http://schemas.microsoft.com/office/drawing/2014/main" id="{2E202DF6-DCD6-4ED2-9E52-57326CA5DE90}"/>
                </a:ext>
              </a:extLst>
            </p:cNvPr>
            <p:cNvSpPr txBox="1"/>
            <p:nvPr/>
          </p:nvSpPr>
          <p:spPr>
            <a:xfrm>
              <a:off x="3191654" y="2904766"/>
              <a:ext cx="527388" cy="18742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designs</a:t>
              </a:r>
              <a:endPara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02EF0E47-AEBE-46E0-A635-A2159C38E5C9}"/>
                </a:ext>
              </a:extLst>
            </p:cNvPr>
            <p:cNvSpPr txBox="1"/>
            <p:nvPr/>
          </p:nvSpPr>
          <p:spPr>
            <a:xfrm>
              <a:off x="3309394" y="3107885"/>
              <a:ext cx="758221" cy="18742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experiment</a:t>
              </a:r>
              <a:endPara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60EC86D0-370F-45ED-9441-6D18A8E789A4}"/>
              </a:ext>
            </a:extLst>
          </p:cNvPr>
          <p:cNvCxnSpPr>
            <a:cxnSpLocks/>
          </p:cNvCxnSpPr>
          <p:nvPr/>
        </p:nvCxnSpPr>
        <p:spPr>
          <a:xfrm flipH="1">
            <a:off x="2593573" y="4423449"/>
            <a:ext cx="1001572" cy="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1947CD07-70C8-4919-9AEF-353A2CB2B874}"/>
              </a:ext>
            </a:extLst>
          </p:cNvPr>
          <p:cNvCxnSpPr>
            <a:cxnSpLocks/>
          </p:cNvCxnSpPr>
          <p:nvPr/>
        </p:nvCxnSpPr>
        <p:spPr>
          <a:xfrm flipH="1">
            <a:off x="1795956" y="3008900"/>
            <a:ext cx="577874" cy="767449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EA37A307-CC6F-4E0F-9832-5978115B8BF8}"/>
              </a:ext>
            </a:extLst>
          </p:cNvPr>
          <p:cNvGrpSpPr/>
          <p:nvPr/>
        </p:nvGrpSpPr>
        <p:grpSpPr>
          <a:xfrm>
            <a:off x="1155843" y="3092894"/>
            <a:ext cx="870200" cy="385337"/>
            <a:chOff x="3252099" y="2915400"/>
            <a:chExt cx="870200" cy="385337"/>
          </a:xfrm>
        </p:grpSpPr>
        <p:sp>
          <p:nvSpPr>
            <p:cNvPr id="75" name="Textfeld 74">
              <a:extLst>
                <a:ext uri="{FF2B5EF4-FFF2-40B4-BE49-F238E27FC236}">
                  <a16:creationId xmlns:a16="http://schemas.microsoft.com/office/drawing/2014/main" id="{89DEF148-9EFA-4C02-9F18-23EABFDEF9B2}"/>
                </a:ext>
              </a:extLst>
            </p:cNvPr>
            <p:cNvSpPr txBox="1"/>
            <p:nvPr/>
          </p:nvSpPr>
          <p:spPr>
            <a:xfrm>
              <a:off x="3482700" y="2915400"/>
              <a:ext cx="639599" cy="18742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interprets</a:t>
              </a:r>
              <a:endPara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4E13EEEE-180D-4680-BF7C-65E9963011ED}"/>
                </a:ext>
              </a:extLst>
            </p:cNvPr>
            <p:cNvSpPr txBox="1"/>
            <p:nvPr/>
          </p:nvSpPr>
          <p:spPr>
            <a:xfrm>
              <a:off x="3252099" y="3113313"/>
              <a:ext cx="758221" cy="18742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experiment</a:t>
              </a:r>
              <a:endPara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16" name="Textfeld 115">
            <a:extLst>
              <a:ext uri="{FF2B5EF4-FFF2-40B4-BE49-F238E27FC236}">
                <a16:creationId xmlns:a16="http://schemas.microsoft.com/office/drawing/2014/main" id="{B39B155A-204F-456C-817F-BC13EED9C693}"/>
              </a:ext>
            </a:extLst>
          </p:cNvPr>
          <p:cNvSpPr txBox="1"/>
          <p:nvPr/>
        </p:nvSpPr>
        <p:spPr>
          <a:xfrm>
            <a:off x="9335217" y="3015768"/>
            <a:ext cx="758221" cy="18742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experiment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7" name="Textfeld 116">
            <a:extLst>
              <a:ext uri="{FF2B5EF4-FFF2-40B4-BE49-F238E27FC236}">
                <a16:creationId xmlns:a16="http://schemas.microsoft.com/office/drawing/2014/main" id="{129A6319-3558-4ACC-98A8-63DDDA8CB86C}"/>
              </a:ext>
            </a:extLst>
          </p:cNvPr>
          <p:cNvSpPr txBox="1"/>
          <p:nvPr/>
        </p:nvSpPr>
        <p:spPr>
          <a:xfrm>
            <a:off x="9335217" y="2583693"/>
            <a:ext cx="477695" cy="18742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200" dirty="0" err="1">
                <a:solidFill>
                  <a:prstClr val="black"/>
                </a:solidFill>
                <a:latin typeface="Arial"/>
              </a:rPr>
              <a:t>selects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12" name="Gerade Verbindung mit Pfeil 111">
            <a:extLst>
              <a:ext uri="{FF2B5EF4-FFF2-40B4-BE49-F238E27FC236}">
                <a16:creationId xmlns:a16="http://schemas.microsoft.com/office/drawing/2014/main" id="{31D9318F-11F9-4E24-961E-858382E2F592}"/>
              </a:ext>
            </a:extLst>
          </p:cNvPr>
          <p:cNvCxnSpPr>
            <a:cxnSpLocks/>
          </p:cNvCxnSpPr>
          <p:nvPr/>
        </p:nvCxnSpPr>
        <p:spPr>
          <a:xfrm>
            <a:off x="9191687" y="2587914"/>
            <a:ext cx="0" cy="703679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BD20D2C5-3633-4D07-8036-BC41D3582852}"/>
              </a:ext>
            </a:extLst>
          </p:cNvPr>
          <p:cNvGrpSpPr/>
          <p:nvPr/>
        </p:nvGrpSpPr>
        <p:grpSpPr>
          <a:xfrm>
            <a:off x="8253951" y="1384205"/>
            <a:ext cx="1827572" cy="1072055"/>
            <a:chOff x="7799605" y="2136817"/>
            <a:chExt cx="1827572" cy="1072055"/>
          </a:xfrm>
        </p:grpSpPr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86B9877C-E529-4A11-BEEB-4CC8D4EA0D95}"/>
                </a:ext>
              </a:extLst>
            </p:cNvPr>
            <p:cNvSpPr/>
            <p:nvPr/>
          </p:nvSpPr>
          <p:spPr>
            <a:xfrm>
              <a:off x="7799605" y="2136817"/>
              <a:ext cx="1827572" cy="107205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0" name="Textfeld 49">
              <a:extLst>
                <a:ext uri="{FF2B5EF4-FFF2-40B4-BE49-F238E27FC236}">
                  <a16:creationId xmlns:a16="http://schemas.microsoft.com/office/drawing/2014/main" id="{9B502C35-6F2E-4032-853F-E97815F8A2CC}"/>
                </a:ext>
              </a:extLst>
            </p:cNvPr>
            <p:cNvSpPr txBox="1"/>
            <p:nvPr/>
          </p:nvSpPr>
          <p:spPr>
            <a:xfrm>
              <a:off x="8112034" y="2555525"/>
              <a:ext cx="1219886" cy="24981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lang="de-DE" sz="1600" dirty="0" err="1">
                  <a:solidFill>
                    <a:prstClr val="black"/>
                  </a:solidFill>
                  <a:latin typeface="Arial"/>
                </a:rPr>
                <a:t>Experimenter</a:t>
              </a:r>
              <a:endPara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92" name="Textfeld 91">
            <a:extLst>
              <a:ext uri="{FF2B5EF4-FFF2-40B4-BE49-F238E27FC236}">
                <a16:creationId xmlns:a16="http://schemas.microsoft.com/office/drawing/2014/main" id="{35745454-C149-45CA-8257-8F46024A1FE7}"/>
              </a:ext>
            </a:extLst>
          </p:cNvPr>
          <p:cNvSpPr txBox="1"/>
          <p:nvPr/>
        </p:nvSpPr>
        <p:spPr>
          <a:xfrm>
            <a:off x="8609075" y="6009203"/>
            <a:ext cx="1144096" cy="18742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FAIR-</a:t>
            </a:r>
            <a:r>
              <a:rPr kumimoji="0" lang="de-DE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ready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93" name="Gruppieren 92">
            <a:extLst>
              <a:ext uri="{FF2B5EF4-FFF2-40B4-BE49-F238E27FC236}">
                <a16:creationId xmlns:a16="http://schemas.microsoft.com/office/drawing/2014/main" id="{B3898A84-89A7-42B6-BD15-70850212E009}"/>
              </a:ext>
            </a:extLst>
          </p:cNvPr>
          <p:cNvGrpSpPr/>
          <p:nvPr/>
        </p:nvGrpSpPr>
        <p:grpSpPr>
          <a:xfrm>
            <a:off x="9787898" y="5352423"/>
            <a:ext cx="1827572" cy="1072055"/>
            <a:chOff x="9839888" y="3340201"/>
            <a:chExt cx="1827572" cy="1072055"/>
          </a:xfrm>
        </p:grpSpPr>
        <p:sp>
          <p:nvSpPr>
            <p:cNvPr id="109" name="Ellipse 108">
              <a:extLst>
                <a:ext uri="{FF2B5EF4-FFF2-40B4-BE49-F238E27FC236}">
                  <a16:creationId xmlns:a16="http://schemas.microsoft.com/office/drawing/2014/main" id="{7385A785-DD60-4E05-8E2E-7ED987B154CF}"/>
                </a:ext>
              </a:extLst>
            </p:cNvPr>
            <p:cNvSpPr/>
            <p:nvPr/>
          </p:nvSpPr>
          <p:spPr>
            <a:xfrm>
              <a:off x="9839888" y="3340201"/>
              <a:ext cx="1827572" cy="107205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0" name="Textfeld 109">
              <a:extLst>
                <a:ext uri="{FF2B5EF4-FFF2-40B4-BE49-F238E27FC236}">
                  <a16:creationId xmlns:a16="http://schemas.microsoft.com/office/drawing/2014/main" id="{BFECFE1A-1D0A-451C-B773-A39BD62F8A8E}"/>
                </a:ext>
              </a:extLst>
            </p:cNvPr>
            <p:cNvSpPr txBox="1"/>
            <p:nvPr/>
          </p:nvSpPr>
          <p:spPr>
            <a:xfrm>
              <a:off x="9916906" y="3751322"/>
              <a:ext cx="1673535" cy="24981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NOMAD-CAMELS</a:t>
              </a:r>
            </a:p>
          </p:txBody>
        </p:sp>
      </p:grpSp>
      <p:grpSp>
        <p:nvGrpSpPr>
          <p:cNvPr id="94" name="Gruppieren 93">
            <a:extLst>
              <a:ext uri="{FF2B5EF4-FFF2-40B4-BE49-F238E27FC236}">
                <a16:creationId xmlns:a16="http://schemas.microsoft.com/office/drawing/2014/main" id="{DA5C5705-7BFB-4000-A166-6A24F605E21A}"/>
              </a:ext>
            </a:extLst>
          </p:cNvPr>
          <p:cNvGrpSpPr/>
          <p:nvPr/>
        </p:nvGrpSpPr>
        <p:grpSpPr>
          <a:xfrm>
            <a:off x="6715326" y="5352424"/>
            <a:ext cx="1827572" cy="1072055"/>
            <a:chOff x="7722586" y="4412256"/>
            <a:chExt cx="1827572" cy="1072055"/>
          </a:xfrm>
        </p:grpSpPr>
        <p:sp>
          <p:nvSpPr>
            <p:cNvPr id="107" name="Ellipse 106">
              <a:extLst>
                <a:ext uri="{FF2B5EF4-FFF2-40B4-BE49-F238E27FC236}">
                  <a16:creationId xmlns:a16="http://schemas.microsoft.com/office/drawing/2014/main" id="{B94E80EE-5114-4E36-966B-9CF2F5D66965}"/>
                </a:ext>
              </a:extLst>
            </p:cNvPr>
            <p:cNvSpPr/>
            <p:nvPr/>
          </p:nvSpPr>
          <p:spPr>
            <a:xfrm>
              <a:off x="7722586" y="4412256"/>
              <a:ext cx="1827572" cy="107205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8" name="Textfeld 107">
              <a:extLst>
                <a:ext uri="{FF2B5EF4-FFF2-40B4-BE49-F238E27FC236}">
                  <a16:creationId xmlns:a16="http://schemas.microsoft.com/office/drawing/2014/main" id="{735FA148-0E6C-488E-AFAD-91F13991F588}"/>
                </a:ext>
              </a:extLst>
            </p:cNvPr>
            <p:cNvSpPr txBox="1"/>
            <p:nvPr/>
          </p:nvSpPr>
          <p:spPr>
            <a:xfrm>
              <a:off x="7907005" y="4823377"/>
              <a:ext cx="1458733" cy="24981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NOMAD-OASIS</a:t>
              </a:r>
            </a:p>
          </p:txBody>
        </p:sp>
      </p:grpSp>
      <p:grpSp>
        <p:nvGrpSpPr>
          <p:cNvPr id="95" name="Gruppieren 94">
            <a:extLst>
              <a:ext uri="{FF2B5EF4-FFF2-40B4-BE49-F238E27FC236}">
                <a16:creationId xmlns:a16="http://schemas.microsoft.com/office/drawing/2014/main" id="{AC74A6B7-D8E0-4AF9-99C8-A7679127858D}"/>
              </a:ext>
            </a:extLst>
          </p:cNvPr>
          <p:cNvGrpSpPr/>
          <p:nvPr/>
        </p:nvGrpSpPr>
        <p:grpSpPr>
          <a:xfrm>
            <a:off x="8265866" y="3412545"/>
            <a:ext cx="1827572" cy="1072055"/>
            <a:chOff x="7799605" y="2136817"/>
            <a:chExt cx="1827572" cy="1072055"/>
          </a:xfrm>
        </p:grpSpPr>
        <p:sp>
          <p:nvSpPr>
            <p:cNvPr id="105" name="Ellipse 104">
              <a:extLst>
                <a:ext uri="{FF2B5EF4-FFF2-40B4-BE49-F238E27FC236}">
                  <a16:creationId xmlns:a16="http://schemas.microsoft.com/office/drawing/2014/main" id="{2B9BA30E-5137-4929-92DA-9AEFF35D16BE}"/>
                </a:ext>
              </a:extLst>
            </p:cNvPr>
            <p:cNvSpPr/>
            <p:nvPr/>
          </p:nvSpPr>
          <p:spPr>
            <a:xfrm>
              <a:off x="7799605" y="2136817"/>
              <a:ext cx="1827572" cy="107205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6" name="Textfeld 105">
              <a:extLst>
                <a:ext uri="{FF2B5EF4-FFF2-40B4-BE49-F238E27FC236}">
                  <a16:creationId xmlns:a16="http://schemas.microsoft.com/office/drawing/2014/main" id="{CD7A5B7A-228B-4839-90F7-D43958659E33}"/>
                </a:ext>
              </a:extLst>
            </p:cNvPr>
            <p:cNvSpPr txBox="1"/>
            <p:nvPr/>
          </p:nvSpPr>
          <p:spPr>
            <a:xfrm>
              <a:off x="7922373" y="2555524"/>
              <a:ext cx="1582036" cy="24981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lang="de-DE" sz="1600" dirty="0">
                  <a:solidFill>
                    <a:prstClr val="black"/>
                  </a:solidFill>
                  <a:latin typeface="Arial"/>
                </a:rPr>
                <a:t>LAPET-Ontologie</a:t>
              </a:r>
              <a:endPara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B4A1FFCB-68C0-45A4-83E6-31F34FF0CE26}"/>
              </a:ext>
            </a:extLst>
          </p:cNvPr>
          <p:cNvCxnSpPr>
            <a:cxnSpLocks/>
          </p:cNvCxnSpPr>
          <p:nvPr/>
        </p:nvCxnSpPr>
        <p:spPr>
          <a:xfrm>
            <a:off x="9864916" y="4514976"/>
            <a:ext cx="548557" cy="72202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E8DCA598-B155-4EB3-A353-6510F54C8B46}"/>
              </a:ext>
            </a:extLst>
          </p:cNvPr>
          <p:cNvGrpSpPr/>
          <p:nvPr/>
        </p:nvGrpSpPr>
        <p:grpSpPr>
          <a:xfrm>
            <a:off x="10205831" y="4550758"/>
            <a:ext cx="906498" cy="360262"/>
            <a:chOff x="3191654" y="2904766"/>
            <a:chExt cx="906498" cy="360262"/>
          </a:xfrm>
        </p:grpSpPr>
        <p:sp>
          <p:nvSpPr>
            <p:cNvPr id="103" name="Textfeld 102">
              <a:extLst>
                <a:ext uri="{FF2B5EF4-FFF2-40B4-BE49-F238E27FC236}">
                  <a16:creationId xmlns:a16="http://schemas.microsoft.com/office/drawing/2014/main" id="{9AF110BC-4D5C-4603-BFF9-9F9FAA588893}"/>
                </a:ext>
              </a:extLst>
            </p:cNvPr>
            <p:cNvSpPr txBox="1"/>
            <p:nvPr/>
          </p:nvSpPr>
          <p:spPr>
            <a:xfrm>
              <a:off x="3191654" y="2904766"/>
              <a:ext cx="493725" cy="18742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defines</a:t>
              </a:r>
              <a:endPara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4" name="Textfeld 103">
              <a:extLst>
                <a:ext uri="{FF2B5EF4-FFF2-40B4-BE49-F238E27FC236}">
                  <a16:creationId xmlns:a16="http://schemas.microsoft.com/office/drawing/2014/main" id="{39F1B8CE-FB19-4BD7-98E0-00D454946BC7}"/>
                </a:ext>
              </a:extLst>
            </p:cNvPr>
            <p:cNvSpPr txBox="1"/>
            <p:nvPr/>
          </p:nvSpPr>
          <p:spPr>
            <a:xfrm>
              <a:off x="3339931" y="3077604"/>
              <a:ext cx="758221" cy="18742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experiment</a:t>
              </a:r>
              <a:endPara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cxnSp>
        <p:nvCxnSpPr>
          <p:cNvPr id="98" name="Gerade Verbindung mit Pfeil 97">
            <a:extLst>
              <a:ext uri="{FF2B5EF4-FFF2-40B4-BE49-F238E27FC236}">
                <a16:creationId xmlns:a16="http://schemas.microsoft.com/office/drawing/2014/main" id="{4F93C1BB-6A22-49B3-94F0-A4A70A8B5E62}"/>
              </a:ext>
            </a:extLst>
          </p:cNvPr>
          <p:cNvCxnSpPr>
            <a:cxnSpLocks/>
          </p:cNvCxnSpPr>
          <p:nvPr/>
        </p:nvCxnSpPr>
        <p:spPr>
          <a:xfrm flipH="1">
            <a:off x="8666951" y="5884099"/>
            <a:ext cx="1001572" cy="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Gerade Verbindung mit Pfeil 98">
            <a:extLst>
              <a:ext uri="{FF2B5EF4-FFF2-40B4-BE49-F238E27FC236}">
                <a16:creationId xmlns:a16="http://schemas.microsoft.com/office/drawing/2014/main" id="{74AAE9FF-35F1-4D9B-BF47-C8C44B3F01A6}"/>
              </a:ext>
            </a:extLst>
          </p:cNvPr>
          <p:cNvCxnSpPr>
            <a:cxnSpLocks/>
          </p:cNvCxnSpPr>
          <p:nvPr/>
        </p:nvCxnSpPr>
        <p:spPr>
          <a:xfrm flipH="1">
            <a:off x="7869334" y="4469550"/>
            <a:ext cx="577874" cy="767449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Gerader Verbinder 119">
            <a:extLst>
              <a:ext uri="{FF2B5EF4-FFF2-40B4-BE49-F238E27FC236}">
                <a16:creationId xmlns:a16="http://schemas.microsoft.com/office/drawing/2014/main" id="{D410679E-022B-400F-8E41-BDC5794C25E5}"/>
              </a:ext>
            </a:extLst>
          </p:cNvPr>
          <p:cNvCxnSpPr/>
          <p:nvPr/>
        </p:nvCxnSpPr>
        <p:spPr>
          <a:xfrm>
            <a:off x="565447" y="5726599"/>
            <a:ext cx="5219692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64507D51-96B2-46CE-B59F-79455503C9FF}"/>
              </a:ext>
            </a:extLst>
          </p:cNvPr>
          <p:cNvSpPr txBox="1"/>
          <p:nvPr/>
        </p:nvSpPr>
        <p:spPr>
          <a:xfrm>
            <a:off x="9335217" y="2789254"/>
            <a:ext cx="892873" cy="18742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200" dirty="0" err="1">
                <a:solidFill>
                  <a:prstClr val="black"/>
                </a:solidFill>
                <a:latin typeface="Arial"/>
              </a:rPr>
              <a:t>pre-designed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D45396F5-2299-4A11-B69F-66EE25597ADF}"/>
              </a:ext>
            </a:extLst>
          </p:cNvPr>
          <p:cNvGrpSpPr/>
          <p:nvPr/>
        </p:nvGrpSpPr>
        <p:grpSpPr>
          <a:xfrm>
            <a:off x="7220942" y="4406912"/>
            <a:ext cx="1082961" cy="534390"/>
            <a:chOff x="7164413" y="4462196"/>
            <a:chExt cx="1082961" cy="534390"/>
          </a:xfrm>
        </p:grpSpPr>
        <p:grpSp>
          <p:nvGrpSpPr>
            <p:cNvPr id="100" name="Gruppieren 99">
              <a:extLst>
                <a:ext uri="{FF2B5EF4-FFF2-40B4-BE49-F238E27FC236}">
                  <a16:creationId xmlns:a16="http://schemas.microsoft.com/office/drawing/2014/main" id="{66CBEFD6-096B-45FA-AF27-D8320108955C}"/>
                </a:ext>
              </a:extLst>
            </p:cNvPr>
            <p:cNvGrpSpPr/>
            <p:nvPr/>
          </p:nvGrpSpPr>
          <p:grpSpPr>
            <a:xfrm>
              <a:off x="7164413" y="4642265"/>
              <a:ext cx="941765" cy="354321"/>
              <a:chOff x="3252099" y="2946416"/>
              <a:chExt cx="941765" cy="354321"/>
            </a:xfrm>
          </p:grpSpPr>
          <p:sp>
            <p:nvSpPr>
              <p:cNvPr id="101" name="Textfeld 100">
                <a:extLst>
                  <a:ext uri="{FF2B5EF4-FFF2-40B4-BE49-F238E27FC236}">
                    <a16:creationId xmlns:a16="http://schemas.microsoft.com/office/drawing/2014/main" id="{492A6B33-6546-47FA-9EB6-F1E659910ECD}"/>
                  </a:ext>
                </a:extLst>
              </p:cNvPr>
              <p:cNvSpPr txBox="1"/>
              <p:nvPr/>
            </p:nvSpPr>
            <p:spPr>
              <a:xfrm>
                <a:off x="3631209" y="2946416"/>
                <a:ext cx="562655" cy="1874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interpret</a:t>
                </a:r>
                <a:endParaRPr kumimoji="0" lang="de-DE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2" name="Textfeld 101">
                <a:extLst>
                  <a:ext uri="{FF2B5EF4-FFF2-40B4-BE49-F238E27FC236}">
                    <a16:creationId xmlns:a16="http://schemas.microsoft.com/office/drawing/2014/main" id="{366BF316-87F2-4559-BAD2-116F99C94C17}"/>
                  </a:ext>
                </a:extLst>
              </p:cNvPr>
              <p:cNvSpPr txBox="1"/>
              <p:nvPr/>
            </p:nvSpPr>
            <p:spPr>
              <a:xfrm>
                <a:off x="3252099" y="3113313"/>
                <a:ext cx="758221" cy="1874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experiment</a:t>
                </a:r>
                <a:endParaRPr kumimoji="0" lang="de-DE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41CA70B5-42C5-41FF-9E46-9BA0730AE7EB}"/>
                </a:ext>
              </a:extLst>
            </p:cNvPr>
            <p:cNvSpPr txBox="1"/>
            <p:nvPr/>
          </p:nvSpPr>
          <p:spPr>
            <a:xfrm>
              <a:off x="7710368" y="4462196"/>
              <a:ext cx="537006" cy="18742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lang="de-DE" sz="1200" dirty="0">
                  <a:solidFill>
                    <a:prstClr val="black"/>
                  </a:solidFill>
                  <a:latin typeface="Arial"/>
                </a:rPr>
                <a:t>h</a:t>
              </a:r>
              <a:r>
                <a:rPr kumimoji="0" lang="de-DE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elps</a:t>
              </a:r>
              <a:r>
                <a:rPr kumimoji="0" lang="de-DE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to</a:t>
              </a:r>
              <a:endPara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8295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952479-7EB1-4953-9314-0FDC5957F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634666"/>
            <a:ext cx="5469732" cy="123111"/>
          </a:xfrm>
        </p:spPr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0267688-A6BF-4668-9F1C-C7B77AC8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55AB91D-DE2D-4AFF-9067-9AF58F56A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 dirty="0"/>
              <a:t>LAPET - Integration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B9CC25D-26F1-4CE3-A0BD-A2014771D9F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7525" y="687388"/>
            <a:ext cx="6845300" cy="249237"/>
          </a:xfrm>
        </p:spPr>
        <p:txBody>
          <a:bodyPr/>
          <a:lstStyle/>
          <a:p>
            <a:r>
              <a:rPr lang="de-DE" dirty="0" err="1"/>
              <a:t>selecting</a:t>
            </a:r>
            <a:r>
              <a:rPr lang="de-DE" dirty="0"/>
              <a:t> </a:t>
            </a:r>
            <a:r>
              <a:rPr lang="de-DE" dirty="0" err="1"/>
              <a:t>experiment</a:t>
            </a:r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4BBEA35-CEA5-4B35-B231-834B4E9B3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462" y="1433489"/>
            <a:ext cx="8212443" cy="4898136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C484E351-A67E-429A-A207-BF5251158E96}"/>
              </a:ext>
            </a:extLst>
          </p:cNvPr>
          <p:cNvSpPr/>
          <p:nvPr/>
        </p:nvSpPr>
        <p:spPr>
          <a:xfrm>
            <a:off x="5311832" y="1891145"/>
            <a:ext cx="627611" cy="112222"/>
          </a:xfrm>
          <a:prstGeom prst="rect">
            <a:avLst/>
          </a:prstGeom>
          <a:solidFill>
            <a:schemeClr val="accent6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5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Ontology</a:t>
            </a: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14570132-DD04-4058-9DC1-209C0E54EDE1}"/>
              </a:ext>
            </a:extLst>
          </p:cNvPr>
          <p:cNvCxnSpPr>
            <a:stCxn id="7" idx="1"/>
          </p:cNvCxnSpPr>
          <p:nvPr/>
        </p:nvCxnSpPr>
        <p:spPr>
          <a:xfrm flipH="1">
            <a:off x="2886323" y="1947256"/>
            <a:ext cx="2425509" cy="684626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hteck 10">
            <a:extLst>
              <a:ext uri="{FF2B5EF4-FFF2-40B4-BE49-F238E27FC236}">
                <a16:creationId xmlns:a16="http://schemas.microsoft.com/office/drawing/2014/main" id="{1CEB22CC-73EC-4C3B-8160-835A9C5A97D7}"/>
              </a:ext>
            </a:extLst>
          </p:cNvPr>
          <p:cNvSpPr/>
          <p:nvPr/>
        </p:nvSpPr>
        <p:spPr>
          <a:xfrm>
            <a:off x="962025" y="2631881"/>
            <a:ext cx="2276475" cy="31551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F0A045A2-B609-4A2B-9D7D-2AD0B3B78076}"/>
              </a:ext>
            </a:extLst>
          </p:cNvPr>
          <p:cNvSpPr/>
          <p:nvPr/>
        </p:nvSpPr>
        <p:spPr>
          <a:xfrm>
            <a:off x="1095374" y="2871719"/>
            <a:ext cx="1866901" cy="24923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ED29E646-A43C-4608-A669-6F66F2448057}"/>
              </a:ext>
            </a:extLst>
          </p:cNvPr>
          <p:cNvSpPr/>
          <p:nvPr/>
        </p:nvSpPr>
        <p:spPr>
          <a:xfrm>
            <a:off x="1095374" y="3146079"/>
            <a:ext cx="1866901" cy="1288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1DE3F21E-FC49-42F3-9B6D-1238BEC612F4}"/>
              </a:ext>
            </a:extLst>
          </p:cNvPr>
          <p:cNvSpPr txBox="1"/>
          <p:nvPr/>
        </p:nvSpPr>
        <p:spPr>
          <a:xfrm>
            <a:off x="1373997" y="2893056"/>
            <a:ext cx="1309654" cy="20300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select</a:t>
            </a:r>
            <a:r>
              <a:rPr kumimoji="0" lang="de-DE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experiment</a:t>
            </a:r>
            <a:endParaRPr kumimoji="0" lang="de-DE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C6AEEFE3-307A-40B3-A236-1895D6B16FB0}"/>
              </a:ext>
            </a:extLst>
          </p:cNvPr>
          <p:cNvSpPr txBox="1"/>
          <p:nvPr/>
        </p:nvSpPr>
        <p:spPr>
          <a:xfrm rot="5400000">
            <a:off x="2792370" y="2919337"/>
            <a:ext cx="97784" cy="20300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&gt;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F1A1CA4C-D82D-4C0F-A6D1-688320E448BE}"/>
              </a:ext>
            </a:extLst>
          </p:cNvPr>
          <p:cNvSpPr txBox="1"/>
          <p:nvPr/>
        </p:nvSpPr>
        <p:spPr>
          <a:xfrm>
            <a:off x="1166001" y="3247269"/>
            <a:ext cx="900888" cy="1561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 </a:t>
            </a:r>
            <a:r>
              <a:rPr kumimoji="0" lang="de-DE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IV_experiment</a:t>
            </a:r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CAA122A0-D1EE-459D-8763-CBC682CAB816}"/>
              </a:ext>
            </a:extLst>
          </p:cNvPr>
          <p:cNvSpPr txBox="1"/>
          <p:nvPr/>
        </p:nvSpPr>
        <p:spPr>
          <a:xfrm>
            <a:off x="1166001" y="3486041"/>
            <a:ext cx="1001877" cy="1561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 </a:t>
            </a:r>
            <a:r>
              <a:rPr lang="de-DE" sz="1000" dirty="0">
                <a:solidFill>
                  <a:prstClr val="black"/>
                </a:solidFill>
                <a:latin typeface="Arial"/>
              </a:rPr>
              <a:t>Hall</a:t>
            </a: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_</a:t>
            </a:r>
            <a:r>
              <a:rPr kumimoji="0" lang="de-DE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experiment</a:t>
            </a:r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CC5C4AE1-6730-44D2-9D63-3536C0922D8E}"/>
              </a:ext>
            </a:extLst>
          </p:cNvPr>
          <p:cNvSpPr txBox="1"/>
          <p:nvPr/>
        </p:nvSpPr>
        <p:spPr>
          <a:xfrm>
            <a:off x="1175596" y="3712375"/>
            <a:ext cx="293350" cy="1561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 (…)</a:t>
            </a:r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84389F28-1577-48EF-93DF-0E25A68D7227}"/>
              </a:ext>
            </a:extLst>
          </p:cNvPr>
          <p:cNvSpPr/>
          <p:nvPr/>
        </p:nvSpPr>
        <p:spPr>
          <a:xfrm>
            <a:off x="1095374" y="4649558"/>
            <a:ext cx="1866901" cy="24923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211B2832-C52C-44FD-8509-0D621CDF0C9A}"/>
              </a:ext>
            </a:extLst>
          </p:cNvPr>
          <p:cNvSpPr txBox="1"/>
          <p:nvPr/>
        </p:nvSpPr>
        <p:spPr>
          <a:xfrm>
            <a:off x="1373997" y="4670895"/>
            <a:ext cx="1401025" cy="20300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select</a:t>
            </a:r>
            <a:r>
              <a:rPr kumimoji="0" lang="de-DE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specification</a:t>
            </a:r>
            <a:endParaRPr kumimoji="0" lang="de-DE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1E8E1FCC-08EE-4583-B214-AF8678443E23}"/>
              </a:ext>
            </a:extLst>
          </p:cNvPr>
          <p:cNvSpPr txBox="1"/>
          <p:nvPr/>
        </p:nvSpPr>
        <p:spPr>
          <a:xfrm rot="5400000">
            <a:off x="2792370" y="4697176"/>
            <a:ext cx="97784" cy="20300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&gt;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84C254B9-AE65-400F-BCF9-BB4325A4850F}"/>
              </a:ext>
            </a:extLst>
          </p:cNvPr>
          <p:cNvSpPr/>
          <p:nvPr/>
        </p:nvSpPr>
        <p:spPr>
          <a:xfrm>
            <a:off x="1095373" y="4895236"/>
            <a:ext cx="1866901" cy="6685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DF672D40-7597-4694-B07E-FB7948AAAD6D}"/>
              </a:ext>
            </a:extLst>
          </p:cNvPr>
          <p:cNvSpPr txBox="1"/>
          <p:nvPr/>
        </p:nvSpPr>
        <p:spPr>
          <a:xfrm>
            <a:off x="1199374" y="5017130"/>
            <a:ext cx="647613" cy="1561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- 4-terminal</a:t>
            </a:r>
          </a:p>
        </p:txBody>
      </p:sp>
    </p:spTree>
    <p:extLst>
      <p:ext uri="{BB962C8B-B14F-4D97-AF65-F5344CB8AC3E}">
        <p14:creationId xmlns:p14="http://schemas.microsoft.com/office/powerpoint/2010/main" val="2585669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E101A013-53AE-4DE8-AB77-A8D2E0C67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19" y="1438275"/>
            <a:ext cx="8279749" cy="4938279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952479-7EB1-4953-9314-0FDC5957F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634666"/>
            <a:ext cx="5469732" cy="123111"/>
          </a:xfrm>
        </p:spPr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0267688-A6BF-4668-9F1C-C7B77AC8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55AB91D-DE2D-4AFF-9067-9AF58F56A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 dirty="0"/>
              <a:t>LAPET - Integration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B9CC25D-26F1-4CE3-A0BD-A2014771D9F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7525" y="687388"/>
            <a:ext cx="6845300" cy="249237"/>
          </a:xfrm>
        </p:spPr>
        <p:txBody>
          <a:bodyPr/>
          <a:lstStyle/>
          <a:p>
            <a:r>
              <a:rPr lang="de-DE" dirty="0" err="1"/>
              <a:t>selecting</a:t>
            </a:r>
            <a:r>
              <a:rPr lang="de-DE" dirty="0"/>
              <a:t> </a:t>
            </a:r>
            <a:r>
              <a:rPr lang="de-DE" dirty="0" err="1"/>
              <a:t>channels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484E351-A67E-429A-A207-BF5251158E96}"/>
              </a:ext>
            </a:extLst>
          </p:cNvPr>
          <p:cNvSpPr/>
          <p:nvPr/>
        </p:nvSpPr>
        <p:spPr>
          <a:xfrm>
            <a:off x="2058895" y="1891145"/>
            <a:ext cx="627611" cy="1122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5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Ontology</a:t>
            </a: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36D5808-71E1-4C31-9AE7-A6B26194EF07}"/>
              </a:ext>
            </a:extLst>
          </p:cNvPr>
          <p:cNvSpPr/>
          <p:nvPr/>
        </p:nvSpPr>
        <p:spPr>
          <a:xfrm>
            <a:off x="6545680" y="2212500"/>
            <a:ext cx="684305" cy="381000"/>
          </a:xfrm>
          <a:prstGeom prst="rect">
            <a:avLst/>
          </a:prstGeom>
          <a:solidFill>
            <a:schemeClr val="accent6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C8FBCB0-AF4F-46D6-BCB5-51EB1BFB349D}"/>
              </a:ext>
            </a:extLst>
          </p:cNvPr>
          <p:cNvSpPr/>
          <p:nvPr/>
        </p:nvSpPr>
        <p:spPr>
          <a:xfrm>
            <a:off x="6552387" y="2305560"/>
            <a:ext cx="669908" cy="283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99F3384A-C094-4950-92D7-F95972B62B3E}"/>
              </a:ext>
            </a:extLst>
          </p:cNvPr>
          <p:cNvCxnSpPr>
            <a:cxnSpLocks/>
            <a:stCxn id="9" idx="1"/>
            <a:endCxn id="9" idx="3"/>
          </p:cNvCxnSpPr>
          <p:nvPr/>
        </p:nvCxnSpPr>
        <p:spPr>
          <a:xfrm>
            <a:off x="6552387" y="2447365"/>
            <a:ext cx="669908" cy="0"/>
          </a:xfrm>
          <a:prstGeom prst="line">
            <a:avLst/>
          </a:prstGeom>
          <a:ln w="381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5B61777F-DD18-445A-8D6E-0EBC93A2D439}"/>
              </a:ext>
            </a:extLst>
          </p:cNvPr>
          <p:cNvSpPr txBox="1"/>
          <p:nvPr/>
        </p:nvSpPr>
        <p:spPr>
          <a:xfrm>
            <a:off x="6651628" y="2223132"/>
            <a:ext cx="546216" cy="780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Ontology</a:t>
            </a:r>
            <a:r>
              <a:rPr kumimoji="0" lang="de-DE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context</a:t>
            </a: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CD33BEA0-8F58-4F73-A6EB-49A9047CDADA}"/>
              </a:ext>
            </a:extLst>
          </p:cNvPr>
          <p:cNvSpPr txBox="1"/>
          <p:nvPr/>
        </p:nvSpPr>
        <p:spPr>
          <a:xfrm rot="5400000">
            <a:off x="7015600" y="2345002"/>
            <a:ext cx="36870" cy="780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&gt;</a:t>
            </a:r>
          </a:p>
        </p:txBody>
      </p: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705ED3F5-AC1C-4F69-864D-2F758251790E}"/>
              </a:ext>
            </a:extLst>
          </p:cNvPr>
          <p:cNvSpPr/>
          <p:nvPr/>
        </p:nvSpPr>
        <p:spPr>
          <a:xfrm>
            <a:off x="6571946" y="2330009"/>
            <a:ext cx="510988" cy="92907"/>
          </a:xfrm>
          <a:prstGeom prst="round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8D0DE894-598C-4E84-A74C-FB9BFBA5ADBE}"/>
              </a:ext>
            </a:extLst>
          </p:cNvPr>
          <p:cNvSpPr txBox="1"/>
          <p:nvPr/>
        </p:nvSpPr>
        <p:spPr>
          <a:xfrm rot="5400000">
            <a:off x="7015600" y="2484515"/>
            <a:ext cx="36870" cy="780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&gt;</a:t>
            </a:r>
          </a:p>
        </p:txBody>
      </p: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80648889-B2FA-40D3-877D-A32F2D2A2215}"/>
              </a:ext>
            </a:extLst>
          </p:cNvPr>
          <p:cNvSpPr/>
          <p:nvPr/>
        </p:nvSpPr>
        <p:spPr>
          <a:xfrm>
            <a:off x="6571946" y="2469522"/>
            <a:ext cx="510988" cy="92907"/>
          </a:xfrm>
          <a:prstGeom prst="round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DEAB2C8-CB87-4541-A691-AC49F844F735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7229985" y="2403000"/>
            <a:ext cx="2766831" cy="48071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hteck: abgerundete Ecken 41">
            <a:extLst>
              <a:ext uri="{FF2B5EF4-FFF2-40B4-BE49-F238E27FC236}">
                <a16:creationId xmlns:a16="http://schemas.microsoft.com/office/drawing/2014/main" id="{D6FF6E20-FB5D-4402-A822-0F09936BDD9B}"/>
              </a:ext>
            </a:extLst>
          </p:cNvPr>
          <p:cNvSpPr/>
          <p:nvPr/>
        </p:nvSpPr>
        <p:spPr>
          <a:xfrm>
            <a:off x="9414273" y="2886075"/>
            <a:ext cx="2200275" cy="3019425"/>
          </a:xfrm>
          <a:prstGeom prst="roundRect">
            <a:avLst>
              <a:gd name="adj" fmla="val 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hteck: abgerundete Ecken 43">
            <a:extLst>
              <a:ext uri="{FF2B5EF4-FFF2-40B4-BE49-F238E27FC236}">
                <a16:creationId xmlns:a16="http://schemas.microsoft.com/office/drawing/2014/main" id="{1F85FE1B-A1D2-452B-8A99-C9BF6ABE3803}"/>
              </a:ext>
            </a:extLst>
          </p:cNvPr>
          <p:cNvSpPr/>
          <p:nvPr/>
        </p:nvSpPr>
        <p:spPr>
          <a:xfrm>
            <a:off x="9483146" y="3413411"/>
            <a:ext cx="1781175" cy="295275"/>
          </a:xfrm>
          <a:prstGeom prst="round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Rechteck: abgerundete Ecken 44">
            <a:extLst>
              <a:ext uri="{FF2B5EF4-FFF2-40B4-BE49-F238E27FC236}">
                <a16:creationId xmlns:a16="http://schemas.microsoft.com/office/drawing/2014/main" id="{8F01EC36-E091-4E82-B0B2-ADB9DCBA7185}"/>
              </a:ext>
            </a:extLst>
          </p:cNvPr>
          <p:cNvSpPr/>
          <p:nvPr/>
        </p:nvSpPr>
        <p:spPr>
          <a:xfrm>
            <a:off x="9420225" y="2895601"/>
            <a:ext cx="2190750" cy="390524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C2A2871E-D8E0-410A-B019-42F9AF014140}"/>
              </a:ext>
            </a:extLst>
          </p:cNvPr>
          <p:cNvSpPr txBox="1"/>
          <p:nvPr/>
        </p:nvSpPr>
        <p:spPr>
          <a:xfrm>
            <a:off x="9786938" y="2963574"/>
            <a:ext cx="1540486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Ontology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context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D7C190E8-505E-4F4F-97E0-7249C6058597}"/>
              </a:ext>
            </a:extLst>
          </p:cNvPr>
          <p:cNvCxnSpPr/>
          <p:nvPr/>
        </p:nvCxnSpPr>
        <p:spPr>
          <a:xfrm>
            <a:off x="9424988" y="3843361"/>
            <a:ext cx="2185987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hteck: abgerundete Ecken 48">
            <a:extLst>
              <a:ext uri="{FF2B5EF4-FFF2-40B4-BE49-F238E27FC236}">
                <a16:creationId xmlns:a16="http://schemas.microsoft.com/office/drawing/2014/main" id="{2CA627C9-9B2E-41F4-A6B6-23F122EB8311}"/>
              </a:ext>
            </a:extLst>
          </p:cNvPr>
          <p:cNvSpPr/>
          <p:nvPr/>
        </p:nvSpPr>
        <p:spPr>
          <a:xfrm>
            <a:off x="9483146" y="3970648"/>
            <a:ext cx="1781175" cy="295275"/>
          </a:xfrm>
          <a:prstGeom prst="round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3808CF4E-2BD2-48C1-BA33-6B0D80A934DB}"/>
              </a:ext>
            </a:extLst>
          </p:cNvPr>
          <p:cNvSpPr txBox="1"/>
          <p:nvPr/>
        </p:nvSpPr>
        <p:spPr>
          <a:xfrm rot="5400000">
            <a:off x="11025188" y="3458258"/>
            <a:ext cx="120226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&gt;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832B03F7-5C40-4044-9C32-3FC59217291D}"/>
              </a:ext>
            </a:extLst>
          </p:cNvPr>
          <p:cNvSpPr txBox="1"/>
          <p:nvPr/>
        </p:nvSpPr>
        <p:spPr>
          <a:xfrm rot="5400000">
            <a:off x="11025188" y="3999323"/>
            <a:ext cx="120226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&gt;</a:t>
            </a:r>
          </a:p>
        </p:txBody>
      </p:sp>
      <p:sp>
        <p:nvSpPr>
          <p:cNvPr id="52" name="Rechteck: abgerundete Ecken 51">
            <a:extLst>
              <a:ext uri="{FF2B5EF4-FFF2-40B4-BE49-F238E27FC236}">
                <a16:creationId xmlns:a16="http://schemas.microsoft.com/office/drawing/2014/main" id="{087939C2-3F88-4D90-B481-6576E5976205}"/>
              </a:ext>
            </a:extLst>
          </p:cNvPr>
          <p:cNvSpPr/>
          <p:nvPr/>
        </p:nvSpPr>
        <p:spPr>
          <a:xfrm>
            <a:off x="9513448" y="4277810"/>
            <a:ext cx="1736585" cy="1272865"/>
          </a:xfrm>
          <a:prstGeom prst="roundRect">
            <a:avLst>
              <a:gd name="adj" fmla="val 24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CD60E165-C14E-4660-8D6C-2DC68911DE98}"/>
              </a:ext>
            </a:extLst>
          </p:cNvPr>
          <p:cNvSpPr txBox="1"/>
          <p:nvPr/>
        </p:nvSpPr>
        <p:spPr>
          <a:xfrm>
            <a:off x="9560973" y="4338445"/>
            <a:ext cx="1261564" cy="1561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 </a:t>
            </a:r>
            <a:r>
              <a:rPr kumimoji="0" lang="de-DE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applied_Hall_voltage</a:t>
            </a:r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A1F8A766-67CA-4968-9265-A9B18464F4C1}"/>
              </a:ext>
            </a:extLst>
          </p:cNvPr>
          <p:cNvSpPr txBox="1"/>
          <p:nvPr/>
        </p:nvSpPr>
        <p:spPr>
          <a:xfrm>
            <a:off x="9560973" y="4534822"/>
            <a:ext cx="1248740" cy="1561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 </a:t>
            </a:r>
            <a:r>
              <a:rPr kumimoji="0" lang="de-DE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applied_Hall_current</a:t>
            </a:r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9CFF6C57-E77B-4EAA-892A-53D5A19E29C5}"/>
              </a:ext>
            </a:extLst>
          </p:cNvPr>
          <p:cNvSpPr txBox="1"/>
          <p:nvPr/>
        </p:nvSpPr>
        <p:spPr>
          <a:xfrm>
            <a:off x="9560973" y="4944226"/>
            <a:ext cx="293350" cy="1561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 (…)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F64C76A1-C490-4827-B8C3-A913DB8E14E3}"/>
              </a:ext>
            </a:extLst>
          </p:cNvPr>
          <p:cNvSpPr/>
          <p:nvPr/>
        </p:nvSpPr>
        <p:spPr>
          <a:xfrm>
            <a:off x="2089236" y="2370536"/>
            <a:ext cx="684305" cy="239660"/>
          </a:xfrm>
          <a:prstGeom prst="rect">
            <a:avLst/>
          </a:prstGeom>
          <a:solidFill>
            <a:schemeClr val="accent6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BD432866-1DD9-4CCE-BC4C-26B906A7D938}"/>
              </a:ext>
            </a:extLst>
          </p:cNvPr>
          <p:cNvSpPr/>
          <p:nvPr/>
        </p:nvSpPr>
        <p:spPr>
          <a:xfrm>
            <a:off x="2095943" y="2463596"/>
            <a:ext cx="669908" cy="146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0E541164-69B3-4378-B590-9D92BB359B4B}"/>
              </a:ext>
            </a:extLst>
          </p:cNvPr>
          <p:cNvSpPr txBox="1"/>
          <p:nvPr/>
        </p:nvSpPr>
        <p:spPr>
          <a:xfrm>
            <a:off x="2195184" y="2381168"/>
            <a:ext cx="546216" cy="780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Ontology</a:t>
            </a:r>
            <a:r>
              <a:rPr kumimoji="0" lang="de-DE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context</a:t>
            </a: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35BC7EDC-18FB-4558-B46E-DF68D05152D7}"/>
              </a:ext>
            </a:extLst>
          </p:cNvPr>
          <p:cNvSpPr txBox="1"/>
          <p:nvPr/>
        </p:nvSpPr>
        <p:spPr>
          <a:xfrm rot="5400000">
            <a:off x="2559156" y="2503038"/>
            <a:ext cx="36870" cy="780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&gt;</a:t>
            </a:r>
          </a:p>
        </p:txBody>
      </p:sp>
      <p:sp>
        <p:nvSpPr>
          <p:cNvPr id="41" name="Rechteck: abgerundete Ecken 40">
            <a:extLst>
              <a:ext uri="{FF2B5EF4-FFF2-40B4-BE49-F238E27FC236}">
                <a16:creationId xmlns:a16="http://schemas.microsoft.com/office/drawing/2014/main" id="{1BB2A9A5-A8DC-4A43-9D31-1875630C3503}"/>
              </a:ext>
            </a:extLst>
          </p:cNvPr>
          <p:cNvSpPr/>
          <p:nvPr/>
        </p:nvSpPr>
        <p:spPr>
          <a:xfrm>
            <a:off x="2115502" y="2488045"/>
            <a:ext cx="510988" cy="92907"/>
          </a:xfrm>
          <a:prstGeom prst="round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FA90458E-3912-4B11-9A3E-833AC168F767}"/>
              </a:ext>
            </a:extLst>
          </p:cNvPr>
          <p:cNvCxnSpPr>
            <a:stCxn id="33" idx="3"/>
            <a:endCxn id="45" idx="1"/>
          </p:cNvCxnSpPr>
          <p:nvPr/>
        </p:nvCxnSpPr>
        <p:spPr>
          <a:xfrm>
            <a:off x="2765851" y="2536896"/>
            <a:ext cx="6654374" cy="553967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861F92EC-37E9-490D-94D1-678045C4B077}"/>
              </a:ext>
            </a:extLst>
          </p:cNvPr>
          <p:cNvSpPr txBox="1"/>
          <p:nvPr/>
        </p:nvSpPr>
        <p:spPr>
          <a:xfrm>
            <a:off x="9560973" y="4731199"/>
            <a:ext cx="892873" cy="1561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 </a:t>
            </a:r>
            <a:r>
              <a:rPr kumimoji="0" lang="de-DE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channel_width</a:t>
            </a:r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8544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952479-7EB1-4953-9314-0FDC5957F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501385"/>
            <a:ext cx="5469732" cy="123111"/>
          </a:xfrm>
        </p:spPr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55AB91D-DE2D-4AFF-9067-9AF58F56A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 dirty="0"/>
              <a:t>LAP-ET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377B602-9453-458D-A9CE-533587A81B2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de-DE" dirty="0" err="1"/>
              <a:t>competency</a:t>
            </a:r>
            <a:r>
              <a:rPr lang="de-DE" dirty="0"/>
              <a:t> </a:t>
            </a:r>
            <a:r>
              <a:rPr lang="de-DE" dirty="0" err="1"/>
              <a:t>questions</a:t>
            </a:r>
            <a:endParaRPr lang="de-DE" dirty="0"/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0C0A2506-88A5-4A6D-B258-4BB0448FF9DC}"/>
              </a:ext>
            </a:extLst>
          </p:cNvPr>
          <p:cNvSpPr txBox="1"/>
          <p:nvPr/>
        </p:nvSpPr>
        <p:spPr>
          <a:xfrm>
            <a:off x="623201" y="1448608"/>
            <a:ext cx="10616689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Each</a:t>
            </a:r>
            <a:r>
              <a:rPr kumimoji="0" lang="de-DE" sz="16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experiment</a:t>
            </a:r>
            <a:r>
              <a:rPr kumimoji="0" lang="de-DE" sz="16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has</a:t>
            </a:r>
            <a:r>
              <a:rPr kumimoji="0" lang="de-DE" sz="16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specifications</a:t>
            </a:r>
            <a:r>
              <a:rPr kumimoji="0" lang="de-DE" sz="16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and </a:t>
            </a: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is</a:t>
            </a:r>
            <a:r>
              <a:rPr kumimoji="0" lang="de-DE" sz="16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related</a:t>
            </a:r>
            <a:r>
              <a:rPr kumimoji="0" lang="de-DE" sz="16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</a:t>
            </a:r>
            <a:r>
              <a:rPr kumimoji="0" lang="de-DE" sz="16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 pool </a:t>
            </a: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of</a:t>
            </a:r>
            <a:r>
              <a:rPr kumimoji="0" lang="de-DE" sz="16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physical</a:t>
            </a:r>
            <a:r>
              <a:rPr kumimoji="0" lang="de-DE" sz="16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quantities</a:t>
            </a:r>
            <a:r>
              <a:rPr kumimoji="0" lang="de-DE" sz="16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with</a:t>
            </a:r>
            <a:r>
              <a:rPr kumimoji="0" lang="de-DE" sz="16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semantics</a:t>
            </a:r>
            <a:r>
              <a:rPr kumimoji="0" lang="de-DE" sz="16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fitting</a:t>
            </a:r>
            <a:r>
              <a:rPr kumimoji="0" lang="de-DE" sz="16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</a:t>
            </a:r>
            <a:r>
              <a:rPr kumimoji="0" lang="de-DE" sz="16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experiment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896469C4-E7A8-4AD2-8E5C-6C010EE69FB9}"/>
              </a:ext>
            </a:extLst>
          </p:cNvPr>
          <p:cNvSpPr txBox="1"/>
          <p:nvPr/>
        </p:nvSpPr>
        <p:spPr>
          <a:xfrm>
            <a:off x="623200" y="1738979"/>
            <a:ext cx="7742504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6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User </a:t>
            </a: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gets</a:t>
            </a:r>
            <a:r>
              <a:rPr kumimoji="0" lang="de-DE" sz="16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</a:t>
            </a:r>
            <a:r>
              <a:rPr kumimoji="0" lang="de-DE" sz="16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map</a:t>
            </a:r>
            <a:r>
              <a:rPr kumimoji="0" lang="de-DE" sz="16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</a:t>
            </a:r>
            <a:r>
              <a:rPr kumimoji="0" lang="de-DE" sz="16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Camels </a:t>
            </a: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channels</a:t>
            </a:r>
            <a:r>
              <a:rPr kumimoji="0" lang="de-DE" sz="16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and variables </a:t>
            </a: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</a:t>
            </a:r>
            <a:r>
              <a:rPr kumimoji="0" lang="de-DE" sz="16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se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physical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quantities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29727E02-3531-4F64-8DE8-BCDE29120DF6}"/>
              </a:ext>
            </a:extLst>
          </p:cNvPr>
          <p:cNvSpPr txBox="1"/>
          <p:nvPr/>
        </p:nvSpPr>
        <p:spPr>
          <a:xfrm>
            <a:off x="623200" y="2030034"/>
            <a:ext cx="11446210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(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set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channels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: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ControlVariables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,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read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channels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: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MeasuredQuantities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by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default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, Camels variables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can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be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Control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or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Measured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)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14FA132A-D165-472D-A00E-B9207E07EC07}"/>
              </a:ext>
            </a:extLst>
          </p:cNvPr>
          <p:cNvSpPr txBox="1"/>
          <p:nvPr/>
        </p:nvSpPr>
        <p:spPr>
          <a:xfrm>
            <a:off x="623200" y="2317183"/>
            <a:ext cx="4639090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The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selected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specification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allows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for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a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sanity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check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7D714F4B-01A5-4D67-9A35-65118BB6E861}"/>
              </a:ext>
            </a:extLst>
          </p:cNvPr>
          <p:cNvSpPr txBox="1"/>
          <p:nvPr/>
        </p:nvSpPr>
        <p:spPr>
          <a:xfrm>
            <a:off x="623200" y="2935906"/>
            <a:ext cx="2098331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 err="1">
                <a:solidFill>
                  <a:prstClr val="black"/>
                </a:solidFill>
                <a:latin typeface="Arial"/>
              </a:rPr>
              <a:t>competency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questions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: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DE2CA20E-1334-41EB-B33E-3AB2021E05DE}"/>
              </a:ext>
            </a:extLst>
          </p:cNvPr>
          <p:cNvSpPr txBox="1"/>
          <p:nvPr/>
        </p:nvSpPr>
        <p:spPr>
          <a:xfrm>
            <a:off x="957228" y="3327967"/>
            <a:ext cx="7726474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-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Which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b="1" dirty="0" err="1">
                <a:solidFill>
                  <a:prstClr val="black"/>
                </a:solidFill>
                <a:latin typeface="Arial"/>
              </a:rPr>
              <a:t>experiments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exists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b="1" dirty="0">
                <a:solidFill>
                  <a:prstClr val="black"/>
                </a:solidFill>
                <a:latin typeface="Arial"/>
              </a:rPr>
              <a:t>at LAP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,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what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is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their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b="1" dirty="0">
                <a:solidFill>
                  <a:prstClr val="black"/>
                </a:solidFill>
                <a:latin typeface="Arial"/>
              </a:rPr>
              <a:t>type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,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what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are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their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b="1" dirty="0" err="1">
                <a:solidFill>
                  <a:prstClr val="black"/>
                </a:solidFill>
                <a:latin typeface="Arial"/>
              </a:rPr>
              <a:t>specifications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E970A826-2BEB-4274-BF38-25FDF7263D8D}"/>
              </a:ext>
            </a:extLst>
          </p:cNvPr>
          <p:cNvSpPr txBox="1"/>
          <p:nvPr/>
        </p:nvSpPr>
        <p:spPr>
          <a:xfrm>
            <a:off x="957228" y="3700094"/>
            <a:ext cx="9648347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-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For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a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given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b="1" dirty="0" err="1">
                <a:solidFill>
                  <a:prstClr val="black"/>
                </a:solidFill>
                <a:latin typeface="Arial"/>
              </a:rPr>
              <a:t>specification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,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which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combination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of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b="1" dirty="0" err="1">
                <a:solidFill>
                  <a:prstClr val="black"/>
                </a:solidFill>
                <a:latin typeface="Arial"/>
              </a:rPr>
              <a:t>ControlVariables</a:t>
            </a:r>
            <a:r>
              <a:rPr lang="de-DE" sz="1600" b="1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and </a:t>
            </a:r>
            <a:r>
              <a:rPr lang="de-DE" sz="1600" b="1" dirty="0" err="1">
                <a:solidFill>
                  <a:prstClr val="black"/>
                </a:solidFill>
                <a:latin typeface="Arial"/>
              </a:rPr>
              <a:t>MeasuredObservables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defines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it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3BADE8A6-F94A-4453-95FD-BD434FB05782}"/>
              </a:ext>
            </a:extLst>
          </p:cNvPr>
          <p:cNvSpPr txBox="1"/>
          <p:nvPr/>
        </p:nvSpPr>
        <p:spPr>
          <a:xfrm>
            <a:off x="623200" y="5200872"/>
            <a:ext cx="1928413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GUI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user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interaction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: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779BAD28-9055-4BF0-BE92-8D8AFD8C1970}"/>
              </a:ext>
            </a:extLst>
          </p:cNvPr>
          <p:cNvSpPr txBox="1"/>
          <p:nvPr/>
        </p:nvSpPr>
        <p:spPr>
          <a:xfrm>
            <a:off x="957228" y="5513071"/>
            <a:ext cx="3420808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6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1.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select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experiment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and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specification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02375326-9427-4343-B20B-E696A689FA43}"/>
              </a:ext>
            </a:extLst>
          </p:cNvPr>
          <p:cNvSpPr txBox="1"/>
          <p:nvPr/>
        </p:nvSpPr>
        <p:spPr>
          <a:xfrm>
            <a:off x="957228" y="5854344"/>
            <a:ext cx="3797514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b="1" dirty="0">
                <a:solidFill>
                  <a:prstClr val="black"/>
                </a:solidFill>
                <a:latin typeface="Arial"/>
              </a:rPr>
              <a:t>2</a:t>
            </a:r>
            <a:r>
              <a:rPr kumimoji="0" lang="de-DE" sz="16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map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instrument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channels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and variables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0F576A7D-601F-46D8-AE63-933351A44FA4}"/>
              </a:ext>
            </a:extLst>
          </p:cNvPr>
          <p:cNvSpPr txBox="1"/>
          <p:nvPr/>
        </p:nvSpPr>
        <p:spPr>
          <a:xfrm>
            <a:off x="957228" y="4091488"/>
            <a:ext cx="10939661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-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show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me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all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datasets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for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temperature</a:t>
            </a:r>
            <a:r>
              <a:rPr lang="de-DE" sz="1600" b="1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dependent</a:t>
            </a:r>
            <a:r>
              <a:rPr lang="de-DE" sz="1600" b="1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IV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experiments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(IV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experiments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with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temperature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as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a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ControlVariable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)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28142AC3-9F84-4D45-97F7-820AEA56C608}"/>
              </a:ext>
            </a:extLst>
          </p:cNvPr>
          <p:cNvSpPr txBox="1"/>
          <p:nvPr/>
        </p:nvSpPr>
        <p:spPr>
          <a:xfrm>
            <a:off x="957228" y="4472659"/>
            <a:ext cx="10908435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-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show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me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all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datasets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for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IV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experiments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performed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in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the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4-terminal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configuration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(IV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experiments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with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4p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specification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)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6908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952479-7EB1-4953-9314-0FDC5957F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634666"/>
            <a:ext cx="5469732" cy="123111"/>
          </a:xfrm>
        </p:spPr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0267688-A6BF-4668-9F1C-C7B77AC8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55AB91D-DE2D-4AFF-9067-9AF58F56A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 dirty="0"/>
              <a:t>LAP-ET – IV </a:t>
            </a:r>
            <a:r>
              <a:rPr lang="de-DE" dirty="0" err="1"/>
              <a:t>example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B9CC25D-26F1-4CE3-A0BD-A2014771D9F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7525" y="687388"/>
            <a:ext cx="6845300" cy="249237"/>
          </a:xfrm>
        </p:spPr>
        <p:txBody>
          <a:bodyPr/>
          <a:lstStyle/>
          <a:p>
            <a:r>
              <a:rPr lang="de-DE" dirty="0"/>
              <a:t>Concept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AE8882DD-2E93-4DFB-9524-D8BAFBA3FB92}"/>
              </a:ext>
            </a:extLst>
          </p:cNvPr>
          <p:cNvSpPr/>
          <p:nvPr/>
        </p:nvSpPr>
        <p:spPr>
          <a:xfrm>
            <a:off x="4296428" y="2811741"/>
            <a:ext cx="1754155" cy="271252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IVExperiment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03A8F90F-57F7-4E72-A5FA-35FE824496F0}"/>
              </a:ext>
            </a:extLst>
          </p:cNvPr>
          <p:cNvSpPr txBox="1"/>
          <p:nvPr/>
        </p:nvSpPr>
        <p:spPr>
          <a:xfrm>
            <a:off x="6282978" y="3049280"/>
            <a:ext cx="1490793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 err="1">
                <a:solidFill>
                  <a:prstClr val="black"/>
                </a:solidFill>
                <a:latin typeface="Arial"/>
              </a:rPr>
              <a:t>hasSpecification</a:t>
            </a:r>
            <a:endParaRPr kumimoji="0" lang="de-DE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3BB45F85-FA05-40DA-A42C-6CC6E7323376}"/>
              </a:ext>
            </a:extLst>
          </p:cNvPr>
          <p:cNvCxnSpPr>
            <a:cxnSpLocks/>
          </p:cNvCxnSpPr>
          <p:nvPr/>
        </p:nvCxnSpPr>
        <p:spPr>
          <a:xfrm>
            <a:off x="6248536" y="3328788"/>
            <a:ext cx="1868330" cy="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hteck: abgerundete Ecken 42">
            <a:extLst>
              <a:ext uri="{FF2B5EF4-FFF2-40B4-BE49-F238E27FC236}">
                <a16:creationId xmlns:a16="http://schemas.microsoft.com/office/drawing/2014/main" id="{770FB406-D4AA-4522-B20C-7165F6BC43EF}"/>
              </a:ext>
            </a:extLst>
          </p:cNvPr>
          <p:cNvSpPr/>
          <p:nvPr/>
        </p:nvSpPr>
        <p:spPr>
          <a:xfrm>
            <a:off x="8269745" y="3111107"/>
            <a:ext cx="2863291" cy="420153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MeasurementSpecification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328E07DB-839B-4F3E-B3AC-7175192D05BD}"/>
              </a:ext>
            </a:extLst>
          </p:cNvPr>
          <p:cNvSpPr txBox="1"/>
          <p:nvPr/>
        </p:nvSpPr>
        <p:spPr>
          <a:xfrm>
            <a:off x="6282978" y="4804126"/>
            <a:ext cx="1596271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 err="1">
                <a:solidFill>
                  <a:prstClr val="black"/>
                </a:solidFill>
                <a:latin typeface="Arial"/>
              </a:rPr>
              <a:t>relatesToQuantity</a:t>
            </a:r>
            <a:endParaRPr kumimoji="0" lang="de-DE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833A1E3D-09BB-4E40-B831-3F878B9873E6}"/>
              </a:ext>
            </a:extLst>
          </p:cNvPr>
          <p:cNvCxnSpPr>
            <a:cxnSpLocks/>
          </p:cNvCxnSpPr>
          <p:nvPr/>
        </p:nvCxnSpPr>
        <p:spPr>
          <a:xfrm>
            <a:off x="6269505" y="5074533"/>
            <a:ext cx="1863809" cy="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hteck: abgerundete Ecken 54">
            <a:extLst>
              <a:ext uri="{FF2B5EF4-FFF2-40B4-BE49-F238E27FC236}">
                <a16:creationId xmlns:a16="http://schemas.microsoft.com/office/drawing/2014/main" id="{35DA67A7-6BFF-4320-9833-3F3943D28629}"/>
              </a:ext>
            </a:extLst>
          </p:cNvPr>
          <p:cNvSpPr/>
          <p:nvPr/>
        </p:nvSpPr>
        <p:spPr>
          <a:xfrm>
            <a:off x="8269744" y="4624801"/>
            <a:ext cx="2863291" cy="89946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PhysicalQuantity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9" name="Rechteck: abgerundete Ecken 58">
            <a:extLst>
              <a:ext uri="{FF2B5EF4-FFF2-40B4-BE49-F238E27FC236}">
                <a16:creationId xmlns:a16="http://schemas.microsoft.com/office/drawing/2014/main" id="{4B5F3B80-CCD3-466A-A07A-E121E10E5335}"/>
              </a:ext>
            </a:extLst>
          </p:cNvPr>
          <p:cNvSpPr/>
          <p:nvPr/>
        </p:nvSpPr>
        <p:spPr>
          <a:xfrm>
            <a:off x="339843" y="1866566"/>
            <a:ext cx="1839687" cy="420153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LAPExperiment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Rechteck: abgerundete Ecken 59">
            <a:extLst>
              <a:ext uri="{FF2B5EF4-FFF2-40B4-BE49-F238E27FC236}">
                <a16:creationId xmlns:a16="http://schemas.microsoft.com/office/drawing/2014/main" id="{2D88894C-87D0-4033-8CF8-FFDFA327777A}"/>
              </a:ext>
            </a:extLst>
          </p:cNvPr>
          <p:cNvSpPr/>
          <p:nvPr/>
        </p:nvSpPr>
        <p:spPr>
          <a:xfrm>
            <a:off x="846022" y="2688628"/>
            <a:ext cx="3156043" cy="420153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ElectricalTransportExperiment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7E9E1A3F-2B85-4943-B711-317E8309312E}"/>
              </a:ext>
            </a:extLst>
          </p:cNvPr>
          <p:cNvCxnSpPr>
            <a:cxnSpLocks/>
          </p:cNvCxnSpPr>
          <p:nvPr/>
        </p:nvCxnSpPr>
        <p:spPr>
          <a:xfrm>
            <a:off x="501557" y="2285649"/>
            <a:ext cx="0" cy="320659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995D3244-62E9-4238-B5A3-C019498E45E6}"/>
              </a:ext>
            </a:extLst>
          </p:cNvPr>
          <p:cNvCxnSpPr>
            <a:cxnSpLocks/>
          </p:cNvCxnSpPr>
          <p:nvPr/>
        </p:nvCxnSpPr>
        <p:spPr>
          <a:xfrm flipH="1">
            <a:off x="495295" y="2888066"/>
            <a:ext cx="350727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B0129C70-BDC0-4C80-A571-B37A0E2A89B5}"/>
              </a:ext>
            </a:extLst>
          </p:cNvPr>
          <p:cNvCxnSpPr>
            <a:cxnSpLocks/>
          </p:cNvCxnSpPr>
          <p:nvPr/>
        </p:nvCxnSpPr>
        <p:spPr>
          <a:xfrm flipH="1">
            <a:off x="495294" y="4043146"/>
            <a:ext cx="350727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hteck: abgerundete Ecken 65">
            <a:extLst>
              <a:ext uri="{FF2B5EF4-FFF2-40B4-BE49-F238E27FC236}">
                <a16:creationId xmlns:a16="http://schemas.microsoft.com/office/drawing/2014/main" id="{4A5FF86B-7921-4C54-8C01-E182678C5EC2}"/>
              </a:ext>
            </a:extLst>
          </p:cNvPr>
          <p:cNvSpPr/>
          <p:nvPr/>
        </p:nvSpPr>
        <p:spPr>
          <a:xfrm>
            <a:off x="846022" y="3842691"/>
            <a:ext cx="2103857" cy="420153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OpticalExperiment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31E1211D-C6D2-4C2E-AAF1-2373F9AFCBEE}"/>
              </a:ext>
            </a:extLst>
          </p:cNvPr>
          <p:cNvCxnSpPr>
            <a:cxnSpLocks/>
          </p:cNvCxnSpPr>
          <p:nvPr/>
        </p:nvCxnSpPr>
        <p:spPr>
          <a:xfrm flipH="1">
            <a:off x="495294" y="4734165"/>
            <a:ext cx="350727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hteck: abgerundete Ecken 69">
            <a:extLst>
              <a:ext uri="{FF2B5EF4-FFF2-40B4-BE49-F238E27FC236}">
                <a16:creationId xmlns:a16="http://schemas.microsoft.com/office/drawing/2014/main" id="{FBB4D355-4A6B-47E4-A464-E9618A620F50}"/>
              </a:ext>
            </a:extLst>
          </p:cNvPr>
          <p:cNvSpPr/>
          <p:nvPr/>
        </p:nvSpPr>
        <p:spPr>
          <a:xfrm>
            <a:off x="846021" y="4508879"/>
            <a:ext cx="2103856" cy="420153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(…)</a:t>
            </a:r>
          </a:p>
        </p:txBody>
      </p: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AFFD2EB9-4A1F-4A10-9482-E40EB9B8A37F}"/>
              </a:ext>
            </a:extLst>
          </p:cNvPr>
          <p:cNvCxnSpPr>
            <a:cxnSpLocks/>
          </p:cNvCxnSpPr>
          <p:nvPr/>
        </p:nvCxnSpPr>
        <p:spPr>
          <a:xfrm flipH="1">
            <a:off x="1051057" y="3460394"/>
            <a:ext cx="3245371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76D73304-0FC2-48A3-B15A-F44A8E65DD31}"/>
              </a:ext>
            </a:extLst>
          </p:cNvPr>
          <p:cNvCxnSpPr>
            <a:cxnSpLocks/>
          </p:cNvCxnSpPr>
          <p:nvPr/>
        </p:nvCxnSpPr>
        <p:spPr>
          <a:xfrm flipV="1">
            <a:off x="1051057" y="3050533"/>
            <a:ext cx="1" cy="655464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232DA3B3-3735-4AE7-A7F5-D6FE0552798E}"/>
              </a:ext>
            </a:extLst>
          </p:cNvPr>
          <p:cNvCxnSpPr>
            <a:cxnSpLocks/>
          </p:cNvCxnSpPr>
          <p:nvPr/>
        </p:nvCxnSpPr>
        <p:spPr>
          <a:xfrm>
            <a:off x="9327716" y="3651704"/>
            <a:ext cx="0" cy="857175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feld 32">
            <a:extLst>
              <a:ext uri="{FF2B5EF4-FFF2-40B4-BE49-F238E27FC236}">
                <a16:creationId xmlns:a16="http://schemas.microsoft.com/office/drawing/2014/main" id="{33557527-3671-47B8-985D-0D3299D32040}"/>
              </a:ext>
            </a:extLst>
          </p:cNvPr>
          <p:cNvSpPr txBox="1"/>
          <p:nvPr/>
        </p:nvSpPr>
        <p:spPr>
          <a:xfrm>
            <a:off x="7515896" y="3902427"/>
            <a:ext cx="1725601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 err="1">
                <a:solidFill>
                  <a:prstClr val="black"/>
                </a:solidFill>
                <a:latin typeface="Arial"/>
              </a:rPr>
              <a:t>hasControlVariable</a:t>
            </a:r>
            <a:endParaRPr kumimoji="0" lang="de-DE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E14E0BE6-DD7A-4D84-9F4F-733780240846}"/>
              </a:ext>
            </a:extLst>
          </p:cNvPr>
          <p:cNvCxnSpPr>
            <a:cxnSpLocks/>
          </p:cNvCxnSpPr>
          <p:nvPr/>
        </p:nvCxnSpPr>
        <p:spPr>
          <a:xfrm>
            <a:off x="9701389" y="3651704"/>
            <a:ext cx="0" cy="857175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4EE85235-AB1F-4184-8600-2CA925D4729F}"/>
              </a:ext>
            </a:extLst>
          </p:cNvPr>
          <p:cNvSpPr txBox="1"/>
          <p:nvPr/>
        </p:nvSpPr>
        <p:spPr>
          <a:xfrm>
            <a:off x="9802004" y="3902427"/>
            <a:ext cx="2290692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 err="1">
                <a:solidFill>
                  <a:prstClr val="black"/>
                </a:solidFill>
                <a:latin typeface="Arial"/>
              </a:rPr>
              <a:t>hasMeasuredObservable</a:t>
            </a:r>
            <a:endParaRPr kumimoji="0" lang="de-DE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5137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952479-7EB1-4953-9314-0FDC5957F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634666"/>
            <a:ext cx="5469732" cy="123111"/>
          </a:xfrm>
        </p:spPr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55AB91D-DE2D-4AFF-9067-9AF58F56A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 dirty="0"/>
              <a:t>LAP-ET – IV </a:t>
            </a:r>
            <a:r>
              <a:rPr lang="de-DE" dirty="0" err="1"/>
              <a:t>example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B9CC25D-26F1-4CE3-A0BD-A2014771D9F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7525" y="687388"/>
            <a:ext cx="6845300" cy="249237"/>
          </a:xfrm>
        </p:spPr>
        <p:txBody>
          <a:bodyPr/>
          <a:lstStyle/>
          <a:p>
            <a:r>
              <a:rPr lang="de-DE" dirty="0"/>
              <a:t>Concept</a:t>
            </a:r>
          </a:p>
        </p:txBody>
      </p:sp>
      <p:sp>
        <p:nvSpPr>
          <p:cNvPr id="116" name="Rechteck: abgerundete Ecken 115">
            <a:extLst>
              <a:ext uri="{FF2B5EF4-FFF2-40B4-BE49-F238E27FC236}">
                <a16:creationId xmlns:a16="http://schemas.microsoft.com/office/drawing/2014/main" id="{AD147924-4194-4A7F-BAC0-9ED80EDE0C92}"/>
              </a:ext>
            </a:extLst>
          </p:cNvPr>
          <p:cNvSpPr/>
          <p:nvPr/>
        </p:nvSpPr>
        <p:spPr>
          <a:xfrm>
            <a:off x="637771" y="1926350"/>
            <a:ext cx="2814039" cy="445281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MeasurementSpecification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7" name="Rechteck: abgerundete Ecken 116">
            <a:extLst>
              <a:ext uri="{FF2B5EF4-FFF2-40B4-BE49-F238E27FC236}">
                <a16:creationId xmlns:a16="http://schemas.microsoft.com/office/drawing/2014/main" id="{4A7355C1-E917-4DE0-9D90-F67E9D85FAE0}"/>
              </a:ext>
            </a:extLst>
          </p:cNvPr>
          <p:cNvSpPr/>
          <p:nvPr/>
        </p:nvSpPr>
        <p:spPr>
          <a:xfrm>
            <a:off x="1434331" y="2531544"/>
            <a:ext cx="2814039" cy="420153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 err="1">
                <a:solidFill>
                  <a:schemeClr val="tx1"/>
                </a:solidFill>
                <a:latin typeface="Arial"/>
              </a:rPr>
              <a:t>ContactGeometry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23" name="Gerader Verbinder 122">
            <a:extLst>
              <a:ext uri="{FF2B5EF4-FFF2-40B4-BE49-F238E27FC236}">
                <a16:creationId xmlns:a16="http://schemas.microsoft.com/office/drawing/2014/main" id="{02F2F280-E39C-4AD9-8B14-C6970749E268}"/>
              </a:ext>
            </a:extLst>
          </p:cNvPr>
          <p:cNvCxnSpPr>
            <a:cxnSpLocks/>
          </p:cNvCxnSpPr>
          <p:nvPr/>
        </p:nvCxnSpPr>
        <p:spPr>
          <a:xfrm>
            <a:off x="847684" y="3250276"/>
            <a:ext cx="586234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Gerader Verbinder 123">
            <a:extLst>
              <a:ext uri="{FF2B5EF4-FFF2-40B4-BE49-F238E27FC236}">
                <a16:creationId xmlns:a16="http://schemas.microsoft.com/office/drawing/2014/main" id="{F4F27117-A318-42A2-9EDD-79B84C5F3CA6}"/>
              </a:ext>
            </a:extLst>
          </p:cNvPr>
          <p:cNvCxnSpPr>
            <a:cxnSpLocks/>
          </p:cNvCxnSpPr>
          <p:nvPr/>
        </p:nvCxnSpPr>
        <p:spPr>
          <a:xfrm>
            <a:off x="847684" y="2743381"/>
            <a:ext cx="586234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Gerader Verbinder 124">
            <a:extLst>
              <a:ext uri="{FF2B5EF4-FFF2-40B4-BE49-F238E27FC236}">
                <a16:creationId xmlns:a16="http://schemas.microsoft.com/office/drawing/2014/main" id="{E33B4F1A-CD3B-4D39-817E-F8A1261F694B}"/>
              </a:ext>
            </a:extLst>
          </p:cNvPr>
          <p:cNvCxnSpPr>
            <a:cxnSpLocks/>
          </p:cNvCxnSpPr>
          <p:nvPr/>
        </p:nvCxnSpPr>
        <p:spPr>
          <a:xfrm flipV="1">
            <a:off x="847684" y="2371636"/>
            <a:ext cx="0" cy="1562884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hteck: abgerundete Ecken 125">
            <a:extLst>
              <a:ext uri="{FF2B5EF4-FFF2-40B4-BE49-F238E27FC236}">
                <a16:creationId xmlns:a16="http://schemas.microsoft.com/office/drawing/2014/main" id="{538A1C00-802D-4A3F-9EB2-E3AEDA55FDEE}"/>
              </a:ext>
            </a:extLst>
          </p:cNvPr>
          <p:cNvSpPr/>
          <p:nvPr/>
        </p:nvSpPr>
        <p:spPr>
          <a:xfrm>
            <a:off x="1433918" y="3024029"/>
            <a:ext cx="2814038" cy="420153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schemeClr val="tx1"/>
                </a:solidFill>
                <a:latin typeface="Arial"/>
              </a:rPr>
              <a:t>(…)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9" name="Rechteck: abgerundete Ecken 98">
            <a:extLst>
              <a:ext uri="{FF2B5EF4-FFF2-40B4-BE49-F238E27FC236}">
                <a16:creationId xmlns:a16="http://schemas.microsoft.com/office/drawing/2014/main" id="{B937CFEA-E6D8-42F1-B0C1-FABDB7A1732F}"/>
              </a:ext>
            </a:extLst>
          </p:cNvPr>
          <p:cNvSpPr/>
          <p:nvPr/>
        </p:nvSpPr>
        <p:spPr>
          <a:xfrm>
            <a:off x="6142110" y="1929482"/>
            <a:ext cx="1952106" cy="445281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Variable</a:t>
            </a:r>
          </a:p>
        </p:txBody>
      </p:sp>
      <p:sp>
        <p:nvSpPr>
          <p:cNvPr id="100" name="Rechteck: abgerundete Ecken 99">
            <a:extLst>
              <a:ext uri="{FF2B5EF4-FFF2-40B4-BE49-F238E27FC236}">
                <a16:creationId xmlns:a16="http://schemas.microsoft.com/office/drawing/2014/main" id="{64635979-0440-46D3-822B-A6BEE850DFEA}"/>
              </a:ext>
            </a:extLst>
          </p:cNvPr>
          <p:cNvSpPr/>
          <p:nvPr/>
        </p:nvSpPr>
        <p:spPr>
          <a:xfrm>
            <a:off x="6938669" y="2534676"/>
            <a:ext cx="2640113" cy="420153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 err="1">
                <a:solidFill>
                  <a:schemeClr val="tx1"/>
                </a:solidFill>
                <a:latin typeface="Arial"/>
              </a:rPr>
              <a:t>ElectricalVariable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1" name="Rechteck: abgerundete Ecken 100">
            <a:extLst>
              <a:ext uri="{FF2B5EF4-FFF2-40B4-BE49-F238E27FC236}">
                <a16:creationId xmlns:a16="http://schemas.microsoft.com/office/drawing/2014/main" id="{A7587A6A-C6EE-4556-AB2C-1B9EF471F1D0}"/>
              </a:ext>
            </a:extLst>
          </p:cNvPr>
          <p:cNvSpPr/>
          <p:nvPr/>
        </p:nvSpPr>
        <p:spPr>
          <a:xfrm>
            <a:off x="6938669" y="3023663"/>
            <a:ext cx="2640108" cy="420153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MagneticVariable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2" name="Rechteck: abgerundete Ecken 101">
            <a:extLst>
              <a:ext uri="{FF2B5EF4-FFF2-40B4-BE49-F238E27FC236}">
                <a16:creationId xmlns:a16="http://schemas.microsoft.com/office/drawing/2014/main" id="{C438A97F-0C93-4471-8E49-7D3BC8E222B8}"/>
              </a:ext>
            </a:extLst>
          </p:cNvPr>
          <p:cNvSpPr/>
          <p:nvPr/>
        </p:nvSpPr>
        <p:spPr>
          <a:xfrm>
            <a:off x="6938669" y="3514367"/>
            <a:ext cx="2640105" cy="420153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ThermalVariable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3" name="Rechteck: abgerundete Ecken 102">
            <a:extLst>
              <a:ext uri="{FF2B5EF4-FFF2-40B4-BE49-F238E27FC236}">
                <a16:creationId xmlns:a16="http://schemas.microsoft.com/office/drawing/2014/main" id="{2B18ABA8-9B9D-4316-BB21-952F76FB2BC6}"/>
              </a:ext>
            </a:extLst>
          </p:cNvPr>
          <p:cNvSpPr/>
          <p:nvPr/>
        </p:nvSpPr>
        <p:spPr>
          <a:xfrm>
            <a:off x="6938669" y="4000371"/>
            <a:ext cx="2640103" cy="420153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schemeClr val="tx1"/>
                </a:solidFill>
                <a:latin typeface="Arial"/>
              </a:rPr>
              <a:t>(…)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395D2007-519C-439E-9494-A1DE0A85188B}"/>
              </a:ext>
            </a:extLst>
          </p:cNvPr>
          <p:cNvCxnSpPr>
            <a:cxnSpLocks/>
          </p:cNvCxnSpPr>
          <p:nvPr/>
        </p:nvCxnSpPr>
        <p:spPr>
          <a:xfrm>
            <a:off x="6352022" y="4211649"/>
            <a:ext cx="586234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Gerader Verbinder 104">
            <a:extLst>
              <a:ext uri="{FF2B5EF4-FFF2-40B4-BE49-F238E27FC236}">
                <a16:creationId xmlns:a16="http://schemas.microsoft.com/office/drawing/2014/main" id="{CCC5A311-D5CE-4E0A-939A-5B12625DB94A}"/>
              </a:ext>
            </a:extLst>
          </p:cNvPr>
          <p:cNvCxnSpPr>
            <a:cxnSpLocks/>
          </p:cNvCxnSpPr>
          <p:nvPr/>
        </p:nvCxnSpPr>
        <p:spPr>
          <a:xfrm>
            <a:off x="6352022" y="3723134"/>
            <a:ext cx="586234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Gerader Verbinder 128">
            <a:extLst>
              <a:ext uri="{FF2B5EF4-FFF2-40B4-BE49-F238E27FC236}">
                <a16:creationId xmlns:a16="http://schemas.microsoft.com/office/drawing/2014/main" id="{3D4F7CAA-73A2-4177-AF1B-71A136F79A6C}"/>
              </a:ext>
            </a:extLst>
          </p:cNvPr>
          <p:cNvCxnSpPr>
            <a:cxnSpLocks/>
          </p:cNvCxnSpPr>
          <p:nvPr/>
        </p:nvCxnSpPr>
        <p:spPr>
          <a:xfrm>
            <a:off x="6352022" y="3253408"/>
            <a:ext cx="586234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Gerader Verbinder 129">
            <a:extLst>
              <a:ext uri="{FF2B5EF4-FFF2-40B4-BE49-F238E27FC236}">
                <a16:creationId xmlns:a16="http://schemas.microsoft.com/office/drawing/2014/main" id="{3A63BFF4-197A-4C9D-A961-D83879559E37}"/>
              </a:ext>
            </a:extLst>
          </p:cNvPr>
          <p:cNvCxnSpPr>
            <a:cxnSpLocks/>
          </p:cNvCxnSpPr>
          <p:nvPr/>
        </p:nvCxnSpPr>
        <p:spPr>
          <a:xfrm>
            <a:off x="6352022" y="2746513"/>
            <a:ext cx="586234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Gerader Verbinder 130">
            <a:extLst>
              <a:ext uri="{FF2B5EF4-FFF2-40B4-BE49-F238E27FC236}">
                <a16:creationId xmlns:a16="http://schemas.microsoft.com/office/drawing/2014/main" id="{A878CF23-6B02-44BB-A1F7-1AE13F815CE2}"/>
              </a:ext>
            </a:extLst>
          </p:cNvPr>
          <p:cNvCxnSpPr>
            <a:cxnSpLocks/>
          </p:cNvCxnSpPr>
          <p:nvPr/>
        </p:nvCxnSpPr>
        <p:spPr>
          <a:xfrm flipV="1">
            <a:off x="6352022" y="2374765"/>
            <a:ext cx="0" cy="2363634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Gerader Verbinder 143">
            <a:extLst>
              <a:ext uri="{FF2B5EF4-FFF2-40B4-BE49-F238E27FC236}">
                <a16:creationId xmlns:a16="http://schemas.microsoft.com/office/drawing/2014/main" id="{B8CFC7AA-2CEA-4607-B8ED-B0C7962C51E7}"/>
              </a:ext>
            </a:extLst>
          </p:cNvPr>
          <p:cNvCxnSpPr/>
          <p:nvPr/>
        </p:nvCxnSpPr>
        <p:spPr>
          <a:xfrm>
            <a:off x="5213228" y="1475226"/>
            <a:ext cx="0" cy="4918587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382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952479-7EB1-4953-9314-0FDC5957F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501385"/>
            <a:ext cx="5469732" cy="123111"/>
          </a:xfrm>
        </p:spPr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55AB91D-DE2D-4AFF-9067-9AF58F56A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 dirty="0"/>
              <a:t>LAP-ET – Hall </a:t>
            </a:r>
            <a:r>
              <a:rPr lang="de-DE" dirty="0" err="1"/>
              <a:t>example</a:t>
            </a:r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377B602-9453-458D-A9CE-533587A81B2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0C0A2506-88A5-4A6D-B258-4BB0448FF9DC}"/>
              </a:ext>
            </a:extLst>
          </p:cNvPr>
          <p:cNvSpPr txBox="1"/>
          <p:nvPr/>
        </p:nvSpPr>
        <p:spPr>
          <a:xfrm>
            <a:off x="687840" y="1531824"/>
            <a:ext cx="3099888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HallExperiment</a:t>
            </a:r>
            <a:r>
              <a:rPr kumimoji="0" lang="de-DE" sz="16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relates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ToQuantity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6D478EF-E8FB-4A44-A5B9-EEF7736E03F4}"/>
              </a:ext>
            </a:extLst>
          </p:cNvPr>
          <p:cNvSpPr txBox="1"/>
          <p:nvPr/>
        </p:nvSpPr>
        <p:spPr>
          <a:xfrm>
            <a:off x="687840" y="1961175"/>
            <a:ext cx="1288814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 err="1">
                <a:solidFill>
                  <a:prstClr val="black"/>
                </a:solidFill>
                <a:latin typeface="Arial"/>
              </a:rPr>
              <a:t>device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current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4164938-A259-4A37-927C-92B7727281AE}"/>
              </a:ext>
            </a:extLst>
          </p:cNvPr>
          <p:cNvSpPr txBox="1"/>
          <p:nvPr/>
        </p:nvSpPr>
        <p:spPr>
          <a:xfrm>
            <a:off x="687840" y="2242460"/>
            <a:ext cx="1399422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 err="1">
                <a:solidFill>
                  <a:prstClr val="black"/>
                </a:solidFill>
                <a:latin typeface="Arial"/>
              </a:rPr>
              <a:t>applied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voltage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9EE4D3A-1773-435E-B704-912320AC9E19}"/>
              </a:ext>
            </a:extLst>
          </p:cNvPr>
          <p:cNvSpPr txBox="1"/>
          <p:nvPr/>
        </p:nvSpPr>
        <p:spPr>
          <a:xfrm>
            <a:off x="687840" y="2537767"/>
            <a:ext cx="2220160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longitudinal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voltage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drop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10CC51B-11E0-473C-B670-0D44AB2CE8D5}"/>
              </a:ext>
            </a:extLst>
          </p:cNvPr>
          <p:cNvSpPr txBox="1"/>
          <p:nvPr/>
        </p:nvSpPr>
        <p:spPr>
          <a:xfrm>
            <a:off x="687840" y="2833074"/>
            <a:ext cx="1835439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 err="1">
                <a:solidFill>
                  <a:prstClr val="black"/>
                </a:solidFill>
                <a:latin typeface="Arial"/>
              </a:rPr>
              <a:t>vertical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voltage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drop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C3A7B8A-1369-4FB0-BA79-9A5231C700FE}"/>
              </a:ext>
            </a:extLst>
          </p:cNvPr>
          <p:cNvSpPr txBox="1"/>
          <p:nvPr/>
        </p:nvSpPr>
        <p:spPr>
          <a:xfrm>
            <a:off x="687840" y="3119299"/>
            <a:ext cx="1107676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 err="1">
                <a:solidFill>
                  <a:prstClr val="black"/>
                </a:solidFill>
                <a:latin typeface="Arial"/>
              </a:rPr>
              <a:t>temperature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528DCFE9-4717-48C4-979F-90962CCC295A}"/>
              </a:ext>
            </a:extLst>
          </p:cNvPr>
          <p:cNvSpPr txBox="1"/>
          <p:nvPr/>
        </p:nvSpPr>
        <p:spPr>
          <a:xfrm>
            <a:off x="687840" y="3402406"/>
            <a:ext cx="2051844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external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magnetic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field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6956201-1E3E-4296-9E9F-EE0D71B86B8C}"/>
              </a:ext>
            </a:extLst>
          </p:cNvPr>
          <p:cNvSpPr txBox="1"/>
          <p:nvPr/>
        </p:nvSpPr>
        <p:spPr>
          <a:xfrm>
            <a:off x="687840" y="3697713"/>
            <a:ext cx="1255152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(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gate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voltage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)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CA8EFE6-7178-42ED-A74F-86E49FCAB1C2}"/>
              </a:ext>
            </a:extLst>
          </p:cNvPr>
          <p:cNvSpPr txBox="1"/>
          <p:nvPr/>
        </p:nvSpPr>
        <p:spPr>
          <a:xfrm>
            <a:off x="3910337" y="1531824"/>
            <a:ext cx="2994409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HallExperiment</a:t>
            </a:r>
            <a:r>
              <a:rPr kumimoji="0" lang="de-DE" sz="16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hasSpecification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9A4D497-3741-4115-8E66-DE264658C19B}"/>
              </a:ext>
            </a:extLst>
          </p:cNvPr>
          <p:cNvSpPr txBox="1"/>
          <p:nvPr/>
        </p:nvSpPr>
        <p:spPr>
          <a:xfrm>
            <a:off x="3910337" y="1961175"/>
            <a:ext cx="1814599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4 terminal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geometry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84427E90-25E9-48E5-96C2-5B377EA2C980}"/>
              </a:ext>
            </a:extLst>
          </p:cNvPr>
          <p:cNvSpPr txBox="1"/>
          <p:nvPr/>
        </p:nvSpPr>
        <p:spPr>
          <a:xfrm>
            <a:off x="3910337" y="2242460"/>
            <a:ext cx="1825821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6-terminal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geometry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EF5BCE8B-E6F2-4347-ACF6-E77B5A2829A4}"/>
              </a:ext>
            </a:extLst>
          </p:cNvPr>
          <p:cNvSpPr txBox="1"/>
          <p:nvPr/>
        </p:nvSpPr>
        <p:spPr>
          <a:xfrm>
            <a:off x="7175064" y="1531824"/>
            <a:ext cx="4824975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4 terminal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or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Van der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Pauw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geo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.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hasControlVariable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BF8D88C-6826-49B0-9352-9801D6A10B0E}"/>
              </a:ext>
            </a:extLst>
          </p:cNvPr>
          <p:cNvSpPr txBox="1"/>
          <p:nvPr/>
        </p:nvSpPr>
        <p:spPr>
          <a:xfrm>
            <a:off x="7175064" y="1961175"/>
            <a:ext cx="1322478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 err="1">
                <a:solidFill>
                  <a:prstClr val="black"/>
                </a:solidFill>
                <a:latin typeface="Arial"/>
              </a:rPr>
              <a:t>device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current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322D683A-6CE4-4351-B9E4-CDAD99B21229}"/>
              </a:ext>
            </a:extLst>
          </p:cNvPr>
          <p:cNvSpPr txBox="1"/>
          <p:nvPr/>
        </p:nvSpPr>
        <p:spPr>
          <a:xfrm>
            <a:off x="3910337" y="2537767"/>
            <a:ext cx="2185663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Van der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Pauw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geometry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C02F3C42-7C34-4FC6-AC39-820DF0653F4D}"/>
              </a:ext>
            </a:extLst>
          </p:cNvPr>
          <p:cNvSpPr txBox="1"/>
          <p:nvPr/>
        </p:nvSpPr>
        <p:spPr>
          <a:xfrm>
            <a:off x="7175064" y="2242460"/>
            <a:ext cx="1399422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 err="1">
                <a:solidFill>
                  <a:prstClr val="black"/>
                </a:solidFill>
                <a:latin typeface="Arial"/>
              </a:rPr>
              <a:t>applied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voltage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5F50616B-C18F-4B57-B027-B855525BC47B}"/>
              </a:ext>
            </a:extLst>
          </p:cNvPr>
          <p:cNvSpPr txBox="1"/>
          <p:nvPr/>
        </p:nvSpPr>
        <p:spPr>
          <a:xfrm>
            <a:off x="7175064" y="2537767"/>
            <a:ext cx="1107676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 err="1">
                <a:solidFill>
                  <a:prstClr val="black"/>
                </a:solidFill>
                <a:latin typeface="Arial"/>
              </a:rPr>
              <a:t>temperature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4C32EA3D-A2A1-4A8B-9B22-AFEAE10562A5}"/>
              </a:ext>
            </a:extLst>
          </p:cNvPr>
          <p:cNvSpPr txBox="1"/>
          <p:nvPr/>
        </p:nvSpPr>
        <p:spPr>
          <a:xfrm>
            <a:off x="7175064" y="2828190"/>
            <a:ext cx="2074286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external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magnetic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field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3C0AA588-A7EC-4386-B927-3DB9BFD45C68}"/>
              </a:ext>
            </a:extLst>
          </p:cNvPr>
          <p:cNvSpPr txBox="1"/>
          <p:nvPr/>
        </p:nvSpPr>
        <p:spPr>
          <a:xfrm>
            <a:off x="7175064" y="3119299"/>
            <a:ext cx="1255152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(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gate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voltage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)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6E874B46-BEDE-4C9F-8B0A-B0884E75B40B}"/>
              </a:ext>
            </a:extLst>
          </p:cNvPr>
          <p:cNvSpPr txBox="1"/>
          <p:nvPr/>
        </p:nvSpPr>
        <p:spPr>
          <a:xfrm>
            <a:off x="7175064" y="3738701"/>
            <a:ext cx="4990918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4 terminal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or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Van der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Pauw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hasMeasuredObservable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99ACD9D6-685E-42FF-AC21-6192CD2DD12C}"/>
              </a:ext>
            </a:extLst>
          </p:cNvPr>
          <p:cNvSpPr txBox="1"/>
          <p:nvPr/>
        </p:nvSpPr>
        <p:spPr>
          <a:xfrm>
            <a:off x="7175064" y="4168052"/>
            <a:ext cx="1322478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 err="1">
                <a:solidFill>
                  <a:prstClr val="black"/>
                </a:solidFill>
                <a:latin typeface="Arial"/>
              </a:rPr>
              <a:t>device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current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E6847CD3-2175-4B28-BCE2-76B6D34F60EC}"/>
              </a:ext>
            </a:extLst>
          </p:cNvPr>
          <p:cNvSpPr txBox="1"/>
          <p:nvPr/>
        </p:nvSpPr>
        <p:spPr>
          <a:xfrm>
            <a:off x="7175064" y="4449337"/>
            <a:ext cx="1399422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 err="1">
                <a:solidFill>
                  <a:prstClr val="black"/>
                </a:solidFill>
                <a:latin typeface="Arial"/>
              </a:rPr>
              <a:t>applied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voltage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A2BA5E91-DD99-41A3-81D6-9583CDF13A0E}"/>
              </a:ext>
            </a:extLst>
          </p:cNvPr>
          <p:cNvSpPr txBox="1"/>
          <p:nvPr/>
        </p:nvSpPr>
        <p:spPr>
          <a:xfrm>
            <a:off x="7175064" y="4744644"/>
            <a:ext cx="1107676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 err="1">
                <a:solidFill>
                  <a:prstClr val="black"/>
                </a:solidFill>
                <a:latin typeface="Arial"/>
              </a:rPr>
              <a:t>temperature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2A85997B-3165-4D69-A4E5-81E4C806AE47}"/>
              </a:ext>
            </a:extLst>
          </p:cNvPr>
          <p:cNvSpPr txBox="1"/>
          <p:nvPr/>
        </p:nvSpPr>
        <p:spPr>
          <a:xfrm>
            <a:off x="7175064" y="5035067"/>
            <a:ext cx="2074286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external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magnetic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field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3CE632EE-EB87-4275-8BA4-AB833E5F34E0}"/>
              </a:ext>
            </a:extLst>
          </p:cNvPr>
          <p:cNvSpPr txBox="1"/>
          <p:nvPr/>
        </p:nvSpPr>
        <p:spPr>
          <a:xfrm>
            <a:off x="7175064" y="5326176"/>
            <a:ext cx="1255152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(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gate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voltage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)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A42F39BB-6DE1-40C6-85B1-AD16AD31A755}"/>
              </a:ext>
            </a:extLst>
          </p:cNvPr>
          <p:cNvSpPr txBox="1"/>
          <p:nvPr/>
        </p:nvSpPr>
        <p:spPr>
          <a:xfrm>
            <a:off x="7175064" y="5620797"/>
            <a:ext cx="1835439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 err="1">
                <a:solidFill>
                  <a:prstClr val="black"/>
                </a:solidFill>
                <a:latin typeface="Arial"/>
              </a:rPr>
              <a:t>vertical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voltage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drop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65AA5246-C953-4F67-A256-94DE3C832ABF}"/>
              </a:ext>
            </a:extLst>
          </p:cNvPr>
          <p:cNvCxnSpPr/>
          <p:nvPr/>
        </p:nvCxnSpPr>
        <p:spPr>
          <a:xfrm>
            <a:off x="3787728" y="1424804"/>
            <a:ext cx="0" cy="4918587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CDF8A7C2-D0D3-41C2-AE4B-EF7590EA5491}"/>
              </a:ext>
            </a:extLst>
          </p:cNvPr>
          <p:cNvCxnSpPr/>
          <p:nvPr/>
        </p:nvCxnSpPr>
        <p:spPr>
          <a:xfrm>
            <a:off x="6924196" y="1424804"/>
            <a:ext cx="0" cy="4918587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819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952479-7EB1-4953-9314-0FDC5957F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501385"/>
            <a:ext cx="5469732" cy="123111"/>
          </a:xfrm>
        </p:spPr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55AB91D-DE2D-4AFF-9067-9AF58F56A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 dirty="0"/>
              <a:t>LAP-ET – Hall </a:t>
            </a:r>
            <a:r>
              <a:rPr lang="de-DE" dirty="0" err="1"/>
              <a:t>example</a:t>
            </a:r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377B602-9453-458D-A9CE-533587A81B2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EF5BCE8B-E6F2-4347-ACF6-E77B5A2829A4}"/>
              </a:ext>
            </a:extLst>
          </p:cNvPr>
          <p:cNvSpPr txBox="1"/>
          <p:nvPr/>
        </p:nvSpPr>
        <p:spPr>
          <a:xfrm>
            <a:off x="623122" y="1550005"/>
            <a:ext cx="3609130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6-terminal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geometry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hasControlVariable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BF8D88C-6826-49B0-9352-9801D6A10B0E}"/>
              </a:ext>
            </a:extLst>
          </p:cNvPr>
          <p:cNvSpPr txBox="1"/>
          <p:nvPr/>
        </p:nvSpPr>
        <p:spPr>
          <a:xfrm>
            <a:off x="623122" y="1979356"/>
            <a:ext cx="1322478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 err="1">
                <a:solidFill>
                  <a:prstClr val="black"/>
                </a:solidFill>
                <a:latin typeface="Arial"/>
              </a:rPr>
              <a:t>device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current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C02F3C42-7C34-4FC6-AC39-820DF0653F4D}"/>
              </a:ext>
            </a:extLst>
          </p:cNvPr>
          <p:cNvSpPr txBox="1"/>
          <p:nvPr/>
        </p:nvSpPr>
        <p:spPr>
          <a:xfrm>
            <a:off x="623122" y="2260641"/>
            <a:ext cx="1399422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 err="1">
                <a:solidFill>
                  <a:prstClr val="black"/>
                </a:solidFill>
                <a:latin typeface="Arial"/>
              </a:rPr>
              <a:t>applied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voltage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5F50616B-C18F-4B57-B027-B855525BC47B}"/>
              </a:ext>
            </a:extLst>
          </p:cNvPr>
          <p:cNvSpPr txBox="1"/>
          <p:nvPr/>
        </p:nvSpPr>
        <p:spPr>
          <a:xfrm>
            <a:off x="623122" y="2555948"/>
            <a:ext cx="1107676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 err="1">
                <a:solidFill>
                  <a:prstClr val="black"/>
                </a:solidFill>
                <a:latin typeface="Arial"/>
              </a:rPr>
              <a:t>temperature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4C32EA3D-A2A1-4A8B-9B22-AFEAE10562A5}"/>
              </a:ext>
            </a:extLst>
          </p:cNvPr>
          <p:cNvSpPr txBox="1"/>
          <p:nvPr/>
        </p:nvSpPr>
        <p:spPr>
          <a:xfrm>
            <a:off x="623122" y="2846371"/>
            <a:ext cx="2074286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external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magnetic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field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3C0AA588-A7EC-4386-B927-3DB9BFD45C68}"/>
              </a:ext>
            </a:extLst>
          </p:cNvPr>
          <p:cNvSpPr txBox="1"/>
          <p:nvPr/>
        </p:nvSpPr>
        <p:spPr>
          <a:xfrm>
            <a:off x="623122" y="3137480"/>
            <a:ext cx="1255152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(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gate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voltage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)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6E874B46-BEDE-4C9F-8B0A-B0884E75B40B}"/>
              </a:ext>
            </a:extLst>
          </p:cNvPr>
          <p:cNvSpPr txBox="1"/>
          <p:nvPr/>
        </p:nvSpPr>
        <p:spPr>
          <a:xfrm>
            <a:off x="623122" y="3756882"/>
            <a:ext cx="4174220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6-terminal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geometry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hasMeasuredObservable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99ACD9D6-685E-42FF-AC21-6192CD2DD12C}"/>
              </a:ext>
            </a:extLst>
          </p:cNvPr>
          <p:cNvSpPr txBox="1"/>
          <p:nvPr/>
        </p:nvSpPr>
        <p:spPr>
          <a:xfrm>
            <a:off x="623122" y="4186233"/>
            <a:ext cx="1322478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 err="1">
                <a:solidFill>
                  <a:prstClr val="black"/>
                </a:solidFill>
                <a:latin typeface="Arial"/>
              </a:rPr>
              <a:t>device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current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E6847CD3-2175-4B28-BCE2-76B6D34F60EC}"/>
              </a:ext>
            </a:extLst>
          </p:cNvPr>
          <p:cNvSpPr txBox="1"/>
          <p:nvPr/>
        </p:nvSpPr>
        <p:spPr>
          <a:xfrm>
            <a:off x="623122" y="4467518"/>
            <a:ext cx="1399422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 err="1">
                <a:solidFill>
                  <a:prstClr val="black"/>
                </a:solidFill>
                <a:latin typeface="Arial"/>
              </a:rPr>
              <a:t>applied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voltage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A2BA5E91-DD99-41A3-81D6-9583CDF13A0E}"/>
              </a:ext>
            </a:extLst>
          </p:cNvPr>
          <p:cNvSpPr txBox="1"/>
          <p:nvPr/>
        </p:nvSpPr>
        <p:spPr>
          <a:xfrm>
            <a:off x="623122" y="4762825"/>
            <a:ext cx="1107676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 err="1">
                <a:solidFill>
                  <a:prstClr val="black"/>
                </a:solidFill>
                <a:latin typeface="Arial"/>
              </a:rPr>
              <a:t>temperature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2A85997B-3165-4D69-A4E5-81E4C806AE47}"/>
              </a:ext>
            </a:extLst>
          </p:cNvPr>
          <p:cNvSpPr txBox="1"/>
          <p:nvPr/>
        </p:nvSpPr>
        <p:spPr>
          <a:xfrm>
            <a:off x="623122" y="5053248"/>
            <a:ext cx="2074286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external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magnetic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field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3CE632EE-EB87-4275-8BA4-AB833E5F34E0}"/>
              </a:ext>
            </a:extLst>
          </p:cNvPr>
          <p:cNvSpPr txBox="1"/>
          <p:nvPr/>
        </p:nvSpPr>
        <p:spPr>
          <a:xfrm>
            <a:off x="623122" y="5344357"/>
            <a:ext cx="1255152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(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gate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voltage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)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A42F39BB-6DE1-40C6-85B1-AD16AD31A755}"/>
              </a:ext>
            </a:extLst>
          </p:cNvPr>
          <p:cNvSpPr txBox="1"/>
          <p:nvPr/>
        </p:nvSpPr>
        <p:spPr>
          <a:xfrm>
            <a:off x="623122" y="5638978"/>
            <a:ext cx="1835439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 err="1">
                <a:solidFill>
                  <a:prstClr val="black"/>
                </a:solidFill>
                <a:latin typeface="Arial"/>
              </a:rPr>
              <a:t>vertical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voltage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drop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2DC72CCF-3CC0-44DF-BD82-9EB469570314}"/>
              </a:ext>
            </a:extLst>
          </p:cNvPr>
          <p:cNvSpPr txBox="1"/>
          <p:nvPr/>
        </p:nvSpPr>
        <p:spPr>
          <a:xfrm>
            <a:off x="623122" y="5915655"/>
            <a:ext cx="2220160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srgbClr val="C00000"/>
                </a:solidFill>
                <a:latin typeface="Arial"/>
              </a:rPr>
              <a:t>longitudinal </a:t>
            </a:r>
            <a:r>
              <a:rPr lang="de-DE" sz="1600" dirty="0" err="1">
                <a:solidFill>
                  <a:srgbClr val="C00000"/>
                </a:solidFill>
                <a:latin typeface="Arial"/>
              </a:rPr>
              <a:t>voltage</a:t>
            </a:r>
            <a:r>
              <a:rPr lang="de-DE" sz="1600" dirty="0">
                <a:solidFill>
                  <a:srgbClr val="C00000"/>
                </a:solidFill>
                <a:latin typeface="Arial"/>
              </a:rPr>
              <a:t> </a:t>
            </a:r>
            <a:r>
              <a:rPr lang="de-DE" sz="1600" dirty="0" err="1">
                <a:solidFill>
                  <a:srgbClr val="C00000"/>
                </a:solidFill>
                <a:latin typeface="Arial"/>
              </a:rPr>
              <a:t>drop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1735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952479-7EB1-4953-9314-0FDC5957F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501385"/>
            <a:ext cx="5469732" cy="123111"/>
          </a:xfrm>
        </p:spPr>
        <p:txBody>
          <a:bodyPr/>
          <a:lstStyle/>
          <a:p>
            <a:r>
              <a:rPr lang="de-DE"/>
              <a:t>Naturwissenschaftliche Fakultät</a:t>
            </a:r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55AB91D-DE2D-4AFF-9067-9AF58F56A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 dirty="0"/>
              <a:t>LAP-ET – Hall </a:t>
            </a:r>
            <a:r>
              <a:rPr lang="de-DE" dirty="0" err="1"/>
              <a:t>example</a:t>
            </a:r>
            <a:endParaRPr lang="de-DE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6737FE6-9FEE-4CC3-A56B-4592482BE890}"/>
              </a:ext>
            </a:extLst>
          </p:cNvPr>
          <p:cNvSpPr txBox="1"/>
          <p:nvPr/>
        </p:nvSpPr>
        <p:spPr>
          <a:xfrm>
            <a:off x="844415" y="1400301"/>
            <a:ext cx="1994136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selecting</a:t>
            </a:r>
            <a:r>
              <a:rPr kumimoji="0" lang="de-DE" sz="16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Experiment: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6CC4A444-5649-4BF8-9A82-8E705BF16F9D}"/>
              </a:ext>
            </a:extLst>
          </p:cNvPr>
          <p:cNvSpPr txBox="1"/>
          <p:nvPr/>
        </p:nvSpPr>
        <p:spPr>
          <a:xfrm>
            <a:off x="1262286" y="1759178"/>
            <a:ext cx="2428550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i="1" dirty="0">
                <a:solidFill>
                  <a:prstClr val="black"/>
                </a:solidFill>
                <a:latin typeface="Arial"/>
              </a:rPr>
              <a:t>r</a:t>
            </a:r>
            <a:r>
              <a:rPr kumimoji="0" 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un</a:t>
            </a:r>
            <a:r>
              <a:rPr kumimoji="0" lang="de-DE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_</a:t>
            </a:r>
            <a:r>
              <a:rPr lang="de-DE" sz="1600" i="1" dirty="0">
                <a:solidFill>
                  <a:prstClr val="black"/>
                </a:solidFill>
                <a:latin typeface="Arial"/>
              </a:rPr>
              <a:t>Hall</a:t>
            </a:r>
            <a:r>
              <a:rPr kumimoji="0" lang="de-DE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6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  <a:r>
              <a:rPr kumimoji="0" lang="de-DE" sz="1600" b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HallExperiment</a:t>
            </a:r>
            <a:endParaRPr kumimoji="0" lang="de-DE" sz="16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04A072EF-EAE3-49E8-A601-6A3CDCBF074F}"/>
              </a:ext>
            </a:extLst>
          </p:cNvPr>
          <p:cNvSpPr txBox="1"/>
          <p:nvPr/>
        </p:nvSpPr>
        <p:spPr>
          <a:xfrm>
            <a:off x="1262284" y="2069827"/>
            <a:ext cx="4473661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i="1" dirty="0">
                <a:solidFill>
                  <a:prstClr val="black"/>
                </a:solidFill>
                <a:latin typeface="Arial"/>
              </a:rPr>
              <a:t>r</a:t>
            </a:r>
            <a:r>
              <a:rPr kumimoji="0" 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un</a:t>
            </a:r>
            <a:r>
              <a:rPr kumimoji="0" lang="de-DE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_</a:t>
            </a:r>
            <a:r>
              <a:rPr lang="de-DE" sz="1600" i="1" dirty="0">
                <a:solidFill>
                  <a:prstClr val="black"/>
                </a:solidFill>
                <a:latin typeface="Arial"/>
              </a:rPr>
              <a:t>Hall</a:t>
            </a:r>
            <a:r>
              <a:rPr kumimoji="0" lang="de-DE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hasSpecification</a:t>
            </a:r>
            <a:r>
              <a:rPr kumimoji="0" lang="de-DE" sz="16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6TerminalConfiguration</a:t>
            </a:r>
            <a:endParaRPr kumimoji="0" lang="de-DE" sz="16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EDD14E62-8FA0-4AB0-9386-1A16EB45568E}"/>
              </a:ext>
            </a:extLst>
          </p:cNvPr>
          <p:cNvSpPr txBox="1"/>
          <p:nvPr/>
        </p:nvSpPr>
        <p:spPr>
          <a:xfrm>
            <a:off x="1262284" y="3425269"/>
            <a:ext cx="3912097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i="1" dirty="0">
                <a:solidFill>
                  <a:prstClr val="black"/>
                </a:solidFill>
                <a:latin typeface="Arial"/>
              </a:rPr>
              <a:t>r</a:t>
            </a:r>
            <a:r>
              <a:rPr kumimoji="0" 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un</a:t>
            </a:r>
            <a:r>
              <a:rPr kumimoji="0" lang="de-DE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_</a:t>
            </a:r>
            <a:r>
              <a:rPr lang="de-DE" sz="1600" i="1" dirty="0">
                <a:solidFill>
                  <a:prstClr val="black"/>
                </a:solidFill>
                <a:latin typeface="Arial"/>
              </a:rPr>
              <a:t>Hall</a:t>
            </a:r>
            <a:r>
              <a:rPr kumimoji="0" lang="de-DE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hasControlVariable</a:t>
            </a:r>
            <a:r>
              <a:rPr kumimoji="0" lang="de-DE" sz="16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Device</a:t>
            </a: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Current</a:t>
            </a:r>
            <a:endParaRPr kumimoji="0" lang="de-DE" sz="16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41EFEE5-F438-47B2-8C93-98C429604233}"/>
              </a:ext>
            </a:extLst>
          </p:cNvPr>
          <p:cNvSpPr txBox="1"/>
          <p:nvPr/>
        </p:nvSpPr>
        <p:spPr>
          <a:xfrm>
            <a:off x="7370650" y="3425269"/>
            <a:ext cx="343043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(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UI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79E72A98-2C91-495E-94A3-00FFC2685ADC}"/>
              </a:ext>
            </a:extLst>
          </p:cNvPr>
          <p:cNvSpPr txBox="1"/>
          <p:nvPr/>
        </p:nvSpPr>
        <p:spPr>
          <a:xfrm>
            <a:off x="844415" y="3028461"/>
            <a:ext cx="1865895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 err="1">
                <a:solidFill>
                  <a:prstClr val="black"/>
                </a:solidFill>
                <a:latin typeface="Arial"/>
              </a:rPr>
              <a:t>assigning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Channels</a:t>
            </a:r>
            <a:r>
              <a:rPr kumimoji="0" lang="de-DE" sz="16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BBB1A456-E152-4BC8-AA32-426D35B3E359}"/>
              </a:ext>
            </a:extLst>
          </p:cNvPr>
          <p:cNvSpPr txBox="1"/>
          <p:nvPr/>
        </p:nvSpPr>
        <p:spPr>
          <a:xfrm>
            <a:off x="1254339" y="4700624"/>
            <a:ext cx="4135748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i="1" dirty="0">
                <a:solidFill>
                  <a:prstClr val="black"/>
                </a:solidFill>
                <a:latin typeface="Arial"/>
              </a:rPr>
              <a:t>r</a:t>
            </a:r>
            <a:r>
              <a:rPr kumimoji="0" 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un</a:t>
            </a:r>
            <a:r>
              <a:rPr kumimoji="0" lang="de-DE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_</a:t>
            </a:r>
            <a:r>
              <a:rPr lang="de-DE" sz="1600" i="1" dirty="0">
                <a:solidFill>
                  <a:prstClr val="black"/>
                </a:solidFill>
                <a:latin typeface="Arial"/>
              </a:rPr>
              <a:t>Hall</a:t>
            </a:r>
            <a:r>
              <a:rPr kumimoji="0" lang="de-DE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measuresObservable</a:t>
            </a:r>
            <a:r>
              <a:rPr kumimoji="0" lang="de-DE" sz="16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Device</a:t>
            </a: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Current</a:t>
            </a:r>
            <a:endParaRPr kumimoji="0" lang="de-DE" sz="16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0DB155C7-E361-4356-8CD0-F90806FFC40E}"/>
              </a:ext>
            </a:extLst>
          </p:cNvPr>
          <p:cNvSpPr txBox="1"/>
          <p:nvPr/>
        </p:nvSpPr>
        <p:spPr>
          <a:xfrm>
            <a:off x="7354759" y="4694746"/>
            <a:ext cx="343043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(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UI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A13A2417-122C-4688-8362-7285FA34BC99}"/>
              </a:ext>
            </a:extLst>
          </p:cNvPr>
          <p:cNvSpPr txBox="1"/>
          <p:nvPr/>
        </p:nvSpPr>
        <p:spPr>
          <a:xfrm>
            <a:off x="7362705" y="4976339"/>
            <a:ext cx="343043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UI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F66B50D1-53AE-4834-94FC-AD39B62D5AC7}"/>
              </a:ext>
            </a:extLst>
          </p:cNvPr>
          <p:cNvSpPr txBox="1"/>
          <p:nvPr/>
        </p:nvSpPr>
        <p:spPr>
          <a:xfrm>
            <a:off x="1246393" y="5319859"/>
            <a:ext cx="5055743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i="1" dirty="0">
                <a:solidFill>
                  <a:prstClr val="black"/>
                </a:solidFill>
                <a:latin typeface="Arial"/>
              </a:rPr>
              <a:t>r</a:t>
            </a:r>
            <a:r>
              <a:rPr kumimoji="0" 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un</a:t>
            </a:r>
            <a:r>
              <a:rPr kumimoji="0" lang="de-DE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_</a:t>
            </a:r>
            <a:r>
              <a:rPr lang="de-DE" sz="1600" i="1" dirty="0">
                <a:solidFill>
                  <a:prstClr val="black"/>
                </a:solidFill>
                <a:latin typeface="Arial"/>
              </a:rPr>
              <a:t>Hall</a:t>
            </a:r>
            <a:r>
              <a:rPr kumimoji="0" lang="de-DE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measuresObservable</a:t>
            </a:r>
            <a:r>
              <a:rPr kumimoji="0" lang="de-DE" sz="16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LongitadinalVoltageDrop</a:t>
            </a:r>
            <a:endParaRPr kumimoji="0" lang="de-DE" sz="16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F7B5FDBE-873E-4A0A-A10E-4E044D1C909C}"/>
              </a:ext>
            </a:extLst>
          </p:cNvPr>
          <p:cNvSpPr txBox="1"/>
          <p:nvPr/>
        </p:nvSpPr>
        <p:spPr>
          <a:xfrm>
            <a:off x="7354759" y="5296171"/>
            <a:ext cx="343043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(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UI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</p:txBody>
      </p: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5722E373-50BC-45A5-9725-F277D093B34D}"/>
              </a:ext>
            </a:extLst>
          </p:cNvPr>
          <p:cNvCxnSpPr>
            <a:cxnSpLocks/>
          </p:cNvCxnSpPr>
          <p:nvPr/>
        </p:nvCxnSpPr>
        <p:spPr>
          <a:xfrm flipH="1">
            <a:off x="432124" y="2719874"/>
            <a:ext cx="10763618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191707E3-C7FA-42BE-9F50-F45E85300FED}"/>
              </a:ext>
            </a:extLst>
          </p:cNvPr>
          <p:cNvSpPr txBox="1"/>
          <p:nvPr/>
        </p:nvSpPr>
        <p:spPr>
          <a:xfrm>
            <a:off x="1262284" y="5011273"/>
            <a:ext cx="4624407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i="1" dirty="0">
                <a:solidFill>
                  <a:prstClr val="black"/>
                </a:solidFill>
                <a:latin typeface="Arial"/>
              </a:rPr>
              <a:t>r</a:t>
            </a:r>
            <a:r>
              <a:rPr kumimoji="0" 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un</a:t>
            </a:r>
            <a:r>
              <a:rPr kumimoji="0" lang="de-DE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_</a:t>
            </a:r>
            <a:r>
              <a:rPr lang="de-DE" sz="1600" i="1" dirty="0">
                <a:solidFill>
                  <a:prstClr val="black"/>
                </a:solidFill>
                <a:latin typeface="Arial"/>
              </a:rPr>
              <a:t>Hall</a:t>
            </a:r>
            <a:r>
              <a:rPr kumimoji="0" lang="de-DE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measuresObservable</a:t>
            </a:r>
            <a:r>
              <a:rPr kumimoji="0" lang="de-DE" sz="16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VerticalVoltageDrop</a:t>
            </a:r>
            <a:endParaRPr kumimoji="0" lang="de-DE" sz="16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377B602-9453-458D-A9CE-533587A81B2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42F21FCD-AD0E-4B29-A45E-F924060BA0E3}"/>
              </a:ext>
            </a:extLst>
          </p:cNvPr>
          <p:cNvSpPr txBox="1"/>
          <p:nvPr/>
        </p:nvSpPr>
        <p:spPr>
          <a:xfrm>
            <a:off x="6016790" y="1759178"/>
            <a:ext cx="343043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(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UI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791E10B5-510C-4B00-9026-CC836D50035B}"/>
              </a:ext>
            </a:extLst>
          </p:cNvPr>
          <p:cNvSpPr txBox="1"/>
          <p:nvPr/>
        </p:nvSpPr>
        <p:spPr>
          <a:xfrm>
            <a:off x="6026613" y="2069827"/>
            <a:ext cx="343043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(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UI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A84333E7-B615-47AC-BEEF-BA30A79318AB}"/>
              </a:ext>
            </a:extLst>
          </p:cNvPr>
          <p:cNvSpPr txBox="1"/>
          <p:nvPr/>
        </p:nvSpPr>
        <p:spPr>
          <a:xfrm>
            <a:off x="1262284" y="3727397"/>
            <a:ext cx="4628639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i="1" dirty="0">
                <a:solidFill>
                  <a:prstClr val="black"/>
                </a:solidFill>
                <a:latin typeface="Arial"/>
              </a:rPr>
              <a:t>r</a:t>
            </a:r>
            <a:r>
              <a:rPr kumimoji="0" 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un</a:t>
            </a:r>
            <a:r>
              <a:rPr kumimoji="0" lang="de-DE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_</a:t>
            </a:r>
            <a:r>
              <a:rPr lang="de-DE" sz="1600" i="1" dirty="0">
                <a:solidFill>
                  <a:prstClr val="black"/>
                </a:solidFill>
                <a:latin typeface="Arial"/>
              </a:rPr>
              <a:t>Hall</a:t>
            </a:r>
            <a:r>
              <a:rPr kumimoji="0" lang="de-DE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hasControlVariable</a:t>
            </a:r>
            <a:r>
              <a:rPr kumimoji="0" lang="de-DE" sz="16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External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MagneticField</a:t>
            </a:r>
            <a:endParaRPr kumimoji="0" lang="de-DE" sz="16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40189B1A-B791-4153-A040-A5B1E912D466}"/>
              </a:ext>
            </a:extLst>
          </p:cNvPr>
          <p:cNvSpPr txBox="1"/>
          <p:nvPr/>
        </p:nvSpPr>
        <p:spPr>
          <a:xfrm>
            <a:off x="7370650" y="3727397"/>
            <a:ext cx="343043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(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UI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2C53DAA1-AE90-4C75-BFC6-C29E6220C46D}"/>
              </a:ext>
            </a:extLst>
          </p:cNvPr>
          <p:cNvSpPr txBox="1"/>
          <p:nvPr/>
        </p:nvSpPr>
        <p:spPr>
          <a:xfrm>
            <a:off x="1262284" y="4009635"/>
            <a:ext cx="3890937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i="1" dirty="0">
                <a:solidFill>
                  <a:prstClr val="black"/>
                </a:solidFill>
                <a:latin typeface="Arial"/>
              </a:rPr>
              <a:t>r</a:t>
            </a:r>
            <a:r>
              <a:rPr kumimoji="0" 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un</a:t>
            </a:r>
            <a:r>
              <a:rPr kumimoji="0" lang="de-DE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_</a:t>
            </a:r>
            <a:r>
              <a:rPr lang="de-DE" sz="1600" i="1" dirty="0">
                <a:solidFill>
                  <a:prstClr val="black"/>
                </a:solidFill>
                <a:latin typeface="Arial"/>
              </a:rPr>
              <a:t>Hall</a:t>
            </a:r>
            <a:r>
              <a:rPr kumimoji="0" lang="de-DE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6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hasControlVariable</a:t>
            </a:r>
            <a:r>
              <a:rPr kumimoji="0" lang="de-DE" sz="16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/>
              </a:rPr>
              <a:t>Temperature</a:t>
            </a:r>
            <a:endParaRPr kumimoji="0" lang="de-DE" sz="16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309F837A-3D33-4A1F-BEAF-9ADD89CB7903}"/>
              </a:ext>
            </a:extLst>
          </p:cNvPr>
          <p:cNvSpPr txBox="1"/>
          <p:nvPr/>
        </p:nvSpPr>
        <p:spPr>
          <a:xfrm>
            <a:off x="7370650" y="4009635"/>
            <a:ext cx="343043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(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UI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</p:txBody>
      </p:sp>
      <p:sp>
        <p:nvSpPr>
          <p:cNvPr id="7" name="Geschweifte Klammer rechts 6">
            <a:extLst>
              <a:ext uri="{FF2B5EF4-FFF2-40B4-BE49-F238E27FC236}">
                <a16:creationId xmlns:a16="http://schemas.microsoft.com/office/drawing/2014/main" id="{4CB23848-EFF8-4CDE-99AF-4E0B99A430EE}"/>
              </a:ext>
            </a:extLst>
          </p:cNvPr>
          <p:cNvSpPr/>
          <p:nvPr/>
        </p:nvSpPr>
        <p:spPr>
          <a:xfrm>
            <a:off x="7847045" y="3350880"/>
            <a:ext cx="485192" cy="945887"/>
          </a:xfrm>
          <a:prstGeom prst="rightBrace">
            <a:avLst>
              <a:gd name="adj1" fmla="val 8333"/>
              <a:gd name="adj2" fmla="val 51700"/>
            </a:avLst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B26B36E9-53D4-41B8-8147-425A953DEB8D}"/>
              </a:ext>
            </a:extLst>
          </p:cNvPr>
          <p:cNvSpPr txBox="1"/>
          <p:nvPr/>
        </p:nvSpPr>
        <p:spPr>
          <a:xfrm>
            <a:off x="8632252" y="3690074"/>
            <a:ext cx="2130391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 err="1">
                <a:solidFill>
                  <a:prstClr val="black"/>
                </a:solidFill>
                <a:latin typeface="Arial"/>
              </a:rPr>
              <a:t>set-channels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in Camels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Geschweifte Klammer rechts 51">
            <a:extLst>
              <a:ext uri="{FF2B5EF4-FFF2-40B4-BE49-F238E27FC236}">
                <a16:creationId xmlns:a16="http://schemas.microsoft.com/office/drawing/2014/main" id="{769E5A80-2CA1-4E66-824B-1F94F44B41E2}"/>
              </a:ext>
            </a:extLst>
          </p:cNvPr>
          <p:cNvSpPr/>
          <p:nvPr/>
        </p:nvSpPr>
        <p:spPr>
          <a:xfrm>
            <a:off x="7847045" y="4694746"/>
            <a:ext cx="485192" cy="945887"/>
          </a:xfrm>
          <a:prstGeom prst="rightBrace">
            <a:avLst>
              <a:gd name="adj1" fmla="val 8333"/>
              <a:gd name="adj2" fmla="val 51700"/>
            </a:avLst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07F30529-4EC2-4C67-B88B-5E4A7DF67996}"/>
              </a:ext>
            </a:extLst>
          </p:cNvPr>
          <p:cNvSpPr txBox="1"/>
          <p:nvPr/>
        </p:nvSpPr>
        <p:spPr>
          <a:xfrm>
            <a:off x="8632252" y="5033940"/>
            <a:ext cx="2266646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 err="1">
                <a:solidFill>
                  <a:prstClr val="black"/>
                </a:solidFill>
                <a:latin typeface="Arial"/>
              </a:rPr>
              <a:t>read-channels</a:t>
            </a:r>
            <a:r>
              <a:rPr lang="de-DE" sz="1600" dirty="0">
                <a:solidFill>
                  <a:prstClr val="black"/>
                </a:solidFill>
                <a:latin typeface="Arial"/>
              </a:rPr>
              <a:t> in Camels</a:t>
            </a:r>
            <a:endParaRPr kumimoji="0" lang="de-DE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5042095"/>
      </p:ext>
    </p:extLst>
  </p:cSld>
  <p:clrMapOvr>
    <a:masterClrMapping/>
  </p:clrMapOvr>
</p:sld>
</file>

<file path=ppt/theme/theme1.xml><?xml version="1.0" encoding="utf-8"?>
<a:theme xmlns:a="http://schemas.openxmlformats.org/drawingml/2006/main" name="FAU - Philosophische Fakultät und Fachbereich Theologie">
  <a:themeElements>
    <a:clrScheme name="FAU - Orange">
      <a:dk1>
        <a:sysClr val="windowText" lastClr="000000"/>
      </a:dk1>
      <a:lt1>
        <a:srgbClr val="FFFFFF"/>
      </a:lt1>
      <a:dk2>
        <a:srgbClr val="FDB735"/>
      </a:dk2>
      <a:lt2>
        <a:srgbClr val="FFFFFF"/>
      </a:lt2>
      <a:accent1>
        <a:srgbClr val="7F7F7F"/>
      </a:accent1>
      <a:accent2>
        <a:srgbClr val="963B2F"/>
      </a:accent2>
      <a:accent3>
        <a:srgbClr val="E46D41"/>
      </a:accent3>
      <a:accent4>
        <a:srgbClr val="FDB735"/>
      </a:accent4>
      <a:accent5>
        <a:srgbClr val="EEDBAC"/>
      </a:accent5>
      <a:accent6>
        <a:srgbClr val="C7C7C7"/>
      </a:accent6>
      <a:hlink>
        <a:srgbClr val="E46D41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AU - Rechts- und Wirtschaftswissenschaftliche Fakultät">
  <a:themeElements>
    <a:clrScheme name="FAU - Rot">
      <a:dk1>
        <a:sysClr val="windowText" lastClr="000000"/>
      </a:dk1>
      <a:lt1>
        <a:srgbClr val="FFFFFF"/>
      </a:lt1>
      <a:dk2>
        <a:srgbClr val="C50F3C"/>
      </a:dk2>
      <a:lt2>
        <a:srgbClr val="FFFFFF"/>
      </a:lt2>
      <a:accent1>
        <a:srgbClr val="7F7F7F"/>
      </a:accent1>
      <a:accent2>
        <a:srgbClr val="662938"/>
      </a:accent2>
      <a:accent3>
        <a:srgbClr val="971B2F"/>
      </a:accent3>
      <a:accent4>
        <a:srgbClr val="C50F3C"/>
      </a:accent4>
      <a:accent5>
        <a:srgbClr val="EBCCB7"/>
      </a:accent5>
      <a:accent6>
        <a:srgbClr val="C7C7C7"/>
      </a:accent6>
      <a:hlink>
        <a:srgbClr val="971B2F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FAU - Medizinische Fakultät">
  <a:themeElements>
    <a:clrScheme name="FAU - Blau">
      <a:dk1>
        <a:sysClr val="windowText" lastClr="000000"/>
      </a:dk1>
      <a:lt1>
        <a:srgbClr val="FFFFFF"/>
      </a:lt1>
      <a:dk2>
        <a:srgbClr val="18B4F1"/>
      </a:dk2>
      <a:lt2>
        <a:srgbClr val="FFFFFF"/>
      </a:lt2>
      <a:accent1>
        <a:srgbClr val="7F7F7F"/>
      </a:accent1>
      <a:accent2>
        <a:srgbClr val="003E61"/>
      </a:accent2>
      <a:accent3>
        <a:srgbClr val="005287"/>
      </a:accent3>
      <a:accent4>
        <a:srgbClr val="18B4F1"/>
      </a:accent4>
      <a:accent5>
        <a:srgbClr val="9CC9E4"/>
      </a:accent5>
      <a:accent6>
        <a:srgbClr val="C7C7C7"/>
      </a:accent6>
      <a:hlink>
        <a:srgbClr val="005287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FAU - Naturwissenschaftliche Fakultät">
  <a:themeElements>
    <a:clrScheme name="FAU - Grün">
      <a:dk1>
        <a:sysClr val="windowText" lastClr="000000"/>
      </a:dk1>
      <a:lt1>
        <a:srgbClr val="FFFFFF"/>
      </a:lt1>
      <a:dk2>
        <a:srgbClr val="7BB725"/>
      </a:dk2>
      <a:lt2>
        <a:srgbClr val="FFFFFF"/>
      </a:lt2>
      <a:accent1>
        <a:srgbClr val="7F7F7F"/>
      </a:accent1>
      <a:accent2>
        <a:srgbClr val="14462D"/>
      </a:accent2>
      <a:accent3>
        <a:srgbClr val="266141"/>
      </a:accent3>
      <a:accent4>
        <a:srgbClr val="7BB725"/>
      </a:accent4>
      <a:accent5>
        <a:srgbClr val="B0CCBF"/>
      </a:accent5>
      <a:accent6>
        <a:srgbClr val="C7C7C7"/>
      </a:accent6>
      <a:hlink>
        <a:srgbClr val="266141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FAU - Technische Fakultät">
  <a:themeElements>
    <a:clrScheme name="FAU - Grau">
      <a:dk1>
        <a:sysClr val="windowText" lastClr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C64748B88E4F4A81E78C320064AA18" ma:contentTypeVersion="13" ma:contentTypeDescription="Ein neues Dokument erstellen." ma:contentTypeScope="" ma:versionID="7d7fe78eff81fbacf66dc0ff6aeec5a3">
  <xsd:schema xmlns:xsd="http://www.w3.org/2001/XMLSchema" xmlns:xs="http://www.w3.org/2001/XMLSchema" xmlns:p="http://schemas.microsoft.com/office/2006/metadata/properties" xmlns:ns2="e1a9e197-d112-4abb-aa0c-4ed035d690a3" xmlns:ns3="5d4c14f1-5e26-4315-944b-e10ebb29e5be" targetNamespace="http://schemas.microsoft.com/office/2006/metadata/properties" ma:root="true" ma:fieldsID="798e591f6d3205a21a5c8f3fdff7cfef" ns2:_="" ns3:_="">
    <xsd:import namespace="e1a9e197-d112-4abb-aa0c-4ed035d690a3"/>
    <xsd:import namespace="5d4c14f1-5e26-4315-944b-e10ebb29e5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a9e197-d112-4abb-aa0c-4ed035d690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4c14f1-5e26-4315-944b-e10ebb29e5b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457329C-FB5F-4A4D-B331-82D30E9A74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1A7FE3-81F7-4596-A188-3EE8D4188E1F}">
  <ds:schemaRefs>
    <ds:schemaRef ds:uri="http://purl.org/dc/elements/1.1/"/>
    <ds:schemaRef ds:uri="http://purl.org/dc/terms/"/>
    <ds:schemaRef ds:uri="http://schemas.microsoft.com/office/2006/metadata/properties"/>
    <ds:schemaRef ds:uri="http://schemas.microsoft.com/office/infopath/2007/PartnerControls"/>
    <ds:schemaRef ds:uri="e1a9e197-d112-4abb-aa0c-4ed035d690a3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5d4c14f1-5e26-4315-944b-e10ebb29e5be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42EBD05-057C-413B-8D5A-84191F67934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a9e197-d112-4abb-aa0c-4ed035d690a3"/>
    <ds:schemaRef ds:uri="5d4c14f1-5e26-4315-944b-e10ebb29e5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507</Words>
  <Application>Microsoft Office PowerPoint</Application>
  <PresentationFormat>Breitbild</PresentationFormat>
  <Paragraphs>166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5</vt:i4>
      </vt:variant>
      <vt:variant>
        <vt:lpstr>Folientitel</vt:lpstr>
      </vt:variant>
      <vt:variant>
        <vt:i4>10</vt:i4>
      </vt:variant>
    </vt:vector>
  </HeadingPairs>
  <TitlesOfParts>
    <vt:vector size="18" baseType="lpstr">
      <vt:lpstr>Arial</vt:lpstr>
      <vt:lpstr>Calibri</vt:lpstr>
      <vt:lpstr>Symbol</vt:lpstr>
      <vt:lpstr>FAU - Philosophische Fakultät und Fachbereich Theologie</vt:lpstr>
      <vt:lpstr>FAU - Rechts- und Wirtschaftswissenschaftliche Fakultät</vt:lpstr>
      <vt:lpstr>FAU - Medizinische Fakultät</vt:lpstr>
      <vt:lpstr>FAU - Naturwissenschaftliche Fakultät</vt:lpstr>
      <vt:lpstr>FAU - Technische Fakultät</vt:lpstr>
      <vt:lpstr>An LAP Experimental Techniques Ontology</vt:lpstr>
      <vt:lpstr>Introduction</vt:lpstr>
      <vt:lpstr>LAPET - Integration</vt:lpstr>
      <vt:lpstr>LAPET - Integration</vt:lpstr>
      <vt:lpstr>LAP-ET</vt:lpstr>
      <vt:lpstr>LAP-ET – IV example</vt:lpstr>
      <vt:lpstr>LAP-ET – IV example</vt:lpstr>
      <vt:lpstr>LAP-ET – Hall example</vt:lpstr>
      <vt:lpstr>LAP-ET – Hall example</vt:lpstr>
      <vt:lpstr>LAP-ET – Hall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Willkommen</dc:title>
  <dc:creator>Julia Gutschmidt</dc:creator>
  <cp:lastModifiedBy>Jäger, Ole</cp:lastModifiedBy>
  <cp:revision>294</cp:revision>
  <dcterms:created xsi:type="dcterms:W3CDTF">2021-11-18T07:49:57Z</dcterms:created>
  <dcterms:modified xsi:type="dcterms:W3CDTF">2026-02-16T14:06:41Z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0x010100B7C64748B88E4F4A81E78C320064AA18</vt:lpwstr>
  </property>
</Properties>
</file>